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57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运璐 何" initials="运璐" lastIdx="2" clrIdx="0">
    <p:extLst>
      <p:ext uri="{19B8F6BF-5375-455C-9EA6-DF929625EA0E}">
        <p15:presenceInfo xmlns:p15="http://schemas.microsoft.com/office/powerpoint/2012/main" userId="9b5601d124e577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47" autoAdjust="0"/>
  </p:normalViewPr>
  <p:slideViewPr>
    <p:cSldViewPr snapToGrid="0">
      <p:cViewPr varScale="1">
        <p:scale>
          <a:sx n="135" d="100"/>
          <a:sy n="135" d="100"/>
        </p:scale>
        <p:origin x="10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DAC9E-D7E9-472A-B521-2CB21AAE0F0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6FDD7-5042-4045-BD97-ECFA87569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00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26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58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4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339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7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403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6FDD7-5042-4045-BD97-ECFA875697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193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4DB28-88DD-4550-87A2-8CAE9CB7C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0DDBC5-6C6B-4753-B80D-51B7ECE3F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1E6DA-1823-471E-B8F9-0E996EF0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ACECA-2C17-434E-A1F7-23EA4FB9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8B11E-CCC3-4683-9C4E-4464D6ED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89D92-E95E-4273-9133-05789AF4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546EF-6EFA-4C9D-8111-95CDEE3E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D8EDD-B737-48C5-8D25-BE36CF76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34EB2-0827-438A-886E-1DF88B71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ADEE8-7086-4B37-B9D9-E7C720F8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7D6B4-56C3-4F88-B19D-917CD73E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A2627A-EE7B-43D1-8925-09CD36ED5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D808D-5410-4E81-9C9F-B1BD597B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568F1-C533-4EEA-B2AF-82D46FC8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45042-4A31-492E-B876-81CF7A89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CF5AF-7648-4106-9DFD-24A018F0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E841E-1905-4A88-BC71-D8DBE9BCE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C333C4-DC1D-4B1A-B908-BF76C9076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77E14A-D2A2-4C17-B4C6-46830A61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69E079-9953-4E49-9CD6-75CCDC7B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79221-6E2B-4582-9BD4-EE9ABB77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73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F4CB7-7760-4419-A5B0-021990FC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415CF3-C754-493C-878D-33CBA0E59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1CEE18-D36C-4480-8EFB-7401B609C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0C121E-4AA6-4636-99B4-BBACB7831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27FE71-2934-4134-9102-E36A374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624397-5024-4C47-9B18-610A0E6E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2BBC4D-3C2C-4A3D-82EE-A11AA874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172FBB-781F-471B-B6A4-56613259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8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30EB5-C229-414C-A91D-B1F670A2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D34D2E-F5CE-4D17-AECC-C07D1B50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CAAA2-E01A-415B-8A6E-D85D70E0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79C310-9D10-4E37-B0AF-D1700D7C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4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CFC46C-EF05-42FA-A1D0-273E6D59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FA0129-B575-40F8-B872-1FD70604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A0293-7604-4380-8F1A-C59F0B0F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C1B8B-F0DC-4D08-90A2-0E05E20A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76C4C-F7A6-4780-B01E-0C957B99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2F8B99-23DE-4B36-A65E-16CEA474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4FA3BD-75FD-4CAC-B395-B94FB097C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4DC28-24BC-444F-9E3C-5F6F8E83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DE84B-B7AC-45C4-B2FC-6FE40B99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73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E37F9-6302-4629-B95F-7CD8897B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EEB570-F275-4229-92DC-4EB574CCA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95D6E7-CE4B-4F5F-B700-21EF468F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05165-7CF6-455E-8D76-0C08F0F8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1C480C-2435-423D-98A4-667D08BD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D0BF1-5756-456E-ABD8-AD892069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79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4A35D-0BF2-4D95-9FF9-709AC7F0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189602-2E6E-4583-A072-8F896288E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0CFBE-59AD-4DFB-A713-8857C22E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32497-3212-43BC-A8C3-105C0D1C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73B3-EFE8-433C-8672-A424D9C6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1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C1E4F6-30E4-4BE8-B9B3-14FC3B7DE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1F5231-0245-40AC-86F4-093C4FC0B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06463-42B0-4B09-A9AD-555123A0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E51E1-62F6-488B-A9DD-0098A875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42D54-9DD8-4232-A7DA-E3466BFB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3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C23415-8408-44D1-BFCB-7944ED61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42E3B-9A3E-4654-B656-59465110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8D94D-DED6-4F71-BDD4-CEFF24C3B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61761-81BA-480B-845B-C480831166E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EDF00-A4E6-4BF0-AE67-07A968771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E5233C-6040-4A4C-88D3-EA7BC080F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6DBE-D8D7-4404-9C83-14B64EBF90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2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7.png"/><Relationship Id="rId18" Type="http://schemas.openxmlformats.org/officeDocument/2006/relationships/image" Target="../media/image19.png"/><Relationship Id="rId3" Type="http://schemas.openxmlformats.org/officeDocument/2006/relationships/image" Target="../media/image10.png"/><Relationship Id="rId21" Type="http://schemas.openxmlformats.org/officeDocument/2006/relationships/image" Target="../media/image22.png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23" Type="http://schemas.openxmlformats.org/officeDocument/2006/relationships/image" Target="../media/image24.png"/><Relationship Id="rId10" Type="http://schemas.openxmlformats.org/officeDocument/2006/relationships/image" Target="../media/image1.png"/><Relationship Id="rId19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25.png"/><Relationship Id="rId21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1.png"/><Relationship Id="rId23" Type="http://schemas.openxmlformats.org/officeDocument/2006/relationships/image" Target="../media/image16.png"/><Relationship Id="rId10" Type="http://schemas.openxmlformats.org/officeDocument/2006/relationships/image" Target="../media/image31.png"/><Relationship Id="rId19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25.png"/><Relationship Id="rId21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1.png"/><Relationship Id="rId23" Type="http://schemas.openxmlformats.org/officeDocument/2006/relationships/image" Target="../media/image16.png"/><Relationship Id="rId10" Type="http://schemas.openxmlformats.org/officeDocument/2006/relationships/image" Target="../media/image31.png"/><Relationship Id="rId19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2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矩形 397">
            <a:extLst>
              <a:ext uri="{FF2B5EF4-FFF2-40B4-BE49-F238E27FC236}">
                <a16:creationId xmlns:a16="http://schemas.microsoft.com/office/drawing/2014/main" id="{B90F98CC-30E9-4DAA-A243-794A8EA62985}"/>
              </a:ext>
            </a:extLst>
          </p:cNvPr>
          <p:cNvSpPr/>
          <p:nvPr/>
        </p:nvSpPr>
        <p:spPr>
          <a:xfrm>
            <a:off x="662100" y="1030915"/>
            <a:ext cx="9953624" cy="4962526"/>
          </a:xfrm>
          <a:prstGeom prst="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DE485378-0CF8-4D23-9B3C-4EE0B1A20394}"/>
              </a:ext>
            </a:extLst>
          </p:cNvPr>
          <p:cNvSpPr/>
          <p:nvPr/>
        </p:nvSpPr>
        <p:spPr>
          <a:xfrm>
            <a:off x="1129872" y="3569378"/>
            <a:ext cx="6310057" cy="2289489"/>
          </a:xfrm>
          <a:prstGeom prst="parallelogram">
            <a:avLst>
              <a:gd name="adj" fmla="val 8801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立方体 17">
            <a:extLst>
              <a:ext uri="{FF2B5EF4-FFF2-40B4-BE49-F238E27FC236}">
                <a16:creationId xmlns:a16="http://schemas.microsoft.com/office/drawing/2014/main" id="{EE66181D-395D-4A97-BEB2-601260FE5B60}"/>
              </a:ext>
            </a:extLst>
          </p:cNvPr>
          <p:cNvSpPr/>
          <p:nvPr/>
        </p:nvSpPr>
        <p:spPr>
          <a:xfrm>
            <a:off x="2577265" y="4158890"/>
            <a:ext cx="481630" cy="566997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66F215D-B0FA-42B6-B3B4-CEA30F5DE65A}"/>
              </a:ext>
            </a:extLst>
          </p:cNvPr>
          <p:cNvSpPr/>
          <p:nvPr/>
        </p:nvSpPr>
        <p:spPr>
          <a:xfrm rot="5136353">
            <a:off x="1595955" y="4801440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93D3729-55FF-4196-B7A7-7A6DE6BA0EFB}"/>
              </a:ext>
            </a:extLst>
          </p:cNvPr>
          <p:cNvSpPr/>
          <p:nvPr/>
        </p:nvSpPr>
        <p:spPr>
          <a:xfrm rot="4993526">
            <a:off x="1466417" y="5248009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D16374C-A602-4FD6-B645-BE3B65029910}"/>
              </a:ext>
            </a:extLst>
          </p:cNvPr>
          <p:cNvSpPr/>
          <p:nvPr/>
        </p:nvSpPr>
        <p:spPr>
          <a:xfrm>
            <a:off x="976014" y="1132720"/>
            <a:ext cx="6310057" cy="2289489"/>
          </a:xfrm>
          <a:prstGeom prst="parallelogram">
            <a:avLst>
              <a:gd name="adj" fmla="val 8831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A2731FF-AF59-4AD0-B73B-1012F0EB2B65}"/>
              </a:ext>
            </a:extLst>
          </p:cNvPr>
          <p:cNvSpPr/>
          <p:nvPr/>
        </p:nvSpPr>
        <p:spPr>
          <a:xfrm rot="5162698">
            <a:off x="2202687" y="4443302"/>
            <a:ext cx="579615" cy="68657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A712A5DD-71DD-471D-8018-129580240E1C}"/>
              </a:ext>
            </a:extLst>
          </p:cNvPr>
          <p:cNvSpPr/>
          <p:nvPr/>
        </p:nvSpPr>
        <p:spPr>
          <a:xfrm>
            <a:off x="4934636" y="3502617"/>
            <a:ext cx="308730" cy="505595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立方体 16">
            <a:extLst>
              <a:ext uri="{FF2B5EF4-FFF2-40B4-BE49-F238E27FC236}">
                <a16:creationId xmlns:a16="http://schemas.microsoft.com/office/drawing/2014/main" id="{1D91FDF0-16FC-4602-A027-D1DEF249EDA5}"/>
              </a:ext>
            </a:extLst>
          </p:cNvPr>
          <p:cNvSpPr/>
          <p:nvPr/>
        </p:nvSpPr>
        <p:spPr>
          <a:xfrm>
            <a:off x="3160861" y="5178633"/>
            <a:ext cx="539077" cy="69962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D77F802-9DF5-465C-A87A-708B400AA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791" y="4195595"/>
            <a:ext cx="395832" cy="39583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9814133-C495-41DF-A0D6-7BFEFDEAE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91" y="3605021"/>
            <a:ext cx="298111" cy="29811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0377E2B-C82B-4775-B7E7-DE8A751A2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358" y="2486861"/>
            <a:ext cx="304800" cy="3048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83BDA3BF-6943-49D9-9704-BD7567768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892" y="5231044"/>
            <a:ext cx="304800" cy="3048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D673BC8-7B63-4D75-B8D7-81009DD75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673" y="2142739"/>
            <a:ext cx="304800" cy="3048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94A4D96-22C8-4587-A294-FC3E27376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012" y="3015534"/>
            <a:ext cx="304800" cy="3048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83F10AD-9E1E-4D76-AB68-C8446BF62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31" y="5642725"/>
            <a:ext cx="237849" cy="23784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2A06270-2737-498F-8456-33461088E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557" y="2942010"/>
            <a:ext cx="304800" cy="3048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8482BDE-A872-4464-B7BC-262025F6E0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947" y="4709432"/>
            <a:ext cx="304800" cy="3048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9B1B858-3D36-430E-96C9-FD987C821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500" y="5338244"/>
            <a:ext cx="239596" cy="23959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EFE44F74-3839-4C71-9BC7-336DFFCE9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501" y="4537026"/>
            <a:ext cx="304800" cy="304800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96834F03-8450-4119-B800-530D3E65ACA2}"/>
              </a:ext>
            </a:extLst>
          </p:cNvPr>
          <p:cNvSpPr/>
          <p:nvPr/>
        </p:nvSpPr>
        <p:spPr>
          <a:xfrm rot="5210808">
            <a:off x="2263341" y="5061647"/>
            <a:ext cx="654549" cy="8367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964B2EB-055F-4652-99BD-9F50F80555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03" y="5395949"/>
            <a:ext cx="304800" cy="3048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D14E498-7813-483D-A5AA-54570E5E6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10" y="5402928"/>
            <a:ext cx="281592" cy="28159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0DE93DD-6E3B-4D45-83E7-70E7F0B09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78" y="4916934"/>
            <a:ext cx="304800" cy="3048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1C4D7F0F-30E4-45D7-906D-929E03384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053" y="5047696"/>
            <a:ext cx="304800" cy="3048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D04E5FC-359C-43D0-B201-63B94C807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959" y="5199340"/>
            <a:ext cx="304800" cy="304800"/>
          </a:xfrm>
          <a:prstGeom prst="rect">
            <a:avLst/>
          </a:prstGeom>
        </p:spPr>
      </p:pic>
      <p:sp>
        <p:nvSpPr>
          <p:cNvPr id="46" name="椭圆 45">
            <a:extLst>
              <a:ext uri="{FF2B5EF4-FFF2-40B4-BE49-F238E27FC236}">
                <a16:creationId xmlns:a16="http://schemas.microsoft.com/office/drawing/2014/main" id="{9CC8C05C-1C3C-498E-B62D-C03BC30ADA4D}"/>
              </a:ext>
            </a:extLst>
          </p:cNvPr>
          <p:cNvSpPr/>
          <p:nvPr/>
        </p:nvSpPr>
        <p:spPr>
          <a:xfrm rot="21014316">
            <a:off x="3339600" y="3745339"/>
            <a:ext cx="2249504" cy="141278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立方体 46">
            <a:extLst>
              <a:ext uri="{FF2B5EF4-FFF2-40B4-BE49-F238E27FC236}">
                <a16:creationId xmlns:a16="http://schemas.microsoft.com/office/drawing/2014/main" id="{89E18927-3720-45B8-8C1A-E08BD6B6B407}"/>
              </a:ext>
            </a:extLst>
          </p:cNvPr>
          <p:cNvSpPr/>
          <p:nvPr/>
        </p:nvSpPr>
        <p:spPr>
          <a:xfrm>
            <a:off x="5927272" y="4168430"/>
            <a:ext cx="496637" cy="594917"/>
          </a:xfrm>
          <a:prstGeom prst="cube">
            <a:avLst>
              <a:gd name="adj" fmla="val 198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立方体 55">
            <a:extLst>
              <a:ext uri="{FF2B5EF4-FFF2-40B4-BE49-F238E27FC236}">
                <a16:creationId xmlns:a16="http://schemas.microsoft.com/office/drawing/2014/main" id="{708F501C-C33C-46FB-9AA2-05E90FF7236D}"/>
              </a:ext>
            </a:extLst>
          </p:cNvPr>
          <p:cNvSpPr/>
          <p:nvPr/>
        </p:nvSpPr>
        <p:spPr>
          <a:xfrm>
            <a:off x="4067992" y="4762499"/>
            <a:ext cx="348226" cy="551873"/>
          </a:xfrm>
          <a:prstGeom prst="cube">
            <a:avLst>
              <a:gd name="adj" fmla="val 2358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40EF24F7-252D-4CC0-8318-EB4517061DFA}"/>
              </a:ext>
            </a:extLst>
          </p:cNvPr>
          <p:cNvSpPr/>
          <p:nvPr/>
        </p:nvSpPr>
        <p:spPr>
          <a:xfrm>
            <a:off x="2993572" y="3161143"/>
            <a:ext cx="525780" cy="251460"/>
          </a:xfrm>
          <a:prstGeom prst="parallelogram">
            <a:avLst>
              <a:gd name="adj" fmla="val 7316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平行四边形 57">
            <a:extLst>
              <a:ext uri="{FF2B5EF4-FFF2-40B4-BE49-F238E27FC236}">
                <a16:creationId xmlns:a16="http://schemas.microsoft.com/office/drawing/2014/main" id="{54E86447-A995-4BD4-B980-56D9F3AA158A}"/>
              </a:ext>
            </a:extLst>
          </p:cNvPr>
          <p:cNvSpPr/>
          <p:nvPr/>
        </p:nvSpPr>
        <p:spPr>
          <a:xfrm>
            <a:off x="4890952" y="2902063"/>
            <a:ext cx="510540" cy="236220"/>
          </a:xfrm>
          <a:prstGeom prst="parallelogram">
            <a:avLst>
              <a:gd name="adj" fmla="val 75724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平行四边形 58">
            <a:extLst>
              <a:ext uri="{FF2B5EF4-FFF2-40B4-BE49-F238E27FC236}">
                <a16:creationId xmlns:a16="http://schemas.microsoft.com/office/drawing/2014/main" id="{35337433-AB3D-4033-B9EB-62E8BE18872F}"/>
              </a:ext>
            </a:extLst>
          </p:cNvPr>
          <p:cNvSpPr/>
          <p:nvPr/>
        </p:nvSpPr>
        <p:spPr>
          <a:xfrm>
            <a:off x="2315392" y="1903843"/>
            <a:ext cx="373380" cy="205740"/>
          </a:xfrm>
          <a:prstGeom prst="parallelogram">
            <a:avLst>
              <a:gd name="adj" fmla="val 7595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平行四边形 59">
            <a:extLst>
              <a:ext uri="{FF2B5EF4-FFF2-40B4-BE49-F238E27FC236}">
                <a16:creationId xmlns:a16="http://schemas.microsoft.com/office/drawing/2014/main" id="{E62A1885-3D2C-4FF9-AAB9-0C0F13897C09}"/>
              </a:ext>
            </a:extLst>
          </p:cNvPr>
          <p:cNvSpPr/>
          <p:nvPr/>
        </p:nvSpPr>
        <p:spPr>
          <a:xfrm>
            <a:off x="5809162" y="2086723"/>
            <a:ext cx="632460" cy="251460"/>
          </a:xfrm>
          <a:prstGeom prst="parallelogram">
            <a:avLst>
              <a:gd name="adj" fmla="val 8784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平行四边形 60">
            <a:extLst>
              <a:ext uri="{FF2B5EF4-FFF2-40B4-BE49-F238E27FC236}">
                <a16:creationId xmlns:a16="http://schemas.microsoft.com/office/drawing/2014/main" id="{E116E52B-3BF1-477F-BBA1-4DE1103A15B9}"/>
              </a:ext>
            </a:extLst>
          </p:cNvPr>
          <p:cNvSpPr/>
          <p:nvPr/>
        </p:nvSpPr>
        <p:spPr>
          <a:xfrm>
            <a:off x="3328852" y="1560943"/>
            <a:ext cx="464820" cy="251460"/>
          </a:xfrm>
          <a:prstGeom prst="parallelogram">
            <a:avLst>
              <a:gd name="adj" fmla="val 65468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平行四边形 61">
            <a:extLst>
              <a:ext uri="{FF2B5EF4-FFF2-40B4-BE49-F238E27FC236}">
                <a16:creationId xmlns:a16="http://schemas.microsoft.com/office/drawing/2014/main" id="{80B5047A-27C2-45A1-B0BC-8B25B809C0E0}"/>
              </a:ext>
            </a:extLst>
          </p:cNvPr>
          <p:cNvSpPr/>
          <p:nvPr/>
        </p:nvSpPr>
        <p:spPr>
          <a:xfrm>
            <a:off x="4723312" y="1408543"/>
            <a:ext cx="236220" cy="137160"/>
          </a:xfrm>
          <a:prstGeom prst="parallelogram">
            <a:avLst>
              <a:gd name="adj" fmla="val 7051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3F511905-D91B-41E1-85F1-3A4A14AAB439}"/>
              </a:ext>
            </a:extLst>
          </p:cNvPr>
          <p:cNvSpPr/>
          <p:nvPr/>
        </p:nvSpPr>
        <p:spPr>
          <a:xfrm rot="21014316">
            <a:off x="3203060" y="1675572"/>
            <a:ext cx="1790162" cy="109595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等腰三角形 64">
            <a:extLst>
              <a:ext uri="{FF2B5EF4-FFF2-40B4-BE49-F238E27FC236}">
                <a16:creationId xmlns:a16="http://schemas.microsoft.com/office/drawing/2014/main" id="{DC88E57B-760D-4BC9-A009-D8F36758FB0B}"/>
              </a:ext>
            </a:extLst>
          </p:cNvPr>
          <p:cNvSpPr/>
          <p:nvPr/>
        </p:nvSpPr>
        <p:spPr>
          <a:xfrm>
            <a:off x="4045132" y="2162923"/>
            <a:ext cx="99060" cy="99060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>
            <a:extLst>
              <a:ext uri="{FF2B5EF4-FFF2-40B4-BE49-F238E27FC236}">
                <a16:creationId xmlns:a16="http://schemas.microsoft.com/office/drawing/2014/main" id="{E4ADE293-9259-496B-B179-54A99E3104A1}"/>
              </a:ext>
            </a:extLst>
          </p:cNvPr>
          <p:cNvSpPr/>
          <p:nvPr/>
        </p:nvSpPr>
        <p:spPr>
          <a:xfrm>
            <a:off x="6811192" y="1237093"/>
            <a:ext cx="99060" cy="9906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平行四边形 66">
            <a:extLst>
              <a:ext uri="{FF2B5EF4-FFF2-40B4-BE49-F238E27FC236}">
                <a16:creationId xmlns:a16="http://schemas.microsoft.com/office/drawing/2014/main" id="{652633FB-0076-4FDA-B04F-C18E183C298B}"/>
              </a:ext>
            </a:extLst>
          </p:cNvPr>
          <p:cNvSpPr/>
          <p:nvPr/>
        </p:nvSpPr>
        <p:spPr>
          <a:xfrm>
            <a:off x="3869872" y="2566783"/>
            <a:ext cx="388620" cy="220980"/>
          </a:xfrm>
          <a:prstGeom prst="parallelogram">
            <a:avLst>
              <a:gd name="adj" fmla="val 552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CDD9D99-742F-4539-823B-92AFCA7DCD10}"/>
              </a:ext>
            </a:extLst>
          </p:cNvPr>
          <p:cNvCxnSpPr>
            <a:cxnSpLocks/>
            <a:stCxn id="35" idx="2"/>
            <a:endCxn id="48" idx="4"/>
          </p:cNvCxnSpPr>
          <p:nvPr/>
        </p:nvCxnSpPr>
        <p:spPr>
          <a:xfrm flipH="1">
            <a:off x="2172882" y="3246810"/>
            <a:ext cx="357075" cy="225621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04E9F1D-D6E3-4976-B0E4-A51A8D001BB2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2529957" y="3246810"/>
            <a:ext cx="478392" cy="221019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380EAB96-821E-4205-ACBC-DD82CCD08474}"/>
              </a:ext>
            </a:extLst>
          </p:cNvPr>
          <p:cNvCxnSpPr>
            <a:cxnSpLocks/>
            <a:stCxn id="33" idx="2"/>
            <a:endCxn id="51" idx="4"/>
          </p:cNvCxnSpPr>
          <p:nvPr/>
        </p:nvCxnSpPr>
        <p:spPr>
          <a:xfrm flipH="1">
            <a:off x="1415332" y="3320334"/>
            <a:ext cx="259080" cy="231146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56FD088-49CA-4983-AABF-BB79D899BF24}"/>
              </a:ext>
            </a:extLst>
          </p:cNvPr>
          <p:cNvCxnSpPr>
            <a:cxnSpLocks/>
            <a:stCxn id="33" idx="2"/>
            <a:endCxn id="51" idx="0"/>
          </p:cNvCxnSpPr>
          <p:nvPr/>
        </p:nvCxnSpPr>
        <p:spPr>
          <a:xfrm>
            <a:off x="1674412" y="3320334"/>
            <a:ext cx="422705" cy="223046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6BA9820-BBE4-4404-9D27-9218BEDB135C}"/>
              </a:ext>
            </a:extLst>
          </p:cNvPr>
          <p:cNvCxnSpPr>
            <a:cxnSpLocks/>
            <a:stCxn id="30" idx="2"/>
            <a:endCxn id="53" idx="4"/>
          </p:cNvCxnSpPr>
          <p:nvPr/>
        </p:nvCxnSpPr>
        <p:spPr>
          <a:xfrm flipH="1">
            <a:off x="1543482" y="2791661"/>
            <a:ext cx="358276" cy="237937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BCBA43CA-E0C1-4564-8B7E-2D0D4BE1E0D1}"/>
              </a:ext>
            </a:extLst>
          </p:cNvPr>
          <p:cNvCxnSpPr>
            <a:cxnSpLocks/>
            <a:stCxn id="30" idx="2"/>
            <a:endCxn id="53" idx="0"/>
          </p:cNvCxnSpPr>
          <p:nvPr/>
        </p:nvCxnSpPr>
        <p:spPr>
          <a:xfrm>
            <a:off x="1901758" y="2791661"/>
            <a:ext cx="326285" cy="232676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5200CE6-E515-4DF9-B9EE-0E18355D3873}"/>
              </a:ext>
            </a:extLst>
          </p:cNvPr>
          <p:cNvCxnSpPr>
            <a:cxnSpLocks/>
            <a:stCxn id="32" idx="2"/>
            <a:endCxn id="52" idx="4"/>
          </p:cNvCxnSpPr>
          <p:nvPr/>
        </p:nvCxnSpPr>
        <p:spPr>
          <a:xfrm flipH="1">
            <a:off x="2150023" y="2447539"/>
            <a:ext cx="251050" cy="236273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59B7DB20-B71F-404A-9E89-503212A6EE2A}"/>
              </a:ext>
            </a:extLst>
          </p:cNvPr>
          <p:cNvCxnSpPr>
            <a:cxnSpLocks/>
            <a:stCxn id="32" idx="2"/>
            <a:endCxn id="52" idx="0"/>
          </p:cNvCxnSpPr>
          <p:nvPr/>
        </p:nvCxnSpPr>
        <p:spPr>
          <a:xfrm>
            <a:off x="2401073" y="2447539"/>
            <a:ext cx="433893" cy="2315375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0" name="星形: 五角 119">
            <a:extLst>
              <a:ext uri="{FF2B5EF4-FFF2-40B4-BE49-F238E27FC236}">
                <a16:creationId xmlns:a16="http://schemas.microsoft.com/office/drawing/2014/main" id="{B83C98F7-8DE6-4BFE-9BD1-F5AC12F5AE37}"/>
              </a:ext>
            </a:extLst>
          </p:cNvPr>
          <p:cNvSpPr/>
          <p:nvPr/>
        </p:nvSpPr>
        <p:spPr>
          <a:xfrm rot="20997962">
            <a:off x="3267892" y="2947782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星形: 五角 129">
            <a:extLst>
              <a:ext uri="{FF2B5EF4-FFF2-40B4-BE49-F238E27FC236}">
                <a16:creationId xmlns:a16="http://schemas.microsoft.com/office/drawing/2014/main" id="{99169503-0035-46F6-89F0-767297661BF2}"/>
              </a:ext>
            </a:extLst>
          </p:cNvPr>
          <p:cNvSpPr/>
          <p:nvPr/>
        </p:nvSpPr>
        <p:spPr>
          <a:xfrm rot="1976744">
            <a:off x="4444707" y="31154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星形: 五角 130">
            <a:extLst>
              <a:ext uri="{FF2B5EF4-FFF2-40B4-BE49-F238E27FC236}">
                <a16:creationId xmlns:a16="http://schemas.microsoft.com/office/drawing/2014/main" id="{9326780E-FB35-4D1A-BE25-D78B5D809786}"/>
              </a:ext>
            </a:extLst>
          </p:cNvPr>
          <p:cNvSpPr/>
          <p:nvPr/>
        </p:nvSpPr>
        <p:spPr>
          <a:xfrm>
            <a:off x="5332912" y="24296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星形: 五角 131">
            <a:extLst>
              <a:ext uri="{FF2B5EF4-FFF2-40B4-BE49-F238E27FC236}">
                <a16:creationId xmlns:a16="http://schemas.microsoft.com/office/drawing/2014/main" id="{3281DC0E-F6FC-421B-80A7-24EC0B5BE8BF}"/>
              </a:ext>
            </a:extLst>
          </p:cNvPr>
          <p:cNvSpPr/>
          <p:nvPr/>
        </p:nvSpPr>
        <p:spPr>
          <a:xfrm>
            <a:off x="5835832" y="178954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星形: 五角 132">
            <a:extLst>
              <a:ext uri="{FF2B5EF4-FFF2-40B4-BE49-F238E27FC236}">
                <a16:creationId xmlns:a16="http://schemas.microsoft.com/office/drawing/2014/main" id="{16438C39-74FA-4E9B-BCD6-F8F431630D1B}"/>
              </a:ext>
            </a:extLst>
          </p:cNvPr>
          <p:cNvSpPr/>
          <p:nvPr/>
        </p:nvSpPr>
        <p:spPr>
          <a:xfrm rot="1548584">
            <a:off x="2963092" y="274966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星形: 五角 133">
            <a:extLst>
              <a:ext uri="{FF2B5EF4-FFF2-40B4-BE49-F238E27FC236}">
                <a16:creationId xmlns:a16="http://schemas.microsoft.com/office/drawing/2014/main" id="{5EFE6C79-AE1F-43FE-9D82-759C6C4EAE3E}"/>
              </a:ext>
            </a:extLst>
          </p:cNvPr>
          <p:cNvSpPr/>
          <p:nvPr/>
        </p:nvSpPr>
        <p:spPr>
          <a:xfrm rot="5609243">
            <a:off x="3742797" y="288682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星形: 五角 134">
            <a:extLst>
              <a:ext uri="{FF2B5EF4-FFF2-40B4-BE49-F238E27FC236}">
                <a16:creationId xmlns:a16="http://schemas.microsoft.com/office/drawing/2014/main" id="{9E3B85B5-6CBE-464B-87B3-D392C55FC47A}"/>
              </a:ext>
            </a:extLst>
          </p:cNvPr>
          <p:cNvSpPr/>
          <p:nvPr/>
        </p:nvSpPr>
        <p:spPr>
          <a:xfrm rot="3880281">
            <a:off x="4936672" y="241438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星形: 五角 135">
            <a:extLst>
              <a:ext uri="{FF2B5EF4-FFF2-40B4-BE49-F238E27FC236}">
                <a16:creationId xmlns:a16="http://schemas.microsoft.com/office/drawing/2014/main" id="{BE2090AA-24F3-44E3-95C4-D92D6315ED12}"/>
              </a:ext>
            </a:extLst>
          </p:cNvPr>
          <p:cNvSpPr/>
          <p:nvPr/>
        </p:nvSpPr>
        <p:spPr>
          <a:xfrm>
            <a:off x="5584372" y="1759063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星形: 五角 136">
            <a:extLst>
              <a:ext uri="{FF2B5EF4-FFF2-40B4-BE49-F238E27FC236}">
                <a16:creationId xmlns:a16="http://schemas.microsoft.com/office/drawing/2014/main" id="{47884D26-5A41-4E00-BE78-E9BF34841215}"/>
              </a:ext>
            </a:extLst>
          </p:cNvPr>
          <p:cNvSpPr/>
          <p:nvPr/>
        </p:nvSpPr>
        <p:spPr>
          <a:xfrm>
            <a:off x="2818312" y="260488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1FD6CA44-C58C-430A-A5FD-410E02C79D63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2673532" y="3012368"/>
            <a:ext cx="592588" cy="125914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D2658158-CAB8-4A2B-92B8-40AD13F0F576}"/>
              </a:ext>
            </a:extLst>
          </p:cNvPr>
          <p:cNvCxnSpPr>
            <a:cxnSpLocks/>
            <a:stCxn id="120" idx="4"/>
            <a:endCxn id="130" idx="2"/>
          </p:cNvCxnSpPr>
          <p:nvPr/>
        </p:nvCxnSpPr>
        <p:spPr>
          <a:xfrm>
            <a:off x="3401182" y="2988471"/>
            <a:ext cx="1039239" cy="230033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90E17755-2405-412B-8A9E-43AD90196336}"/>
              </a:ext>
            </a:extLst>
          </p:cNvPr>
          <p:cNvCxnSpPr>
            <a:cxnSpLocks/>
            <a:stCxn id="130" idx="4"/>
            <a:endCxn id="131" idx="2"/>
          </p:cNvCxnSpPr>
          <p:nvPr/>
        </p:nvCxnSpPr>
        <p:spPr>
          <a:xfrm flipV="1">
            <a:off x="4579643" y="2566783"/>
            <a:ext cx="779464" cy="64093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12388605-2A97-4597-89E8-A9B5448B7732}"/>
              </a:ext>
            </a:extLst>
          </p:cNvPr>
          <p:cNvCxnSpPr>
            <a:cxnSpLocks/>
            <a:stCxn id="131" idx="4"/>
            <a:endCxn id="132" idx="2"/>
          </p:cNvCxnSpPr>
          <p:nvPr/>
        </p:nvCxnSpPr>
        <p:spPr>
          <a:xfrm flipV="1">
            <a:off x="5470072" y="1926703"/>
            <a:ext cx="391955" cy="55531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9601D28F-F218-49E4-8468-6A7ED4F1B019}"/>
              </a:ext>
            </a:extLst>
          </p:cNvPr>
          <p:cNvCxnSpPr>
            <a:cxnSpLocks/>
            <a:stCxn id="132" idx="4"/>
            <a:endCxn id="66" idx="2"/>
          </p:cNvCxnSpPr>
          <p:nvPr/>
        </p:nvCxnSpPr>
        <p:spPr>
          <a:xfrm flipV="1">
            <a:off x="5972992" y="1336153"/>
            <a:ext cx="838200" cy="50578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0B005144-1D7E-46D5-AA5E-25A15B36A197}"/>
              </a:ext>
            </a:extLst>
          </p:cNvPr>
          <p:cNvCxnSpPr>
            <a:cxnSpLocks/>
            <a:stCxn id="33" idx="3"/>
            <a:endCxn id="133" idx="2"/>
          </p:cNvCxnSpPr>
          <p:nvPr/>
        </p:nvCxnSpPr>
        <p:spPr>
          <a:xfrm flipV="1">
            <a:off x="1826812" y="2861528"/>
            <a:ext cx="1136844" cy="306406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5C391034-F392-4120-B43F-A65C7E05F349}"/>
              </a:ext>
            </a:extLst>
          </p:cNvPr>
          <p:cNvCxnSpPr>
            <a:cxnSpLocks/>
            <a:stCxn id="133" idx="4"/>
            <a:endCxn id="134" idx="2"/>
          </p:cNvCxnSpPr>
          <p:nvPr/>
        </p:nvCxnSpPr>
        <p:spPr>
          <a:xfrm>
            <a:off x="3100460" y="2833527"/>
            <a:ext cx="645042" cy="75398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星形: 五角 178">
            <a:extLst>
              <a:ext uri="{FF2B5EF4-FFF2-40B4-BE49-F238E27FC236}">
                <a16:creationId xmlns:a16="http://schemas.microsoft.com/office/drawing/2014/main" id="{538053DE-8D85-4692-8664-4E2B40995B18}"/>
              </a:ext>
            </a:extLst>
          </p:cNvPr>
          <p:cNvSpPr/>
          <p:nvPr/>
        </p:nvSpPr>
        <p:spPr>
          <a:xfrm rot="372011">
            <a:off x="4569445" y="3266539"/>
            <a:ext cx="13716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29622780-259F-47A2-964B-6C5F17C97558}"/>
              </a:ext>
            </a:extLst>
          </p:cNvPr>
          <p:cNvCxnSpPr>
            <a:cxnSpLocks/>
            <a:stCxn id="134" idx="0"/>
            <a:endCxn id="179" idx="1"/>
          </p:cNvCxnSpPr>
          <p:nvPr/>
        </p:nvCxnSpPr>
        <p:spPr>
          <a:xfrm>
            <a:off x="3879830" y="2959575"/>
            <a:ext cx="691765" cy="3520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BCB3F58F-CC7B-425C-BDA2-E832E54236B2}"/>
              </a:ext>
            </a:extLst>
          </p:cNvPr>
          <p:cNvCxnSpPr>
            <a:cxnSpLocks/>
            <a:stCxn id="179" idx="4"/>
            <a:endCxn id="135" idx="3"/>
          </p:cNvCxnSpPr>
          <p:nvPr/>
        </p:nvCxnSpPr>
        <p:spPr>
          <a:xfrm flipV="1">
            <a:off x="4707952" y="2550613"/>
            <a:ext cx="253445" cy="775818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F5B6FC5C-A816-4055-B8CB-026B6CB3A6D6}"/>
              </a:ext>
            </a:extLst>
          </p:cNvPr>
          <p:cNvCxnSpPr>
            <a:cxnSpLocks/>
            <a:stCxn id="135" idx="0"/>
            <a:endCxn id="136" idx="2"/>
          </p:cNvCxnSpPr>
          <p:nvPr/>
        </p:nvCxnSpPr>
        <p:spPr>
          <a:xfrm flipV="1">
            <a:off x="5067239" y="1896223"/>
            <a:ext cx="543328" cy="557401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BAAC248-2284-47A9-8FE0-568645022E0E}"/>
              </a:ext>
            </a:extLst>
          </p:cNvPr>
          <p:cNvCxnSpPr>
            <a:cxnSpLocks/>
            <a:stCxn id="136" idx="4"/>
            <a:endCxn id="66" idx="2"/>
          </p:cNvCxnSpPr>
          <p:nvPr/>
        </p:nvCxnSpPr>
        <p:spPr>
          <a:xfrm flipV="1">
            <a:off x="5721532" y="1336153"/>
            <a:ext cx="1089660" cy="4753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星形: 五角 199">
            <a:extLst>
              <a:ext uri="{FF2B5EF4-FFF2-40B4-BE49-F238E27FC236}">
                <a16:creationId xmlns:a16="http://schemas.microsoft.com/office/drawing/2014/main" id="{76C89217-C3D1-422A-BAEB-56C2CDE7C814}"/>
              </a:ext>
            </a:extLst>
          </p:cNvPr>
          <p:cNvSpPr/>
          <p:nvPr/>
        </p:nvSpPr>
        <p:spPr>
          <a:xfrm>
            <a:off x="4456612" y="271918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星形: 五角 200">
            <a:extLst>
              <a:ext uri="{FF2B5EF4-FFF2-40B4-BE49-F238E27FC236}">
                <a16:creationId xmlns:a16="http://schemas.microsoft.com/office/drawing/2014/main" id="{6CB2428D-3002-46FB-8C40-0017BB999C25}"/>
              </a:ext>
            </a:extLst>
          </p:cNvPr>
          <p:cNvSpPr/>
          <p:nvPr/>
        </p:nvSpPr>
        <p:spPr>
          <a:xfrm>
            <a:off x="5142837" y="190384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星形: 五角 201">
            <a:extLst>
              <a:ext uri="{FF2B5EF4-FFF2-40B4-BE49-F238E27FC236}">
                <a16:creationId xmlns:a16="http://schemas.microsoft.com/office/drawing/2014/main" id="{05D05E92-1709-47B2-9709-2894C4D4A95B}"/>
              </a:ext>
            </a:extLst>
          </p:cNvPr>
          <p:cNvSpPr/>
          <p:nvPr/>
        </p:nvSpPr>
        <p:spPr>
          <a:xfrm rot="3317061">
            <a:off x="3249810" y="1366917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星形: 五角 204">
            <a:extLst>
              <a:ext uri="{FF2B5EF4-FFF2-40B4-BE49-F238E27FC236}">
                <a16:creationId xmlns:a16="http://schemas.microsoft.com/office/drawing/2014/main" id="{4D15CA65-9FA2-4B47-BA81-A16D18F58D47}"/>
              </a:ext>
            </a:extLst>
          </p:cNvPr>
          <p:cNvSpPr/>
          <p:nvPr/>
        </p:nvSpPr>
        <p:spPr>
          <a:xfrm>
            <a:off x="3763192" y="3153523"/>
            <a:ext cx="121920" cy="13716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C25A1D04-87AB-4122-AAE4-35DC64A98C4D}"/>
              </a:ext>
            </a:extLst>
          </p:cNvPr>
          <p:cNvCxnSpPr>
            <a:cxnSpLocks/>
            <a:stCxn id="30" idx="3"/>
            <a:endCxn id="137" idx="1"/>
          </p:cNvCxnSpPr>
          <p:nvPr/>
        </p:nvCxnSpPr>
        <p:spPr>
          <a:xfrm>
            <a:off x="2054158" y="2639261"/>
            <a:ext cx="764154" cy="18012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1DC7FA62-516C-49C7-BE8F-D9D4B823BA43}"/>
              </a:ext>
            </a:extLst>
          </p:cNvPr>
          <p:cNvCxnSpPr>
            <a:cxnSpLocks/>
            <a:stCxn id="137" idx="4"/>
            <a:endCxn id="205" idx="1"/>
          </p:cNvCxnSpPr>
          <p:nvPr/>
        </p:nvCxnSpPr>
        <p:spPr>
          <a:xfrm>
            <a:off x="2940232" y="2657273"/>
            <a:ext cx="822960" cy="54864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6EAE5F64-3F20-495A-A703-1C0E32FE07DF}"/>
              </a:ext>
            </a:extLst>
          </p:cNvPr>
          <p:cNvCxnSpPr>
            <a:cxnSpLocks/>
            <a:stCxn id="205" idx="4"/>
            <a:endCxn id="200" idx="2"/>
          </p:cNvCxnSpPr>
          <p:nvPr/>
        </p:nvCxnSpPr>
        <p:spPr>
          <a:xfrm flipV="1">
            <a:off x="3885112" y="2856343"/>
            <a:ext cx="594785" cy="34957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2F81351B-F036-4EE3-A7C2-055A9CE0E201}"/>
              </a:ext>
            </a:extLst>
          </p:cNvPr>
          <p:cNvCxnSpPr>
            <a:cxnSpLocks/>
            <a:stCxn id="200" idx="4"/>
            <a:endCxn id="201" idx="2"/>
          </p:cNvCxnSpPr>
          <p:nvPr/>
        </p:nvCxnSpPr>
        <p:spPr>
          <a:xfrm flipV="1">
            <a:off x="4578532" y="2041003"/>
            <a:ext cx="587590" cy="73057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D004424-B209-42E0-BE5B-2D04C839942A}"/>
              </a:ext>
            </a:extLst>
          </p:cNvPr>
          <p:cNvCxnSpPr>
            <a:cxnSpLocks/>
            <a:stCxn id="201" idx="4"/>
            <a:endCxn id="66" idx="2"/>
          </p:cNvCxnSpPr>
          <p:nvPr/>
        </p:nvCxnSpPr>
        <p:spPr>
          <a:xfrm flipV="1">
            <a:off x="5264757" y="1336153"/>
            <a:ext cx="1546435" cy="620080"/>
          </a:xfrm>
          <a:prstGeom prst="straightConnector1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A2027763-AD35-4D2D-BCD9-570BD9A0A070}"/>
              </a:ext>
            </a:extLst>
          </p:cNvPr>
          <p:cNvCxnSpPr>
            <a:cxnSpLocks/>
            <a:stCxn id="32" idx="3"/>
            <a:endCxn id="202" idx="2"/>
          </p:cNvCxnSpPr>
          <p:nvPr/>
        </p:nvCxnSpPr>
        <p:spPr>
          <a:xfrm flipV="1">
            <a:off x="2553473" y="1443585"/>
            <a:ext cx="679469" cy="851554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立方体 14">
            <a:extLst>
              <a:ext uri="{FF2B5EF4-FFF2-40B4-BE49-F238E27FC236}">
                <a16:creationId xmlns:a16="http://schemas.microsoft.com/office/drawing/2014/main" id="{1DE6D27C-B218-4F92-8441-D198F3E52105}"/>
              </a:ext>
            </a:extLst>
          </p:cNvPr>
          <p:cNvSpPr/>
          <p:nvPr/>
        </p:nvSpPr>
        <p:spPr>
          <a:xfrm>
            <a:off x="4980385" y="5068943"/>
            <a:ext cx="504174" cy="594917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441C0AFD-DACC-4CFC-9F7F-E4D3CF05F9E0}"/>
              </a:ext>
            </a:extLst>
          </p:cNvPr>
          <p:cNvSpPr/>
          <p:nvPr/>
        </p:nvSpPr>
        <p:spPr>
          <a:xfrm>
            <a:off x="5059304" y="4104473"/>
            <a:ext cx="348226" cy="551873"/>
          </a:xfrm>
          <a:prstGeom prst="cube">
            <a:avLst>
              <a:gd name="adj" fmla="val 2358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星形: 五角 292">
            <a:extLst>
              <a:ext uri="{FF2B5EF4-FFF2-40B4-BE49-F238E27FC236}">
                <a16:creationId xmlns:a16="http://schemas.microsoft.com/office/drawing/2014/main" id="{2F924BF3-71BC-461D-9363-9962AD59BC5B}"/>
              </a:ext>
            </a:extLst>
          </p:cNvPr>
          <p:cNvSpPr/>
          <p:nvPr/>
        </p:nvSpPr>
        <p:spPr>
          <a:xfrm rot="622673">
            <a:off x="4265798" y="1485577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5" name="直接箭头连接符 294">
            <a:extLst>
              <a:ext uri="{FF2B5EF4-FFF2-40B4-BE49-F238E27FC236}">
                <a16:creationId xmlns:a16="http://schemas.microsoft.com/office/drawing/2014/main" id="{F1144609-6941-4E57-AA4F-C6027FE50178}"/>
              </a:ext>
            </a:extLst>
          </p:cNvPr>
          <p:cNvCxnSpPr>
            <a:cxnSpLocks/>
            <a:stCxn id="202" idx="4"/>
            <a:endCxn id="293" idx="1"/>
          </p:cNvCxnSpPr>
          <p:nvPr/>
        </p:nvCxnSpPr>
        <p:spPr>
          <a:xfrm>
            <a:off x="3358795" y="1476385"/>
            <a:ext cx="910917" cy="50866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B29B0F7F-4408-490B-8916-B6F220B2F1AA}"/>
              </a:ext>
            </a:extLst>
          </p:cNvPr>
          <p:cNvCxnSpPr>
            <a:cxnSpLocks/>
            <a:stCxn id="293" idx="4"/>
            <a:endCxn id="301" idx="1"/>
          </p:cNvCxnSpPr>
          <p:nvPr/>
        </p:nvCxnSpPr>
        <p:spPr>
          <a:xfrm>
            <a:off x="4389637" y="1549213"/>
            <a:ext cx="748879" cy="11181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星形: 五角 300">
            <a:extLst>
              <a:ext uri="{FF2B5EF4-FFF2-40B4-BE49-F238E27FC236}">
                <a16:creationId xmlns:a16="http://schemas.microsoft.com/office/drawing/2014/main" id="{AEEFE21B-B96E-4672-8AF9-2E1829B8CD73}"/>
              </a:ext>
            </a:extLst>
          </p:cNvPr>
          <p:cNvSpPr/>
          <p:nvPr/>
        </p:nvSpPr>
        <p:spPr>
          <a:xfrm rot="804682">
            <a:off x="5133098" y="1622336"/>
            <a:ext cx="121920" cy="137160"/>
          </a:xfrm>
          <a:prstGeom prst="star5">
            <a:avLst/>
          </a:prstGeom>
          <a:solidFill>
            <a:srgbClr val="FF8989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A3979C0C-CFF8-4539-9932-17A0CA678BFC}"/>
              </a:ext>
            </a:extLst>
          </p:cNvPr>
          <p:cNvCxnSpPr>
            <a:cxnSpLocks/>
            <a:stCxn id="301" idx="4"/>
            <a:endCxn id="66" idx="2"/>
          </p:cNvCxnSpPr>
          <p:nvPr/>
        </p:nvCxnSpPr>
        <p:spPr>
          <a:xfrm flipV="1">
            <a:off x="5257111" y="1336153"/>
            <a:ext cx="1554081" cy="353154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立方体 13">
            <a:extLst>
              <a:ext uri="{FF2B5EF4-FFF2-40B4-BE49-F238E27FC236}">
                <a16:creationId xmlns:a16="http://schemas.microsoft.com/office/drawing/2014/main" id="{D174CF47-C5A7-4617-8FEB-BF02BA0F0BCA}"/>
              </a:ext>
            </a:extLst>
          </p:cNvPr>
          <p:cNvSpPr/>
          <p:nvPr/>
        </p:nvSpPr>
        <p:spPr>
          <a:xfrm>
            <a:off x="3629348" y="3680847"/>
            <a:ext cx="434373" cy="732215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5F3CAD4-4938-47B3-8891-30DA483E8790}"/>
              </a:ext>
            </a:extLst>
          </p:cNvPr>
          <p:cNvSpPr/>
          <p:nvPr/>
        </p:nvSpPr>
        <p:spPr>
          <a:xfrm>
            <a:off x="3019426" y="3914775"/>
            <a:ext cx="3562350" cy="1552575"/>
          </a:xfrm>
          <a:custGeom>
            <a:avLst/>
            <a:gdLst>
              <a:gd name="connsiteX0" fmla="*/ 0 w 3552825"/>
              <a:gd name="connsiteY0" fmla="*/ 1485900 h 1563817"/>
              <a:gd name="connsiteX1" fmla="*/ 466725 w 3552825"/>
              <a:gd name="connsiteY1" fmla="*/ 1047750 h 1563817"/>
              <a:gd name="connsiteX2" fmla="*/ 923925 w 3552825"/>
              <a:gd name="connsiteY2" fmla="*/ 1543050 h 1563817"/>
              <a:gd name="connsiteX3" fmla="*/ 1781175 w 3552825"/>
              <a:gd name="connsiteY3" fmla="*/ 1371600 h 1563817"/>
              <a:gd name="connsiteX4" fmla="*/ 2752725 w 3552825"/>
              <a:gd name="connsiteY4" fmla="*/ 485775 h 1563817"/>
              <a:gd name="connsiteX5" fmla="*/ 2952750 w 3552825"/>
              <a:gd name="connsiteY5" fmla="*/ 238125 h 1563817"/>
              <a:gd name="connsiteX6" fmla="*/ 3552825 w 3552825"/>
              <a:gd name="connsiteY6" fmla="*/ 0 h 156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52825" h="1563817">
                <a:moveTo>
                  <a:pt x="0" y="1485900"/>
                </a:moveTo>
                <a:cubicBezTo>
                  <a:pt x="156369" y="1262062"/>
                  <a:pt x="312738" y="1038225"/>
                  <a:pt x="466725" y="1047750"/>
                </a:cubicBezTo>
                <a:cubicBezTo>
                  <a:pt x="620712" y="1057275"/>
                  <a:pt x="704850" y="1489075"/>
                  <a:pt x="923925" y="1543050"/>
                </a:cubicBezTo>
                <a:cubicBezTo>
                  <a:pt x="1143000" y="1597025"/>
                  <a:pt x="1476375" y="1547813"/>
                  <a:pt x="1781175" y="1371600"/>
                </a:cubicBezTo>
                <a:cubicBezTo>
                  <a:pt x="2085975" y="1195387"/>
                  <a:pt x="2557463" y="674687"/>
                  <a:pt x="2752725" y="485775"/>
                </a:cubicBezTo>
                <a:cubicBezTo>
                  <a:pt x="2947987" y="296863"/>
                  <a:pt x="2819400" y="319087"/>
                  <a:pt x="2952750" y="238125"/>
                </a:cubicBezTo>
                <a:cubicBezTo>
                  <a:pt x="3086100" y="157163"/>
                  <a:pt x="3402012" y="23813"/>
                  <a:pt x="3552825" y="0"/>
                </a:cubicBezTo>
              </a:path>
            </a:pathLst>
          </a:cu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8BE8205B-EC8C-42A1-B9F7-1C8B32AFC8F1}"/>
              </a:ext>
            </a:extLst>
          </p:cNvPr>
          <p:cNvGrpSpPr/>
          <p:nvPr/>
        </p:nvGrpSpPr>
        <p:grpSpPr>
          <a:xfrm>
            <a:off x="7629525" y="2362324"/>
            <a:ext cx="3454460" cy="3508251"/>
            <a:chOff x="9448800" y="1371724"/>
            <a:chExt cx="3454460" cy="3508251"/>
          </a:xfrm>
        </p:grpSpPr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E489FA43-54A7-4003-B670-8F8700750360}"/>
                </a:ext>
              </a:extLst>
            </p:cNvPr>
            <p:cNvGrpSpPr/>
            <p:nvPr/>
          </p:nvGrpSpPr>
          <p:grpSpPr>
            <a:xfrm>
              <a:off x="9448800" y="3003550"/>
              <a:ext cx="2743200" cy="1876425"/>
              <a:chOff x="7479847" y="4095750"/>
              <a:chExt cx="2743200" cy="1876425"/>
            </a:xfrm>
          </p:grpSpPr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7C29775C-8668-4B69-8701-359FCD6E7A25}"/>
                  </a:ext>
                </a:extLst>
              </p:cNvPr>
              <p:cNvSpPr/>
              <p:nvPr/>
            </p:nvSpPr>
            <p:spPr>
              <a:xfrm>
                <a:off x="7479847" y="4095750"/>
                <a:ext cx="2743200" cy="1876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0A43FBEE-A6BC-46CA-89C9-16C16BF165FA}"/>
                  </a:ext>
                </a:extLst>
              </p:cNvPr>
              <p:cNvSpPr/>
              <p:nvPr/>
            </p:nvSpPr>
            <p:spPr>
              <a:xfrm>
                <a:off x="9126220" y="5034280"/>
                <a:ext cx="679450" cy="71374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55" name="图片 254">
                <a:extLst>
                  <a:ext uri="{FF2B5EF4-FFF2-40B4-BE49-F238E27FC236}">
                    <a16:creationId xmlns:a16="http://schemas.microsoft.com/office/drawing/2014/main" id="{5FFB177B-A978-4197-9CDF-6CAA636F9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9347" y="54079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6" name="图片 255">
                <a:extLst>
                  <a:ext uri="{FF2B5EF4-FFF2-40B4-BE49-F238E27FC236}">
                    <a16:creationId xmlns:a16="http://schemas.microsoft.com/office/drawing/2014/main" id="{B09CC7D1-6A3A-4B8F-8716-AF83BB859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4907" y="468022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0F8DF7CC-9728-4160-81E7-C7A5DED689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5797" y="5277122"/>
                <a:ext cx="304800" cy="304800"/>
              </a:xfrm>
              <a:prstGeom prst="rect">
                <a:avLst/>
              </a:prstGeom>
            </p:spPr>
          </p:pic>
          <p:cxnSp>
            <p:nvCxnSpPr>
              <p:cNvPr id="340" name="直接箭头连接符 339">
                <a:extLst>
                  <a:ext uri="{FF2B5EF4-FFF2-40B4-BE49-F238E27FC236}">
                    <a16:creationId xmlns:a16="http://schemas.microsoft.com/office/drawing/2014/main" id="{F1D79A38-B6FB-4F3E-9D64-F5B00EA524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58200" y="5626100"/>
                <a:ext cx="120650" cy="317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箭头连接符 345">
                <a:extLst>
                  <a:ext uri="{FF2B5EF4-FFF2-40B4-BE49-F238E27FC236}">
                    <a16:creationId xmlns:a16="http://schemas.microsoft.com/office/drawing/2014/main" id="{6779E111-33A3-4A78-90B0-E349DCBAC4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39100" y="5016500"/>
                <a:ext cx="453047" cy="29872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箭头连接符 350">
                <a:extLst>
                  <a:ext uri="{FF2B5EF4-FFF2-40B4-BE49-F238E27FC236}">
                    <a16:creationId xmlns:a16="http://schemas.microsoft.com/office/drawing/2014/main" id="{E8036BD6-793F-4FCF-A529-82E2216D55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64500" y="5473700"/>
                <a:ext cx="36195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箭头连接符 353">
                <a:extLst>
                  <a:ext uri="{FF2B5EF4-FFF2-40B4-BE49-F238E27FC236}">
                    <a16:creationId xmlns:a16="http://schemas.microsoft.com/office/drawing/2014/main" id="{DECE1014-0D86-4D8A-A88E-93EECD70DC7A}"/>
                  </a:ext>
                </a:extLst>
              </p:cNvPr>
              <p:cNvCxnSpPr>
                <a:cxnSpLocks/>
                <a:endCxn id="380" idx="1"/>
              </p:cNvCxnSpPr>
              <p:nvPr/>
            </p:nvCxnSpPr>
            <p:spPr>
              <a:xfrm>
                <a:off x="8744291" y="5588000"/>
                <a:ext cx="309562" cy="270431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1" name="弧形 260">
              <a:extLst>
                <a:ext uri="{FF2B5EF4-FFF2-40B4-BE49-F238E27FC236}">
                  <a16:creationId xmlns:a16="http://schemas.microsoft.com/office/drawing/2014/main" id="{793B48DF-5C41-4017-9935-F63732594954}"/>
                </a:ext>
              </a:extLst>
            </p:cNvPr>
            <p:cNvSpPr/>
            <p:nvPr/>
          </p:nvSpPr>
          <p:spPr>
            <a:xfrm rot="10598637">
              <a:off x="9962226" y="1371724"/>
              <a:ext cx="2941034" cy="2863850"/>
            </a:xfrm>
            <a:prstGeom prst="arc">
              <a:avLst>
                <a:gd name="adj1" fmla="val 14444823"/>
                <a:gd name="adj2" fmla="val 21386217"/>
              </a:avLst>
            </a:prstGeom>
            <a:ln w="12700">
              <a:solidFill>
                <a:srgbClr val="C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76" name="文本框 375">
            <a:extLst>
              <a:ext uri="{FF2B5EF4-FFF2-40B4-BE49-F238E27FC236}">
                <a16:creationId xmlns:a16="http://schemas.microsoft.com/office/drawing/2014/main" id="{A3403F58-6E64-4FD2-A4A9-32BC9E7AF636}"/>
              </a:ext>
            </a:extLst>
          </p:cNvPr>
          <p:cNvSpPr txBox="1"/>
          <p:nvPr/>
        </p:nvSpPr>
        <p:spPr>
          <a:xfrm>
            <a:off x="8084329" y="1041939"/>
            <a:ext cx="167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RRT*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5801434B-F3E6-4468-90AC-BD599ED1D097}"/>
              </a:ext>
            </a:extLst>
          </p:cNvPr>
          <p:cNvSpPr txBox="1"/>
          <p:nvPr/>
        </p:nvSpPr>
        <p:spPr>
          <a:xfrm>
            <a:off x="8074615" y="3622407"/>
            <a:ext cx="1694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MST-APF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单步规划</a:t>
            </a:r>
          </a:p>
        </p:txBody>
      </p:sp>
      <p:sp>
        <p:nvSpPr>
          <p:cNvPr id="378" name="文本框 377">
            <a:extLst>
              <a:ext uri="{FF2B5EF4-FFF2-40B4-BE49-F238E27FC236}">
                <a16:creationId xmlns:a16="http://schemas.microsoft.com/office/drawing/2014/main" id="{FD5E873D-6980-415A-B1A5-E9E72B13DA99}"/>
              </a:ext>
            </a:extLst>
          </p:cNvPr>
          <p:cNvSpPr txBox="1"/>
          <p:nvPr/>
        </p:nvSpPr>
        <p:spPr>
          <a:xfrm>
            <a:off x="8134350" y="545465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斥力</a:t>
            </a: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056480FF-5F9E-4FC8-A3DF-E6833A2A9D55}"/>
              </a:ext>
            </a:extLst>
          </p:cNvPr>
          <p:cNvSpPr txBox="1"/>
          <p:nvPr/>
        </p:nvSpPr>
        <p:spPr>
          <a:xfrm>
            <a:off x="7623174" y="5140166"/>
            <a:ext cx="11850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通信保持力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FCF2DB83-59D5-49D1-A6E4-5114FF667CBA}"/>
              </a:ext>
            </a:extLst>
          </p:cNvPr>
          <p:cNvSpPr txBox="1"/>
          <p:nvPr/>
        </p:nvSpPr>
        <p:spPr>
          <a:xfrm>
            <a:off x="9203531" y="5633720"/>
            <a:ext cx="876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目标吸引力</a:t>
            </a:r>
          </a:p>
        </p:txBody>
      </p:sp>
      <p:sp>
        <p:nvSpPr>
          <p:cNvPr id="381" name="箭头: 右 380">
            <a:extLst>
              <a:ext uri="{FF2B5EF4-FFF2-40B4-BE49-F238E27FC236}">
                <a16:creationId xmlns:a16="http://schemas.microsoft.com/office/drawing/2014/main" id="{C063F77C-602A-4DF3-8F0C-4CDE4AB8EDEB}"/>
              </a:ext>
            </a:extLst>
          </p:cNvPr>
          <p:cNvSpPr/>
          <p:nvPr/>
        </p:nvSpPr>
        <p:spPr>
          <a:xfrm>
            <a:off x="6410325" y="2419350"/>
            <a:ext cx="1016000" cy="247650"/>
          </a:xfrm>
          <a:prstGeom prst="rightArrow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2" name="箭头: 右 381">
            <a:extLst>
              <a:ext uri="{FF2B5EF4-FFF2-40B4-BE49-F238E27FC236}">
                <a16:creationId xmlns:a16="http://schemas.microsoft.com/office/drawing/2014/main" id="{53A8F984-2D0E-4641-8AE7-D51E8D530124}"/>
              </a:ext>
            </a:extLst>
          </p:cNvPr>
          <p:cNvSpPr/>
          <p:nvPr/>
        </p:nvSpPr>
        <p:spPr>
          <a:xfrm>
            <a:off x="2281238" y="6353175"/>
            <a:ext cx="1066800" cy="260350"/>
          </a:xfrm>
          <a:prstGeom prst="rightArrow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C7D5158F-8B4B-4E6F-BF7F-9A8050608612}"/>
                  </a:ext>
                </a:extLst>
              </p:cNvPr>
              <p:cNvSpPr txBox="1"/>
              <p:nvPr/>
            </p:nvSpPr>
            <p:spPr>
              <a:xfrm>
                <a:off x="2450411" y="4481852"/>
                <a:ext cx="3772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C7D5158F-8B4B-4E6F-BF7F-9A8050608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411" y="4481852"/>
                <a:ext cx="37721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8B07B554-F68B-4A63-B91D-93002754DF32}"/>
                  </a:ext>
                </a:extLst>
              </p:cNvPr>
              <p:cNvSpPr txBox="1"/>
              <p:nvPr/>
            </p:nvSpPr>
            <p:spPr>
              <a:xfrm>
                <a:off x="8823960" y="5105400"/>
                <a:ext cx="396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8B07B554-F68B-4A63-B91D-93002754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960" y="5105400"/>
                <a:ext cx="3962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30293422-4249-48F6-A6AE-01113B5CA4AA}"/>
                  </a:ext>
                </a:extLst>
              </p:cNvPr>
              <p:cNvSpPr txBox="1"/>
              <p:nvPr/>
            </p:nvSpPr>
            <p:spPr>
              <a:xfrm>
                <a:off x="7627620" y="5471160"/>
                <a:ext cx="396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30293422-4249-48F6-A6AE-01113B5C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620" y="5471160"/>
                <a:ext cx="3962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430E97DA-6FFD-4B43-91E4-6223D3622466}"/>
                  </a:ext>
                </a:extLst>
              </p:cNvPr>
              <p:cNvSpPr txBox="1"/>
              <p:nvPr/>
            </p:nvSpPr>
            <p:spPr>
              <a:xfrm>
                <a:off x="1598004" y="4846062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430E97DA-6FFD-4B43-91E4-6223D3622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004" y="4846062"/>
                <a:ext cx="38081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2901A9A3-532B-4752-B0F3-D044F7C8183A}"/>
                  </a:ext>
                </a:extLst>
              </p:cNvPr>
              <p:cNvSpPr txBox="1"/>
              <p:nvPr/>
            </p:nvSpPr>
            <p:spPr>
              <a:xfrm>
                <a:off x="1783984" y="5566733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2901A9A3-532B-4752-B0F3-D044F7C81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984" y="5566733"/>
                <a:ext cx="38081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F71BDB2-B8A5-4BC8-A618-AFE80385B607}"/>
                  </a:ext>
                </a:extLst>
              </p:cNvPr>
              <p:cNvSpPr txBox="1"/>
              <p:nvPr/>
            </p:nvSpPr>
            <p:spPr>
              <a:xfrm>
                <a:off x="2558900" y="5434998"/>
                <a:ext cx="380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F71BDB2-B8A5-4BC8-A618-AFE80385B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900" y="5434998"/>
                <a:ext cx="38081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73C457AE-33E6-4AAE-A521-6698B5BFE8CF}"/>
              </a:ext>
            </a:extLst>
          </p:cNvPr>
          <p:cNvGrpSpPr/>
          <p:nvPr/>
        </p:nvGrpSpPr>
        <p:grpSpPr>
          <a:xfrm>
            <a:off x="7596752" y="1373267"/>
            <a:ext cx="3036323" cy="1906905"/>
            <a:chOff x="7596752" y="1373267"/>
            <a:chExt cx="3036323" cy="1906905"/>
          </a:xfrm>
        </p:grpSpPr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9219708F-9480-49AA-B5D0-09CF00B3F248}"/>
                </a:ext>
              </a:extLst>
            </p:cNvPr>
            <p:cNvGrpSpPr/>
            <p:nvPr/>
          </p:nvGrpSpPr>
          <p:grpSpPr>
            <a:xfrm>
              <a:off x="7632297" y="1373267"/>
              <a:ext cx="2740907" cy="1876425"/>
              <a:chOff x="7568954" y="938346"/>
              <a:chExt cx="2740907" cy="1876425"/>
            </a:xfrm>
          </p:grpSpPr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1570D84B-9625-4732-8786-647DDE8BD934}"/>
                  </a:ext>
                </a:extLst>
              </p:cNvPr>
              <p:cNvSpPr/>
              <p:nvPr/>
            </p:nvSpPr>
            <p:spPr>
              <a:xfrm>
                <a:off x="7568954" y="938346"/>
                <a:ext cx="2733675" cy="1876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76" name="组合 275">
                <a:extLst>
                  <a:ext uri="{FF2B5EF4-FFF2-40B4-BE49-F238E27FC236}">
                    <a16:creationId xmlns:a16="http://schemas.microsoft.com/office/drawing/2014/main" id="{CA0D9FB8-8755-4881-B4FA-76626E3B7DE0}"/>
                  </a:ext>
                </a:extLst>
              </p:cNvPr>
              <p:cNvGrpSpPr/>
              <p:nvPr/>
            </p:nvGrpSpPr>
            <p:grpSpPr>
              <a:xfrm>
                <a:off x="8144142" y="1803163"/>
                <a:ext cx="2102265" cy="982768"/>
                <a:chOff x="8083419" y="1025603"/>
                <a:chExt cx="2231549" cy="1871560"/>
              </a:xfrm>
            </p:grpSpPr>
            <p:sp>
              <p:nvSpPr>
                <p:cNvPr id="270" name="星形: 五角 269">
                  <a:extLst>
                    <a:ext uri="{FF2B5EF4-FFF2-40B4-BE49-F238E27FC236}">
                      <a16:creationId xmlns:a16="http://schemas.microsoft.com/office/drawing/2014/main" id="{A2C05A02-1B99-4041-BC09-DFEF514C246E}"/>
                    </a:ext>
                  </a:extLst>
                </p:cNvPr>
                <p:cNvSpPr/>
                <p:nvPr/>
              </p:nvSpPr>
              <p:spPr>
                <a:xfrm>
                  <a:off x="8836688" y="211907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1" name="星形: 五角 270">
                  <a:extLst>
                    <a:ext uri="{FF2B5EF4-FFF2-40B4-BE49-F238E27FC236}">
                      <a16:creationId xmlns:a16="http://schemas.microsoft.com/office/drawing/2014/main" id="{F8B31ADD-769F-4CDF-AE7B-5FE43625F196}"/>
                    </a:ext>
                  </a:extLst>
                </p:cNvPr>
                <p:cNvSpPr/>
                <p:nvPr/>
              </p:nvSpPr>
              <p:spPr>
                <a:xfrm>
                  <a:off x="9339608" y="147899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72" name="直接箭头连接符 271">
                  <a:extLst>
                    <a:ext uri="{FF2B5EF4-FFF2-40B4-BE49-F238E27FC236}">
                      <a16:creationId xmlns:a16="http://schemas.microsoft.com/office/drawing/2014/main" id="{277DBE80-7CC8-400B-AD97-5DCDCF4312D2}"/>
                    </a:ext>
                  </a:extLst>
                </p:cNvPr>
                <p:cNvCxnSpPr>
                  <a:cxnSpLocks/>
                  <a:endCxn id="270" idx="2"/>
                </p:cNvCxnSpPr>
                <p:nvPr/>
              </p:nvCxnSpPr>
              <p:spPr>
                <a:xfrm flipV="1">
                  <a:off x="8083419" y="2256233"/>
                  <a:ext cx="779464" cy="64093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D027814B-F51D-4886-BF46-3590397780F8}"/>
                    </a:ext>
                  </a:extLst>
                </p:cNvPr>
                <p:cNvCxnSpPr>
                  <a:cxnSpLocks/>
                  <a:stCxn id="270" idx="4"/>
                  <a:endCxn id="271" idx="2"/>
                </p:cNvCxnSpPr>
                <p:nvPr/>
              </p:nvCxnSpPr>
              <p:spPr>
                <a:xfrm flipV="1">
                  <a:off x="8973848" y="1616153"/>
                  <a:ext cx="391955" cy="55531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箭头连接符 273">
                  <a:extLst>
                    <a:ext uri="{FF2B5EF4-FFF2-40B4-BE49-F238E27FC236}">
                      <a16:creationId xmlns:a16="http://schemas.microsoft.com/office/drawing/2014/main" id="{6A0103E8-26DF-4BFC-B7A4-0FEA7A4822BA}"/>
                    </a:ext>
                  </a:extLst>
                </p:cNvPr>
                <p:cNvCxnSpPr>
                  <a:cxnSpLocks/>
                  <a:stCxn id="271" idx="4"/>
                </p:cNvCxnSpPr>
                <p:nvPr/>
              </p:nvCxnSpPr>
              <p:spPr>
                <a:xfrm flipV="1">
                  <a:off x="9476768" y="1025603"/>
                  <a:ext cx="838200" cy="50578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9569FAEA-137D-40D1-8042-F102653BD545}"/>
                  </a:ext>
                </a:extLst>
              </p:cNvPr>
              <p:cNvGrpSpPr/>
              <p:nvPr/>
            </p:nvGrpSpPr>
            <p:grpSpPr>
              <a:xfrm>
                <a:off x="7853585" y="1563880"/>
                <a:ext cx="2418459" cy="1196411"/>
                <a:chOff x="8015175" y="999965"/>
                <a:chExt cx="2103240" cy="1990278"/>
              </a:xfrm>
            </p:grpSpPr>
            <p:sp>
              <p:nvSpPr>
                <p:cNvPr id="278" name="星形: 五角 277">
                  <a:extLst>
                    <a:ext uri="{FF2B5EF4-FFF2-40B4-BE49-F238E27FC236}">
                      <a16:creationId xmlns:a16="http://schemas.microsoft.com/office/drawing/2014/main" id="{568A8326-66A6-4473-8C61-B6DAE84F2B70}"/>
                    </a:ext>
                  </a:extLst>
                </p:cNvPr>
                <p:cNvSpPr/>
                <p:nvPr/>
              </p:nvSpPr>
              <p:spPr>
                <a:xfrm rot="3880281">
                  <a:off x="8243895" y="207819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9" name="星形: 五角 278">
                  <a:extLst>
                    <a:ext uri="{FF2B5EF4-FFF2-40B4-BE49-F238E27FC236}">
                      <a16:creationId xmlns:a16="http://schemas.microsoft.com/office/drawing/2014/main" id="{235F1874-A285-4554-A2D7-7A18E518F57F}"/>
                    </a:ext>
                  </a:extLst>
                </p:cNvPr>
                <p:cNvSpPr/>
                <p:nvPr/>
              </p:nvSpPr>
              <p:spPr>
                <a:xfrm>
                  <a:off x="8891595" y="142287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0" name="直接箭头连接符 279">
                  <a:extLst>
                    <a:ext uri="{FF2B5EF4-FFF2-40B4-BE49-F238E27FC236}">
                      <a16:creationId xmlns:a16="http://schemas.microsoft.com/office/drawing/2014/main" id="{D8382CC4-8F69-4FE8-993B-9378B6E35060}"/>
                    </a:ext>
                  </a:extLst>
                </p:cNvPr>
                <p:cNvCxnSpPr>
                  <a:cxnSpLocks/>
                  <a:endCxn id="278" idx="3"/>
                </p:cNvCxnSpPr>
                <p:nvPr/>
              </p:nvCxnSpPr>
              <p:spPr>
                <a:xfrm flipV="1">
                  <a:off x="8015175" y="2214425"/>
                  <a:ext cx="253445" cy="775818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接箭头连接符 280">
                  <a:extLst>
                    <a:ext uri="{FF2B5EF4-FFF2-40B4-BE49-F238E27FC236}">
                      <a16:creationId xmlns:a16="http://schemas.microsoft.com/office/drawing/2014/main" id="{4B23D85A-E53A-4D00-8ECD-D7BE37C6F90C}"/>
                    </a:ext>
                  </a:extLst>
                </p:cNvPr>
                <p:cNvCxnSpPr>
                  <a:cxnSpLocks/>
                  <a:stCxn id="278" idx="0"/>
                  <a:endCxn id="279" idx="2"/>
                </p:cNvCxnSpPr>
                <p:nvPr/>
              </p:nvCxnSpPr>
              <p:spPr>
                <a:xfrm flipV="1">
                  <a:off x="8374462" y="1560035"/>
                  <a:ext cx="543328" cy="557401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箭头连接符 281">
                  <a:extLst>
                    <a:ext uri="{FF2B5EF4-FFF2-40B4-BE49-F238E27FC236}">
                      <a16:creationId xmlns:a16="http://schemas.microsoft.com/office/drawing/2014/main" id="{8F7A623C-01A8-4287-B888-9D688C1E09E0}"/>
                    </a:ext>
                  </a:extLst>
                </p:cNvPr>
                <p:cNvCxnSpPr>
                  <a:cxnSpLocks/>
                  <a:stCxn id="279" idx="4"/>
                </p:cNvCxnSpPr>
                <p:nvPr/>
              </p:nvCxnSpPr>
              <p:spPr>
                <a:xfrm flipV="1">
                  <a:off x="9028755" y="999965"/>
                  <a:ext cx="1089660" cy="47530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525C2F5D-4015-4B4E-AE35-66EAFC20FD11}"/>
                  </a:ext>
                </a:extLst>
              </p:cNvPr>
              <p:cNvGrpSpPr/>
              <p:nvPr/>
            </p:nvGrpSpPr>
            <p:grpSpPr>
              <a:xfrm>
                <a:off x="7622849" y="957129"/>
                <a:ext cx="1820254" cy="897308"/>
                <a:chOff x="7585441" y="239389"/>
                <a:chExt cx="2926080" cy="1869760"/>
              </a:xfrm>
              <a:solidFill>
                <a:srgbClr val="C00000"/>
              </a:solidFill>
            </p:grpSpPr>
            <p:sp>
              <p:nvSpPr>
                <p:cNvPr id="284" name="星形: 五角 283">
                  <a:extLst>
                    <a:ext uri="{FF2B5EF4-FFF2-40B4-BE49-F238E27FC236}">
                      <a16:creationId xmlns:a16="http://schemas.microsoft.com/office/drawing/2014/main" id="{66610AD1-D1BB-473F-8CF3-412BA16624AF}"/>
                    </a:ext>
                  </a:extLst>
                </p:cNvPr>
                <p:cNvSpPr/>
                <p:nvPr/>
              </p:nvSpPr>
              <p:spPr>
                <a:xfrm>
                  <a:off x="8156941" y="1622419"/>
                  <a:ext cx="121920" cy="137160"/>
                </a:xfrm>
                <a:prstGeom prst="star5">
                  <a:avLst/>
                </a:prstGeom>
                <a:grp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5" name="星形: 五角 284">
                  <a:extLst>
                    <a:ext uri="{FF2B5EF4-FFF2-40B4-BE49-F238E27FC236}">
                      <a16:creationId xmlns:a16="http://schemas.microsoft.com/office/drawing/2014/main" id="{2E64AF57-64BE-4AAA-84A9-5C6E2771C306}"/>
                    </a:ext>
                  </a:extLst>
                </p:cNvPr>
                <p:cNvSpPr/>
                <p:nvPr/>
              </p:nvSpPr>
              <p:spPr>
                <a:xfrm>
                  <a:off x="8843166" y="807079"/>
                  <a:ext cx="121920" cy="137160"/>
                </a:xfrm>
                <a:prstGeom prst="star5">
                  <a:avLst/>
                </a:prstGeom>
                <a:grp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6" name="直接箭头连接符 285">
                  <a:extLst>
                    <a:ext uri="{FF2B5EF4-FFF2-40B4-BE49-F238E27FC236}">
                      <a16:creationId xmlns:a16="http://schemas.microsoft.com/office/drawing/2014/main" id="{6F1D04D0-1A34-4599-AFA9-ED1566EDAC2B}"/>
                    </a:ext>
                  </a:extLst>
                </p:cNvPr>
                <p:cNvCxnSpPr>
                  <a:cxnSpLocks/>
                  <a:endCxn id="284" idx="2"/>
                </p:cNvCxnSpPr>
                <p:nvPr/>
              </p:nvCxnSpPr>
              <p:spPr>
                <a:xfrm flipV="1">
                  <a:off x="7585441" y="1759579"/>
                  <a:ext cx="594785" cy="34957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箭头连接符 286">
                  <a:extLst>
                    <a:ext uri="{FF2B5EF4-FFF2-40B4-BE49-F238E27FC236}">
                      <a16:creationId xmlns:a16="http://schemas.microsoft.com/office/drawing/2014/main" id="{CD4A0432-67BA-4336-B920-5B86CBC7D0F1}"/>
                    </a:ext>
                  </a:extLst>
                </p:cNvPr>
                <p:cNvCxnSpPr>
                  <a:cxnSpLocks/>
                  <a:stCxn id="284" idx="4"/>
                  <a:endCxn id="285" idx="2"/>
                </p:cNvCxnSpPr>
                <p:nvPr/>
              </p:nvCxnSpPr>
              <p:spPr>
                <a:xfrm flipV="1">
                  <a:off x="8278861" y="944239"/>
                  <a:ext cx="587590" cy="73057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箭头连接符 287">
                  <a:extLst>
                    <a:ext uri="{FF2B5EF4-FFF2-40B4-BE49-F238E27FC236}">
                      <a16:creationId xmlns:a16="http://schemas.microsoft.com/office/drawing/2014/main" id="{2DF45D92-3E9E-46D3-B529-494491DF97E7}"/>
                    </a:ext>
                  </a:extLst>
                </p:cNvPr>
                <p:cNvCxnSpPr>
                  <a:cxnSpLocks/>
                  <a:stCxn id="285" idx="4"/>
                </p:cNvCxnSpPr>
                <p:nvPr/>
              </p:nvCxnSpPr>
              <p:spPr>
                <a:xfrm flipV="1">
                  <a:off x="8965086" y="239389"/>
                  <a:ext cx="1546435" cy="620080"/>
                </a:xfrm>
                <a:prstGeom prst="straightConnector1">
                  <a:avLst/>
                </a:prstGeom>
                <a:grpFill/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8" name="组合 357">
                <a:extLst>
                  <a:ext uri="{FF2B5EF4-FFF2-40B4-BE49-F238E27FC236}">
                    <a16:creationId xmlns:a16="http://schemas.microsoft.com/office/drawing/2014/main" id="{D8031C76-EB47-4275-8B9C-0713B41C0093}"/>
                  </a:ext>
                </a:extLst>
              </p:cNvPr>
              <p:cNvGrpSpPr/>
              <p:nvPr/>
            </p:nvGrpSpPr>
            <p:grpSpPr>
              <a:xfrm>
                <a:off x="8595361" y="2042160"/>
                <a:ext cx="1714500" cy="754380"/>
                <a:chOff x="8083419" y="1025603"/>
                <a:chExt cx="2231549" cy="1871560"/>
              </a:xfrm>
            </p:grpSpPr>
            <p:sp>
              <p:nvSpPr>
                <p:cNvPr id="359" name="星形: 五角 358">
                  <a:extLst>
                    <a:ext uri="{FF2B5EF4-FFF2-40B4-BE49-F238E27FC236}">
                      <a16:creationId xmlns:a16="http://schemas.microsoft.com/office/drawing/2014/main" id="{6833CBB3-0441-4C22-9D39-55C345889A2F}"/>
                    </a:ext>
                  </a:extLst>
                </p:cNvPr>
                <p:cNvSpPr/>
                <p:nvPr/>
              </p:nvSpPr>
              <p:spPr>
                <a:xfrm>
                  <a:off x="8836688" y="211907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0" name="星形: 五角 359">
                  <a:extLst>
                    <a:ext uri="{FF2B5EF4-FFF2-40B4-BE49-F238E27FC236}">
                      <a16:creationId xmlns:a16="http://schemas.microsoft.com/office/drawing/2014/main" id="{C599E9E0-9775-4D38-922B-196D1F05E1B8}"/>
                    </a:ext>
                  </a:extLst>
                </p:cNvPr>
                <p:cNvSpPr/>
                <p:nvPr/>
              </p:nvSpPr>
              <p:spPr>
                <a:xfrm>
                  <a:off x="9339608" y="1478993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61" name="直接箭头连接符 360">
                  <a:extLst>
                    <a:ext uri="{FF2B5EF4-FFF2-40B4-BE49-F238E27FC236}">
                      <a16:creationId xmlns:a16="http://schemas.microsoft.com/office/drawing/2014/main" id="{E9E9E437-A6E7-4778-8507-241D8959B64C}"/>
                    </a:ext>
                  </a:extLst>
                </p:cNvPr>
                <p:cNvCxnSpPr>
                  <a:cxnSpLocks/>
                  <a:endCxn id="359" idx="2"/>
                </p:cNvCxnSpPr>
                <p:nvPr/>
              </p:nvCxnSpPr>
              <p:spPr>
                <a:xfrm flipV="1">
                  <a:off x="8083419" y="2256233"/>
                  <a:ext cx="779464" cy="64093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直接箭头连接符 361">
                  <a:extLst>
                    <a:ext uri="{FF2B5EF4-FFF2-40B4-BE49-F238E27FC236}">
                      <a16:creationId xmlns:a16="http://schemas.microsoft.com/office/drawing/2014/main" id="{909633BE-6339-43F7-B4EE-2E513B807267}"/>
                    </a:ext>
                  </a:extLst>
                </p:cNvPr>
                <p:cNvCxnSpPr>
                  <a:cxnSpLocks/>
                  <a:stCxn id="359" idx="4"/>
                  <a:endCxn id="360" idx="2"/>
                </p:cNvCxnSpPr>
                <p:nvPr/>
              </p:nvCxnSpPr>
              <p:spPr>
                <a:xfrm flipV="1">
                  <a:off x="8973848" y="1616153"/>
                  <a:ext cx="391955" cy="55531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接箭头连接符 362">
                  <a:extLst>
                    <a:ext uri="{FF2B5EF4-FFF2-40B4-BE49-F238E27FC236}">
                      <a16:creationId xmlns:a16="http://schemas.microsoft.com/office/drawing/2014/main" id="{80EA1AFE-2DED-4C9B-AAC9-D26D19823807}"/>
                    </a:ext>
                  </a:extLst>
                </p:cNvPr>
                <p:cNvCxnSpPr>
                  <a:cxnSpLocks/>
                  <a:stCxn id="360" idx="4"/>
                </p:cNvCxnSpPr>
                <p:nvPr/>
              </p:nvCxnSpPr>
              <p:spPr>
                <a:xfrm flipV="1">
                  <a:off x="9476768" y="1025603"/>
                  <a:ext cx="838200" cy="50578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83" name="文本框 382">
              <a:extLst>
                <a:ext uri="{FF2B5EF4-FFF2-40B4-BE49-F238E27FC236}">
                  <a16:creationId xmlns:a16="http://schemas.microsoft.com/office/drawing/2014/main" id="{D6DEB88D-4FCD-4830-96B5-E32A835FE3A6}"/>
                </a:ext>
              </a:extLst>
            </p:cNvPr>
            <p:cNvSpPr txBox="1"/>
            <p:nvPr/>
          </p:nvSpPr>
          <p:spPr>
            <a:xfrm>
              <a:off x="8687594" y="1612107"/>
              <a:ext cx="13350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不满足</a:t>
              </a: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frechet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重新规划</a:t>
              </a:r>
            </a:p>
          </p:txBody>
        </p: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3008C270-42D6-4815-897B-78F10826E9A4}"/>
                </a:ext>
              </a:extLst>
            </p:cNvPr>
            <p:cNvSpPr txBox="1"/>
            <p:nvPr/>
          </p:nvSpPr>
          <p:spPr>
            <a:xfrm>
              <a:off x="9483725" y="2863850"/>
              <a:ext cx="11493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无需重规划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CFCEF80-08B7-4B31-B714-5F89F5D649F1}"/>
                    </a:ext>
                  </a:extLst>
                </p:cNvPr>
                <p:cNvSpPr txBox="1"/>
                <p:nvPr/>
              </p:nvSpPr>
              <p:spPr>
                <a:xfrm>
                  <a:off x="7620000" y="2606040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CFCEF80-08B7-4B31-B714-5F89F5D64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606040"/>
                  <a:ext cx="47884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70D67E00-2C58-4D3F-AF6E-B72A4D16C93F}"/>
                    </a:ext>
                  </a:extLst>
                </p:cNvPr>
                <p:cNvSpPr txBox="1"/>
                <p:nvPr/>
              </p:nvSpPr>
              <p:spPr>
                <a:xfrm>
                  <a:off x="9098280" y="2910840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70D67E00-2C58-4D3F-AF6E-B72A4D16C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280" y="2910840"/>
                  <a:ext cx="47884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3CAFCEA-8A85-4FEA-A374-C26952A4654E}"/>
                    </a:ext>
                  </a:extLst>
                </p:cNvPr>
                <p:cNvSpPr txBox="1"/>
                <p:nvPr/>
              </p:nvSpPr>
              <p:spPr>
                <a:xfrm>
                  <a:off x="7596752" y="1714887"/>
                  <a:ext cx="473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3CAFCEA-8A85-4FEA-A374-C26952A465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6752" y="1714887"/>
                  <a:ext cx="47352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44806E8C-6758-43DD-AB6E-5AF6F3006D92}"/>
                    </a:ext>
                  </a:extLst>
                </p:cNvPr>
                <p:cNvSpPr txBox="1"/>
                <p:nvPr/>
              </p:nvSpPr>
              <p:spPr>
                <a:xfrm>
                  <a:off x="8338855" y="2629288"/>
                  <a:ext cx="478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44806E8C-6758-43DD-AB6E-5AF6F3006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8855" y="2629288"/>
                  <a:ext cx="47884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9" name="文本框 398">
            <a:extLst>
              <a:ext uri="{FF2B5EF4-FFF2-40B4-BE49-F238E27FC236}">
                <a16:creationId xmlns:a16="http://schemas.microsoft.com/office/drawing/2014/main" id="{CF8AEFE7-8816-4599-B819-C97EAFABE6E9}"/>
              </a:ext>
            </a:extLst>
          </p:cNvPr>
          <p:cNvSpPr txBox="1"/>
          <p:nvPr/>
        </p:nvSpPr>
        <p:spPr>
          <a:xfrm>
            <a:off x="763329" y="16314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全局规划层</a:t>
            </a: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5F753FE4-6737-4811-B0F2-112BF21CEAA4}"/>
              </a:ext>
            </a:extLst>
          </p:cNvPr>
          <p:cNvSpPr txBox="1"/>
          <p:nvPr/>
        </p:nvSpPr>
        <p:spPr>
          <a:xfrm>
            <a:off x="727887" y="40102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局部规划层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E857D13-5D6B-4A5C-A546-79BD53872F7E}"/>
                  </a:ext>
                </a:extLst>
              </p:cNvPr>
              <p:cNvSpPr txBox="1"/>
              <p:nvPr/>
            </p:nvSpPr>
            <p:spPr>
              <a:xfrm>
                <a:off x="1018743" y="2792320"/>
                <a:ext cx="473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E857D13-5D6B-4A5C-A546-79BD5387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43" y="2792320"/>
                <a:ext cx="47352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55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13882FAF-4C38-4623-AE1E-2BA2573AA7F4}"/>
              </a:ext>
            </a:extLst>
          </p:cNvPr>
          <p:cNvGrpSpPr/>
          <p:nvPr/>
        </p:nvGrpSpPr>
        <p:grpSpPr>
          <a:xfrm>
            <a:off x="7632297" y="1373267"/>
            <a:ext cx="2740907" cy="1876425"/>
            <a:chOff x="7568954" y="938346"/>
            <a:chExt cx="2740907" cy="1876425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8F35EB0-F2C0-4078-8B9C-D76701CCF8ED}"/>
                </a:ext>
              </a:extLst>
            </p:cNvPr>
            <p:cNvSpPr/>
            <p:nvPr/>
          </p:nvSpPr>
          <p:spPr>
            <a:xfrm>
              <a:off x="7568954" y="938346"/>
              <a:ext cx="2733675" cy="18764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FCC4546D-8130-4D71-A4A1-28AFB1E4AA13}"/>
                </a:ext>
              </a:extLst>
            </p:cNvPr>
            <p:cNvGrpSpPr/>
            <p:nvPr/>
          </p:nvGrpSpPr>
          <p:grpSpPr>
            <a:xfrm>
              <a:off x="8144142" y="1803163"/>
              <a:ext cx="2102265" cy="982768"/>
              <a:chOff x="8083419" y="1025603"/>
              <a:chExt cx="2231549" cy="1871560"/>
            </a:xfrm>
          </p:grpSpPr>
          <p:sp>
            <p:nvSpPr>
              <p:cNvPr id="147" name="星形: 五角 146">
                <a:extLst>
                  <a:ext uri="{FF2B5EF4-FFF2-40B4-BE49-F238E27FC236}">
                    <a16:creationId xmlns:a16="http://schemas.microsoft.com/office/drawing/2014/main" id="{9C2C3931-EAFE-451C-B922-613201028F9B}"/>
                  </a:ext>
                </a:extLst>
              </p:cNvPr>
              <p:cNvSpPr/>
              <p:nvPr/>
            </p:nvSpPr>
            <p:spPr>
              <a:xfrm>
                <a:off x="8836688" y="211907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星形: 五角 147">
                <a:extLst>
                  <a:ext uri="{FF2B5EF4-FFF2-40B4-BE49-F238E27FC236}">
                    <a16:creationId xmlns:a16="http://schemas.microsoft.com/office/drawing/2014/main" id="{A18F590D-8DF8-4CA2-BFC7-AF31CD92221A}"/>
                  </a:ext>
                </a:extLst>
              </p:cNvPr>
              <p:cNvSpPr/>
              <p:nvPr/>
            </p:nvSpPr>
            <p:spPr>
              <a:xfrm>
                <a:off x="9339608" y="147899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4B48E4BD-B9CB-43FC-88A2-5FFC33707A61}"/>
                  </a:ext>
                </a:extLst>
              </p:cNvPr>
              <p:cNvCxnSpPr>
                <a:cxnSpLocks/>
                <a:endCxn id="147" idx="2"/>
              </p:cNvCxnSpPr>
              <p:nvPr/>
            </p:nvCxnSpPr>
            <p:spPr>
              <a:xfrm flipV="1">
                <a:off x="8083419" y="2256233"/>
                <a:ext cx="779464" cy="64093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AE4048E3-A494-46CB-9B70-FC637ACD6306}"/>
                  </a:ext>
                </a:extLst>
              </p:cNvPr>
              <p:cNvCxnSpPr>
                <a:cxnSpLocks/>
                <a:stCxn id="147" idx="4"/>
                <a:endCxn id="148" idx="2"/>
              </p:cNvCxnSpPr>
              <p:nvPr/>
            </p:nvCxnSpPr>
            <p:spPr>
              <a:xfrm flipV="1">
                <a:off x="8973848" y="1616153"/>
                <a:ext cx="391955" cy="55531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45C07596-3923-4717-ADA1-BCF00C7D07D7}"/>
                  </a:ext>
                </a:extLst>
              </p:cNvPr>
              <p:cNvCxnSpPr>
                <a:cxnSpLocks/>
                <a:stCxn id="148" idx="4"/>
              </p:cNvCxnSpPr>
              <p:nvPr/>
            </p:nvCxnSpPr>
            <p:spPr>
              <a:xfrm flipV="1">
                <a:off x="9476768" y="1025603"/>
                <a:ext cx="838200" cy="50578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72C3ADBA-A9F2-4D50-B6B8-DA39A54C09FE}"/>
                </a:ext>
              </a:extLst>
            </p:cNvPr>
            <p:cNvGrpSpPr/>
            <p:nvPr/>
          </p:nvGrpSpPr>
          <p:grpSpPr>
            <a:xfrm>
              <a:off x="7853585" y="1563880"/>
              <a:ext cx="2418459" cy="1196411"/>
              <a:chOff x="8015175" y="999965"/>
              <a:chExt cx="2103240" cy="1990278"/>
            </a:xfrm>
          </p:grpSpPr>
          <p:sp>
            <p:nvSpPr>
              <p:cNvPr id="142" name="星形: 五角 141">
                <a:extLst>
                  <a:ext uri="{FF2B5EF4-FFF2-40B4-BE49-F238E27FC236}">
                    <a16:creationId xmlns:a16="http://schemas.microsoft.com/office/drawing/2014/main" id="{BE7881BC-9A10-47BF-BBCD-E89B3B6BC394}"/>
                  </a:ext>
                </a:extLst>
              </p:cNvPr>
              <p:cNvSpPr/>
              <p:nvPr/>
            </p:nvSpPr>
            <p:spPr>
              <a:xfrm rot="3880281">
                <a:off x="8243895" y="207819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星形: 五角 142">
                <a:extLst>
                  <a:ext uri="{FF2B5EF4-FFF2-40B4-BE49-F238E27FC236}">
                    <a16:creationId xmlns:a16="http://schemas.microsoft.com/office/drawing/2014/main" id="{7A415DE0-0753-4941-A348-9A62275ACF91}"/>
                  </a:ext>
                </a:extLst>
              </p:cNvPr>
              <p:cNvSpPr/>
              <p:nvPr/>
            </p:nvSpPr>
            <p:spPr>
              <a:xfrm>
                <a:off x="8891595" y="142287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4B851153-CE3E-4E5F-ADC8-A7A415C01A8B}"/>
                  </a:ext>
                </a:extLst>
              </p:cNvPr>
              <p:cNvCxnSpPr>
                <a:cxnSpLocks/>
                <a:endCxn id="142" idx="3"/>
              </p:cNvCxnSpPr>
              <p:nvPr/>
            </p:nvCxnSpPr>
            <p:spPr>
              <a:xfrm flipV="1">
                <a:off x="8015175" y="2214425"/>
                <a:ext cx="253445" cy="775818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BC08B888-23D2-4AE3-BB6C-4F3CC93B36AA}"/>
                  </a:ext>
                </a:extLst>
              </p:cNvPr>
              <p:cNvCxnSpPr>
                <a:cxnSpLocks/>
                <a:stCxn id="142" idx="0"/>
                <a:endCxn id="143" idx="2"/>
              </p:cNvCxnSpPr>
              <p:nvPr/>
            </p:nvCxnSpPr>
            <p:spPr>
              <a:xfrm flipV="1">
                <a:off x="8374462" y="1560035"/>
                <a:ext cx="543328" cy="557401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273091FB-C4B9-4481-9B9C-43FA23EF7E6B}"/>
                  </a:ext>
                </a:extLst>
              </p:cNvPr>
              <p:cNvCxnSpPr>
                <a:cxnSpLocks/>
                <a:stCxn id="143" idx="4"/>
              </p:cNvCxnSpPr>
              <p:nvPr/>
            </p:nvCxnSpPr>
            <p:spPr>
              <a:xfrm flipV="1">
                <a:off x="9028755" y="999965"/>
                <a:ext cx="1089660" cy="47530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B3E23A2A-2A80-4652-80FA-2E82982FDB29}"/>
                </a:ext>
              </a:extLst>
            </p:cNvPr>
            <p:cNvGrpSpPr/>
            <p:nvPr/>
          </p:nvGrpSpPr>
          <p:grpSpPr>
            <a:xfrm>
              <a:off x="7622849" y="957129"/>
              <a:ext cx="1820254" cy="897308"/>
              <a:chOff x="7585441" y="239389"/>
              <a:chExt cx="2926080" cy="1869760"/>
            </a:xfrm>
            <a:solidFill>
              <a:srgbClr val="C00000"/>
            </a:solidFill>
          </p:grpSpPr>
          <p:sp>
            <p:nvSpPr>
              <p:cNvPr id="137" name="星形: 五角 136">
                <a:extLst>
                  <a:ext uri="{FF2B5EF4-FFF2-40B4-BE49-F238E27FC236}">
                    <a16:creationId xmlns:a16="http://schemas.microsoft.com/office/drawing/2014/main" id="{B106A646-E21A-4B1D-80FB-E64BEE3DD004}"/>
                  </a:ext>
                </a:extLst>
              </p:cNvPr>
              <p:cNvSpPr/>
              <p:nvPr/>
            </p:nvSpPr>
            <p:spPr>
              <a:xfrm>
                <a:off x="8156941" y="1622419"/>
                <a:ext cx="121920" cy="137160"/>
              </a:xfrm>
              <a:prstGeom prst="star5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星形: 五角 137">
                <a:extLst>
                  <a:ext uri="{FF2B5EF4-FFF2-40B4-BE49-F238E27FC236}">
                    <a16:creationId xmlns:a16="http://schemas.microsoft.com/office/drawing/2014/main" id="{77BC2300-E772-4F79-B125-E7E230D4F2F6}"/>
                  </a:ext>
                </a:extLst>
              </p:cNvPr>
              <p:cNvSpPr/>
              <p:nvPr/>
            </p:nvSpPr>
            <p:spPr>
              <a:xfrm>
                <a:off x="8843166" y="807079"/>
                <a:ext cx="121920" cy="137160"/>
              </a:xfrm>
              <a:prstGeom prst="star5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3DD28D5D-E6C8-4AFA-A889-6E095B63F7D9}"/>
                  </a:ext>
                </a:extLst>
              </p:cNvPr>
              <p:cNvCxnSpPr>
                <a:cxnSpLocks/>
                <a:endCxn id="137" idx="2"/>
              </p:cNvCxnSpPr>
              <p:nvPr/>
            </p:nvCxnSpPr>
            <p:spPr>
              <a:xfrm flipV="1">
                <a:off x="7585441" y="1759579"/>
                <a:ext cx="594785" cy="34957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E0B202F6-5507-488E-A15F-B5EE9C8DEA4E}"/>
                  </a:ext>
                </a:extLst>
              </p:cNvPr>
              <p:cNvCxnSpPr>
                <a:cxnSpLocks/>
                <a:stCxn id="137" idx="4"/>
                <a:endCxn id="138" idx="2"/>
              </p:cNvCxnSpPr>
              <p:nvPr/>
            </p:nvCxnSpPr>
            <p:spPr>
              <a:xfrm flipV="1">
                <a:off x="8278861" y="944239"/>
                <a:ext cx="587590" cy="73057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B1EE71A0-3F99-4AB9-B905-C64F4239C87D}"/>
                  </a:ext>
                </a:extLst>
              </p:cNvPr>
              <p:cNvCxnSpPr>
                <a:cxnSpLocks/>
                <a:stCxn id="138" idx="4"/>
              </p:cNvCxnSpPr>
              <p:nvPr/>
            </p:nvCxnSpPr>
            <p:spPr>
              <a:xfrm flipV="1">
                <a:off x="8965086" y="239389"/>
                <a:ext cx="1546435" cy="620080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5834E4F5-C406-45AA-9561-41048900D0CF}"/>
                </a:ext>
              </a:extLst>
            </p:cNvPr>
            <p:cNvGrpSpPr/>
            <p:nvPr/>
          </p:nvGrpSpPr>
          <p:grpSpPr>
            <a:xfrm>
              <a:off x="8595361" y="2042160"/>
              <a:ext cx="1714500" cy="754380"/>
              <a:chOff x="8083419" y="1025603"/>
              <a:chExt cx="2231549" cy="1871560"/>
            </a:xfrm>
          </p:grpSpPr>
          <p:sp>
            <p:nvSpPr>
              <p:cNvPr id="132" name="星形: 五角 131">
                <a:extLst>
                  <a:ext uri="{FF2B5EF4-FFF2-40B4-BE49-F238E27FC236}">
                    <a16:creationId xmlns:a16="http://schemas.microsoft.com/office/drawing/2014/main" id="{9BA5071F-29A5-45CE-8CC8-8F8A5BAC819A}"/>
                  </a:ext>
                </a:extLst>
              </p:cNvPr>
              <p:cNvSpPr/>
              <p:nvPr/>
            </p:nvSpPr>
            <p:spPr>
              <a:xfrm>
                <a:off x="8836688" y="211907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星形: 五角 132">
                <a:extLst>
                  <a:ext uri="{FF2B5EF4-FFF2-40B4-BE49-F238E27FC236}">
                    <a16:creationId xmlns:a16="http://schemas.microsoft.com/office/drawing/2014/main" id="{1E6BB41C-4D83-46A6-B42F-D532D6D0AE6C}"/>
                  </a:ext>
                </a:extLst>
              </p:cNvPr>
              <p:cNvSpPr/>
              <p:nvPr/>
            </p:nvSpPr>
            <p:spPr>
              <a:xfrm>
                <a:off x="9339608" y="147899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4" name="直接箭头连接符 133">
                <a:extLst>
                  <a:ext uri="{FF2B5EF4-FFF2-40B4-BE49-F238E27FC236}">
                    <a16:creationId xmlns:a16="http://schemas.microsoft.com/office/drawing/2014/main" id="{3D876996-5A65-449A-B6EE-A48330EF2B41}"/>
                  </a:ext>
                </a:extLst>
              </p:cNvPr>
              <p:cNvCxnSpPr>
                <a:cxnSpLocks/>
                <a:endCxn id="132" idx="2"/>
              </p:cNvCxnSpPr>
              <p:nvPr/>
            </p:nvCxnSpPr>
            <p:spPr>
              <a:xfrm flipV="1">
                <a:off x="8083419" y="2256233"/>
                <a:ext cx="779464" cy="64093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BFBBFE9E-AF33-4BE3-9EE7-39A9F125A612}"/>
                  </a:ext>
                </a:extLst>
              </p:cNvPr>
              <p:cNvCxnSpPr>
                <a:cxnSpLocks/>
                <a:stCxn id="132" idx="4"/>
                <a:endCxn id="133" idx="2"/>
              </p:cNvCxnSpPr>
              <p:nvPr/>
            </p:nvCxnSpPr>
            <p:spPr>
              <a:xfrm flipV="1">
                <a:off x="8973848" y="1616153"/>
                <a:ext cx="391955" cy="55531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401CCB70-CC65-4FA6-99B5-AC8845B497A0}"/>
                  </a:ext>
                </a:extLst>
              </p:cNvPr>
              <p:cNvCxnSpPr>
                <a:cxnSpLocks/>
                <a:stCxn id="133" idx="4"/>
              </p:cNvCxnSpPr>
              <p:nvPr/>
            </p:nvCxnSpPr>
            <p:spPr>
              <a:xfrm flipV="1">
                <a:off x="9476768" y="1025603"/>
                <a:ext cx="838200" cy="50578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CF5E9D7D-3B09-45C9-976E-E7A386A20C1B}"/>
              </a:ext>
            </a:extLst>
          </p:cNvPr>
          <p:cNvSpPr txBox="1"/>
          <p:nvPr/>
        </p:nvSpPr>
        <p:spPr>
          <a:xfrm>
            <a:off x="8084329" y="1041939"/>
            <a:ext cx="167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RRT*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0E5049-91D4-4CD3-B9EA-07BC27DB645C}"/>
              </a:ext>
            </a:extLst>
          </p:cNvPr>
          <p:cNvSpPr txBox="1"/>
          <p:nvPr/>
        </p:nvSpPr>
        <p:spPr>
          <a:xfrm>
            <a:off x="8687594" y="1612107"/>
            <a:ext cx="1335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不满足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frechet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重新规划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EC0EFBB-7481-448B-8531-E3CDC0F88729}"/>
              </a:ext>
            </a:extLst>
          </p:cNvPr>
          <p:cNvSpPr txBox="1"/>
          <p:nvPr/>
        </p:nvSpPr>
        <p:spPr>
          <a:xfrm>
            <a:off x="9590881" y="2749550"/>
            <a:ext cx="1149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无需重规划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26818623-D06E-42BF-9E0F-67216226424C}"/>
                  </a:ext>
                </a:extLst>
              </p:cNvPr>
              <p:cNvSpPr txBox="1"/>
              <p:nvPr/>
            </p:nvSpPr>
            <p:spPr>
              <a:xfrm>
                <a:off x="7620000" y="2606040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26818623-D06E-42BF-9E0F-67216226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606040"/>
                <a:ext cx="4788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BF16F7B-1598-4143-9DE5-0D438228A5FF}"/>
                  </a:ext>
                </a:extLst>
              </p:cNvPr>
              <p:cNvSpPr txBox="1"/>
              <p:nvPr/>
            </p:nvSpPr>
            <p:spPr>
              <a:xfrm>
                <a:off x="9241154" y="2867977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BF16F7B-1598-4143-9DE5-0D438228A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154" y="2867977"/>
                <a:ext cx="4788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0B61966C-EE94-42CE-A008-22BEF9EF1A47}"/>
              </a:ext>
            </a:extLst>
          </p:cNvPr>
          <p:cNvGrpSpPr/>
          <p:nvPr/>
        </p:nvGrpSpPr>
        <p:grpSpPr>
          <a:xfrm>
            <a:off x="7623174" y="2362324"/>
            <a:ext cx="3460811" cy="3517617"/>
            <a:chOff x="7623174" y="2362324"/>
            <a:chExt cx="3460811" cy="3517617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0A4CF35D-AEF0-4037-804D-5585DF5F9329}"/>
                </a:ext>
              </a:extLst>
            </p:cNvPr>
            <p:cNvGrpSpPr/>
            <p:nvPr/>
          </p:nvGrpSpPr>
          <p:grpSpPr>
            <a:xfrm>
              <a:off x="7629525" y="2362324"/>
              <a:ext cx="3454460" cy="3508251"/>
              <a:chOff x="9448800" y="1371724"/>
              <a:chExt cx="3454460" cy="3508251"/>
            </a:xfrm>
          </p:grpSpPr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2B31878B-3811-49CC-8634-C739682090BE}"/>
                  </a:ext>
                </a:extLst>
              </p:cNvPr>
              <p:cNvGrpSpPr/>
              <p:nvPr/>
            </p:nvGrpSpPr>
            <p:grpSpPr>
              <a:xfrm>
                <a:off x="9448800" y="3003550"/>
                <a:ext cx="2743200" cy="1876425"/>
                <a:chOff x="7479847" y="4095750"/>
                <a:chExt cx="2743200" cy="1876425"/>
              </a:xfrm>
            </p:grpSpPr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F295DE8D-0615-4F89-954A-585681E43CA5}"/>
                    </a:ext>
                  </a:extLst>
                </p:cNvPr>
                <p:cNvSpPr/>
                <p:nvPr/>
              </p:nvSpPr>
              <p:spPr>
                <a:xfrm>
                  <a:off x="7479847" y="4095750"/>
                  <a:ext cx="2743200" cy="18764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6183E9FC-DFAE-448E-AC8C-EDE3832F71F5}"/>
                    </a:ext>
                  </a:extLst>
                </p:cNvPr>
                <p:cNvSpPr/>
                <p:nvPr/>
              </p:nvSpPr>
              <p:spPr>
                <a:xfrm>
                  <a:off x="9126220" y="5034280"/>
                  <a:ext cx="679450" cy="7137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20" name="图片 119">
                  <a:extLst>
                    <a:ext uri="{FF2B5EF4-FFF2-40B4-BE49-F238E27FC236}">
                      <a16:creationId xmlns:a16="http://schemas.microsoft.com/office/drawing/2014/main" id="{92DE6F5F-0DD2-4119-B894-8EF35E3118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23683" y="5373685"/>
                  <a:ext cx="260463" cy="260463"/>
                </a:xfrm>
                <a:prstGeom prst="rect">
                  <a:avLst/>
                </a:prstGeom>
              </p:spPr>
            </p:pic>
            <p:pic>
              <p:nvPicPr>
                <p:cNvPr id="121" name="图片 120">
                  <a:extLst>
                    <a:ext uri="{FF2B5EF4-FFF2-40B4-BE49-F238E27FC236}">
                      <a16:creationId xmlns:a16="http://schemas.microsoft.com/office/drawing/2014/main" id="{5DB62CCC-0245-4067-B83D-0738F36153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51309" y="4716624"/>
                  <a:ext cx="268397" cy="268397"/>
                </a:xfrm>
                <a:prstGeom prst="rect">
                  <a:avLst/>
                </a:prstGeom>
              </p:spPr>
            </p:pic>
            <p:pic>
              <p:nvPicPr>
                <p:cNvPr id="122" name="图片 121">
                  <a:extLst>
                    <a:ext uri="{FF2B5EF4-FFF2-40B4-BE49-F238E27FC236}">
                      <a16:creationId xmlns:a16="http://schemas.microsoft.com/office/drawing/2014/main" id="{32FBDCE0-1A87-4909-9660-0989777B66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5797" y="5277122"/>
                  <a:ext cx="304800" cy="304800"/>
                </a:xfrm>
                <a:prstGeom prst="rect">
                  <a:avLst/>
                </a:prstGeom>
              </p:spPr>
            </p:pic>
            <p:cxnSp>
              <p:nvCxnSpPr>
                <p:cNvPr id="123" name="直接箭头连接符 122">
                  <a:extLst>
                    <a:ext uri="{FF2B5EF4-FFF2-40B4-BE49-F238E27FC236}">
                      <a16:creationId xmlns:a16="http://schemas.microsoft.com/office/drawing/2014/main" id="{4A751F47-6DA4-46B8-906D-ECC6EFD16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58200" y="5626100"/>
                  <a:ext cx="120650" cy="31750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23">
                  <a:extLst>
                    <a:ext uri="{FF2B5EF4-FFF2-40B4-BE49-F238E27FC236}">
                      <a16:creationId xmlns:a16="http://schemas.microsoft.com/office/drawing/2014/main" id="{0233AF92-C266-4BA4-919B-1CC60218C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39100" y="5016500"/>
                  <a:ext cx="453047" cy="298722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E0C6A868-50FE-4C33-A3A1-B97E9B16E5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64500" y="5473700"/>
                  <a:ext cx="36195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>
                  <a:extLst>
                    <a:ext uri="{FF2B5EF4-FFF2-40B4-BE49-F238E27FC236}">
                      <a16:creationId xmlns:a16="http://schemas.microsoft.com/office/drawing/2014/main" id="{144E052B-3856-4F45-B0D7-CDAE8DC18451}"/>
                    </a:ext>
                  </a:extLst>
                </p:cNvPr>
                <p:cNvCxnSpPr>
                  <a:cxnSpLocks/>
                  <a:endCxn id="98" idx="1"/>
                </p:cNvCxnSpPr>
                <p:nvPr/>
              </p:nvCxnSpPr>
              <p:spPr>
                <a:xfrm>
                  <a:off x="8744291" y="5588000"/>
                  <a:ext cx="309562" cy="270431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7" name="弧形 116">
                <a:extLst>
                  <a:ext uri="{FF2B5EF4-FFF2-40B4-BE49-F238E27FC236}">
                    <a16:creationId xmlns:a16="http://schemas.microsoft.com/office/drawing/2014/main" id="{565F57B7-4BBC-4659-A126-FA4D6AEA8FC5}"/>
                  </a:ext>
                </a:extLst>
              </p:cNvPr>
              <p:cNvSpPr/>
              <p:nvPr/>
            </p:nvSpPr>
            <p:spPr>
              <a:xfrm rot="10598637">
                <a:off x="9962226" y="1371724"/>
                <a:ext cx="2941034" cy="2863850"/>
              </a:xfrm>
              <a:prstGeom prst="arc">
                <a:avLst>
                  <a:gd name="adj1" fmla="val 14444823"/>
                  <a:gd name="adj2" fmla="val 21386217"/>
                </a:avLst>
              </a:prstGeom>
              <a:ln w="12700">
                <a:solidFill>
                  <a:srgbClr val="C0000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B11A3B0B-5DF5-40EB-9870-6F7A31BE0F07}"/>
                </a:ext>
              </a:extLst>
            </p:cNvPr>
            <p:cNvSpPr txBox="1"/>
            <p:nvPr/>
          </p:nvSpPr>
          <p:spPr>
            <a:xfrm>
              <a:off x="8096046" y="3622407"/>
              <a:ext cx="16946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MST-APF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单步规划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792AD301-733E-4772-90C7-7445192A1680}"/>
                </a:ext>
              </a:extLst>
            </p:cNvPr>
            <p:cNvSpPr txBox="1"/>
            <p:nvPr/>
          </p:nvSpPr>
          <p:spPr>
            <a:xfrm>
              <a:off x="8134350" y="5454650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斥力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F23D4E8-245B-4EB7-8257-1518C1AD1FD1}"/>
                </a:ext>
              </a:extLst>
            </p:cNvPr>
            <p:cNvSpPr txBox="1"/>
            <p:nvPr/>
          </p:nvSpPr>
          <p:spPr>
            <a:xfrm>
              <a:off x="7623174" y="5140166"/>
              <a:ext cx="11850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MST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通信保持力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F8B50573-1A1B-4349-BFAA-A82350D8C1B4}"/>
                </a:ext>
              </a:extLst>
            </p:cNvPr>
            <p:cNvSpPr txBox="1"/>
            <p:nvPr/>
          </p:nvSpPr>
          <p:spPr>
            <a:xfrm>
              <a:off x="9203531" y="5633720"/>
              <a:ext cx="8766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目标吸引力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7B3CD7B4-53CD-44EA-8C13-43E539C8091C}"/>
                    </a:ext>
                  </a:extLst>
                </p:cNvPr>
                <p:cNvSpPr txBox="1"/>
                <p:nvPr/>
              </p:nvSpPr>
              <p:spPr>
                <a:xfrm>
                  <a:off x="8823960" y="5105400"/>
                  <a:ext cx="396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7B3CD7B4-53CD-44EA-8C13-43E539C80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3960" y="5105400"/>
                  <a:ext cx="3962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9C8FDF7-C3AA-4E1E-A90F-D223F0622302}"/>
                    </a:ext>
                  </a:extLst>
                </p:cNvPr>
                <p:cNvSpPr txBox="1"/>
                <p:nvPr/>
              </p:nvSpPr>
              <p:spPr>
                <a:xfrm>
                  <a:off x="7627620" y="5471160"/>
                  <a:ext cx="396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9C8FDF7-C3AA-4E1E-A90F-D223F062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7620" y="5471160"/>
                  <a:ext cx="3962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2999F3FB-3FCE-465F-B63C-C6BF1CEB9E0A}"/>
                  </a:ext>
                </a:extLst>
              </p:cNvPr>
              <p:cNvSpPr txBox="1"/>
              <p:nvPr/>
            </p:nvSpPr>
            <p:spPr>
              <a:xfrm>
                <a:off x="7596752" y="1714887"/>
                <a:ext cx="473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2999F3FB-3FCE-465F-B63C-C6BF1CEB9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752" y="1714887"/>
                <a:ext cx="47352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B449A0F-38EA-4744-87F4-948C3F8E1F5B}"/>
                  </a:ext>
                </a:extLst>
              </p:cNvPr>
              <p:cNvSpPr txBox="1"/>
              <p:nvPr/>
            </p:nvSpPr>
            <p:spPr>
              <a:xfrm>
                <a:off x="8338855" y="2629288"/>
                <a:ext cx="478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B449A0F-38EA-4744-87F4-948C3F8E1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55" y="2629288"/>
                <a:ext cx="4788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080FB40E-F7AB-4971-A33B-D7C0A2D311FF}"/>
              </a:ext>
            </a:extLst>
          </p:cNvPr>
          <p:cNvGrpSpPr/>
          <p:nvPr/>
        </p:nvGrpSpPr>
        <p:grpSpPr>
          <a:xfrm>
            <a:off x="1006494" y="1117480"/>
            <a:ext cx="6433435" cy="4763626"/>
            <a:chOff x="1006494" y="1117480"/>
            <a:chExt cx="6433435" cy="4763626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5350794B-70B6-449C-9915-48D754AAEA48}"/>
                </a:ext>
              </a:extLst>
            </p:cNvPr>
            <p:cNvSpPr/>
            <p:nvPr/>
          </p:nvSpPr>
          <p:spPr>
            <a:xfrm>
              <a:off x="1129872" y="3569378"/>
              <a:ext cx="6310057" cy="2289489"/>
            </a:xfrm>
            <a:prstGeom prst="parallelogram">
              <a:avLst>
                <a:gd name="adj" fmla="val 8801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F434B6C9-261E-45D8-BEB7-FD7426ABC67F}"/>
                </a:ext>
              </a:extLst>
            </p:cNvPr>
            <p:cNvSpPr/>
            <p:nvPr/>
          </p:nvSpPr>
          <p:spPr>
            <a:xfrm>
              <a:off x="2577265" y="4158890"/>
              <a:ext cx="481630" cy="56699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AB40AFDF-FEE6-4134-8205-4ADD45EF6A71}"/>
                </a:ext>
              </a:extLst>
            </p:cNvPr>
            <p:cNvSpPr/>
            <p:nvPr/>
          </p:nvSpPr>
          <p:spPr>
            <a:xfrm>
              <a:off x="1006494" y="1117480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A4C63F6C-D8A0-44C7-A9FE-6EB566D48BBE}"/>
                </a:ext>
              </a:extLst>
            </p:cNvPr>
            <p:cNvSpPr/>
            <p:nvPr/>
          </p:nvSpPr>
          <p:spPr>
            <a:xfrm>
              <a:off x="4934636" y="3502617"/>
              <a:ext cx="308730" cy="50559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98EA2E4-047E-49B1-B9B6-C74D0703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9791" y="4195595"/>
              <a:ext cx="395832" cy="39583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168C0B7-FC32-430C-AA91-EE94D5DF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6891" y="3605021"/>
              <a:ext cx="298111" cy="29811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92A7A0A-1A51-4244-8DD8-1ED52EEC2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358" y="2486861"/>
              <a:ext cx="304800" cy="3048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88ED2AE-053E-4C73-BF1F-63FC189C5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8673" y="2142739"/>
              <a:ext cx="304800" cy="3048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8E89842-792F-4D88-9AFC-143A74D2C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012" y="3015534"/>
              <a:ext cx="304800" cy="304800"/>
            </a:xfrm>
            <a:prstGeom prst="rect">
              <a:avLst/>
            </a:prstGeom>
          </p:spPr>
        </p:pic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E0E4418-D000-4A7D-8789-7054444A8D61}"/>
                </a:ext>
              </a:extLst>
            </p:cNvPr>
            <p:cNvSpPr/>
            <p:nvPr/>
          </p:nvSpPr>
          <p:spPr>
            <a:xfrm rot="21014316">
              <a:off x="3339600" y="3745339"/>
              <a:ext cx="2249504" cy="141278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D0F841B0-AA9A-430D-8B61-747A78A50F6F}"/>
                </a:ext>
              </a:extLst>
            </p:cNvPr>
            <p:cNvSpPr/>
            <p:nvPr/>
          </p:nvSpPr>
          <p:spPr>
            <a:xfrm>
              <a:off x="4067992" y="4762499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9A0E100C-6CB1-41B3-83F5-F66F6B75E9B4}"/>
                </a:ext>
              </a:extLst>
            </p:cNvPr>
            <p:cNvSpPr/>
            <p:nvPr/>
          </p:nvSpPr>
          <p:spPr>
            <a:xfrm>
              <a:off x="2993572" y="3161143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06AE12CA-2A48-4F56-B0C1-7FDC22D3B76C}"/>
                </a:ext>
              </a:extLst>
            </p:cNvPr>
            <p:cNvSpPr/>
            <p:nvPr/>
          </p:nvSpPr>
          <p:spPr>
            <a:xfrm>
              <a:off x="4890952" y="2902063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6291A75C-1144-4300-8426-24F2D516B1A7}"/>
                </a:ext>
              </a:extLst>
            </p:cNvPr>
            <p:cNvSpPr/>
            <p:nvPr/>
          </p:nvSpPr>
          <p:spPr>
            <a:xfrm>
              <a:off x="2315392" y="1903843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64518FB9-B66F-4A28-8F40-18BAA1C4E4EC}"/>
                </a:ext>
              </a:extLst>
            </p:cNvPr>
            <p:cNvSpPr/>
            <p:nvPr/>
          </p:nvSpPr>
          <p:spPr>
            <a:xfrm>
              <a:off x="5809162" y="2086723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C91C7023-F1C9-492E-BC80-840C814E986F}"/>
                </a:ext>
              </a:extLst>
            </p:cNvPr>
            <p:cNvSpPr/>
            <p:nvPr/>
          </p:nvSpPr>
          <p:spPr>
            <a:xfrm>
              <a:off x="3328852" y="1560943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F990A50D-7E85-403F-8C9B-7E414E750C68}"/>
                </a:ext>
              </a:extLst>
            </p:cNvPr>
            <p:cNvSpPr/>
            <p:nvPr/>
          </p:nvSpPr>
          <p:spPr>
            <a:xfrm>
              <a:off x="4723312" y="1408543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36518C8-B957-4AC6-95F1-116595CAF6D5}"/>
                </a:ext>
              </a:extLst>
            </p:cNvPr>
            <p:cNvSpPr/>
            <p:nvPr/>
          </p:nvSpPr>
          <p:spPr>
            <a:xfrm rot="21014316">
              <a:off x="3203060" y="1675572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155B7A22-D5C1-47F3-B63C-083D24D4A505}"/>
                </a:ext>
              </a:extLst>
            </p:cNvPr>
            <p:cNvSpPr/>
            <p:nvPr/>
          </p:nvSpPr>
          <p:spPr>
            <a:xfrm>
              <a:off x="4045132" y="2162923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85CD51E6-70C1-4435-A465-0B7EEFE76E1B}"/>
                </a:ext>
              </a:extLst>
            </p:cNvPr>
            <p:cNvSpPr/>
            <p:nvPr/>
          </p:nvSpPr>
          <p:spPr>
            <a:xfrm>
              <a:off x="6811192" y="1237093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EF73436D-CF1B-4113-8CA3-03F4C22BFFF6}"/>
                </a:ext>
              </a:extLst>
            </p:cNvPr>
            <p:cNvSpPr/>
            <p:nvPr/>
          </p:nvSpPr>
          <p:spPr>
            <a:xfrm>
              <a:off x="3869872" y="2566783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0A36AC5-68DB-4736-9F57-568E9675F92C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2529957" y="3246810"/>
              <a:ext cx="478392" cy="221019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9033683-E692-45DD-B42D-2117D013FD84}"/>
                </a:ext>
              </a:extLst>
            </p:cNvPr>
            <p:cNvCxnSpPr>
              <a:cxnSpLocks/>
              <a:stCxn id="19" idx="2"/>
              <a:endCxn id="9" idx="4"/>
            </p:cNvCxnSpPr>
            <p:nvPr/>
          </p:nvCxnSpPr>
          <p:spPr>
            <a:xfrm flipH="1">
              <a:off x="1415332" y="3320334"/>
              <a:ext cx="259080" cy="231146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06389BF-D915-4F81-9809-354F5698414C}"/>
                </a:ext>
              </a:extLst>
            </p:cNvPr>
            <p:cNvCxnSpPr>
              <a:cxnSpLocks/>
              <a:stCxn id="16" idx="2"/>
              <a:endCxn id="8" idx="4"/>
            </p:cNvCxnSpPr>
            <p:nvPr/>
          </p:nvCxnSpPr>
          <p:spPr>
            <a:xfrm flipH="1">
              <a:off x="1543482" y="2791661"/>
              <a:ext cx="358276" cy="237937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DD4395F-8E63-46F0-9EE7-1E2EB2A65A99}"/>
                </a:ext>
              </a:extLst>
            </p:cNvPr>
            <p:cNvCxnSpPr>
              <a:cxnSpLocks/>
              <a:stCxn id="16" idx="2"/>
              <a:endCxn id="8" idx="0"/>
            </p:cNvCxnSpPr>
            <p:nvPr/>
          </p:nvCxnSpPr>
          <p:spPr>
            <a:xfrm>
              <a:off x="1901758" y="2791661"/>
              <a:ext cx="326285" cy="232676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5EDE404-D54B-43A8-8727-E26C2D18CAA8}"/>
                </a:ext>
              </a:extLst>
            </p:cNvPr>
            <p:cNvCxnSpPr>
              <a:cxnSpLocks/>
              <a:stCxn id="18" idx="2"/>
              <a:endCxn id="11" idx="4"/>
            </p:cNvCxnSpPr>
            <p:nvPr/>
          </p:nvCxnSpPr>
          <p:spPr>
            <a:xfrm flipH="1">
              <a:off x="2150023" y="2447539"/>
              <a:ext cx="251050" cy="236273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784E249-C408-41B4-AD32-08CC687C6EF0}"/>
                </a:ext>
              </a:extLst>
            </p:cNvPr>
            <p:cNvCxnSpPr>
              <a:cxnSpLocks/>
              <a:stCxn id="18" idx="2"/>
              <a:endCxn id="11" idx="0"/>
            </p:cNvCxnSpPr>
            <p:nvPr/>
          </p:nvCxnSpPr>
          <p:spPr>
            <a:xfrm>
              <a:off x="2401073" y="2447539"/>
              <a:ext cx="433893" cy="2315375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星形: 五角 51">
              <a:extLst>
                <a:ext uri="{FF2B5EF4-FFF2-40B4-BE49-F238E27FC236}">
                  <a16:creationId xmlns:a16="http://schemas.microsoft.com/office/drawing/2014/main" id="{1E39D3C8-6E31-469B-9F38-AD8BB0EE584B}"/>
                </a:ext>
              </a:extLst>
            </p:cNvPr>
            <p:cNvSpPr/>
            <p:nvPr/>
          </p:nvSpPr>
          <p:spPr>
            <a:xfrm rot="20997962">
              <a:off x="3267892" y="2947782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星形: 五角 52">
              <a:extLst>
                <a:ext uri="{FF2B5EF4-FFF2-40B4-BE49-F238E27FC236}">
                  <a16:creationId xmlns:a16="http://schemas.microsoft.com/office/drawing/2014/main" id="{25199169-04F6-426A-8DB4-DB3978E4434A}"/>
                </a:ext>
              </a:extLst>
            </p:cNvPr>
            <p:cNvSpPr/>
            <p:nvPr/>
          </p:nvSpPr>
          <p:spPr>
            <a:xfrm rot="1976744">
              <a:off x="4444707" y="31154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星形: 五角 53">
              <a:extLst>
                <a:ext uri="{FF2B5EF4-FFF2-40B4-BE49-F238E27FC236}">
                  <a16:creationId xmlns:a16="http://schemas.microsoft.com/office/drawing/2014/main" id="{80CE1F68-5A46-4996-A0A5-FA278A24C986}"/>
                </a:ext>
              </a:extLst>
            </p:cNvPr>
            <p:cNvSpPr/>
            <p:nvPr/>
          </p:nvSpPr>
          <p:spPr>
            <a:xfrm>
              <a:off x="5332912" y="24296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星形: 五角 54">
              <a:extLst>
                <a:ext uri="{FF2B5EF4-FFF2-40B4-BE49-F238E27FC236}">
                  <a16:creationId xmlns:a16="http://schemas.microsoft.com/office/drawing/2014/main" id="{64F9C698-55EC-495A-AFF4-8DAD4926FB78}"/>
                </a:ext>
              </a:extLst>
            </p:cNvPr>
            <p:cNvSpPr/>
            <p:nvPr/>
          </p:nvSpPr>
          <p:spPr>
            <a:xfrm>
              <a:off x="5835832" y="178954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星形: 五角 55">
              <a:extLst>
                <a:ext uri="{FF2B5EF4-FFF2-40B4-BE49-F238E27FC236}">
                  <a16:creationId xmlns:a16="http://schemas.microsoft.com/office/drawing/2014/main" id="{36853B56-D616-45A9-A609-CF86332E93A2}"/>
                </a:ext>
              </a:extLst>
            </p:cNvPr>
            <p:cNvSpPr/>
            <p:nvPr/>
          </p:nvSpPr>
          <p:spPr>
            <a:xfrm rot="1548584">
              <a:off x="2963092" y="274966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星形: 五角 56">
              <a:extLst>
                <a:ext uri="{FF2B5EF4-FFF2-40B4-BE49-F238E27FC236}">
                  <a16:creationId xmlns:a16="http://schemas.microsoft.com/office/drawing/2014/main" id="{0B32179D-936A-4BBC-965A-97A621D18048}"/>
                </a:ext>
              </a:extLst>
            </p:cNvPr>
            <p:cNvSpPr/>
            <p:nvPr/>
          </p:nvSpPr>
          <p:spPr>
            <a:xfrm rot="5609243">
              <a:off x="3742797" y="288682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星形: 五角 57">
              <a:extLst>
                <a:ext uri="{FF2B5EF4-FFF2-40B4-BE49-F238E27FC236}">
                  <a16:creationId xmlns:a16="http://schemas.microsoft.com/office/drawing/2014/main" id="{38BC1CB4-D5B9-4E1F-ACDB-8D3B6A193278}"/>
                </a:ext>
              </a:extLst>
            </p:cNvPr>
            <p:cNvSpPr/>
            <p:nvPr/>
          </p:nvSpPr>
          <p:spPr>
            <a:xfrm rot="3880281">
              <a:off x="4936672" y="241438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星形: 五角 58">
              <a:extLst>
                <a:ext uri="{FF2B5EF4-FFF2-40B4-BE49-F238E27FC236}">
                  <a16:creationId xmlns:a16="http://schemas.microsoft.com/office/drawing/2014/main" id="{9190444B-5608-4361-B22D-3AAFBAF92D00}"/>
                </a:ext>
              </a:extLst>
            </p:cNvPr>
            <p:cNvSpPr/>
            <p:nvPr/>
          </p:nvSpPr>
          <p:spPr>
            <a:xfrm>
              <a:off x="5584372" y="175906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星形: 五角 59">
              <a:extLst>
                <a:ext uri="{FF2B5EF4-FFF2-40B4-BE49-F238E27FC236}">
                  <a16:creationId xmlns:a16="http://schemas.microsoft.com/office/drawing/2014/main" id="{E7BECDF4-8AA2-49BB-8C74-A0FA73C9EDDA}"/>
                </a:ext>
              </a:extLst>
            </p:cNvPr>
            <p:cNvSpPr/>
            <p:nvPr/>
          </p:nvSpPr>
          <p:spPr>
            <a:xfrm>
              <a:off x="2818312" y="260488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389F7CD9-5061-4884-ADDE-5CE17150B600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 flipV="1">
              <a:off x="2673532" y="3012368"/>
              <a:ext cx="592588" cy="125914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972F847-6E2D-4D44-BF62-484DE7D1B30C}"/>
                </a:ext>
              </a:extLst>
            </p:cNvPr>
            <p:cNvCxnSpPr>
              <a:cxnSpLocks/>
              <a:stCxn id="52" idx="4"/>
              <a:endCxn id="53" idx="2"/>
            </p:cNvCxnSpPr>
            <p:nvPr/>
          </p:nvCxnSpPr>
          <p:spPr>
            <a:xfrm>
              <a:off x="3401182" y="2988471"/>
              <a:ext cx="1039239" cy="230033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E070494-79A4-4B1B-A6A5-0652E5647005}"/>
                </a:ext>
              </a:extLst>
            </p:cNvPr>
            <p:cNvCxnSpPr>
              <a:cxnSpLocks/>
              <a:stCxn id="53" idx="4"/>
              <a:endCxn id="54" idx="2"/>
            </p:cNvCxnSpPr>
            <p:nvPr/>
          </p:nvCxnSpPr>
          <p:spPr>
            <a:xfrm flipV="1">
              <a:off x="4579643" y="2566783"/>
              <a:ext cx="779464" cy="64093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42A620EF-452E-4C9C-BF50-EB949AF9A496}"/>
                </a:ext>
              </a:extLst>
            </p:cNvPr>
            <p:cNvCxnSpPr>
              <a:cxnSpLocks/>
              <a:stCxn id="54" idx="4"/>
              <a:endCxn id="55" idx="2"/>
            </p:cNvCxnSpPr>
            <p:nvPr/>
          </p:nvCxnSpPr>
          <p:spPr>
            <a:xfrm flipV="1">
              <a:off x="5470072" y="1926703"/>
              <a:ext cx="39195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D5945901-A93A-42C8-B60A-2A807B08A85F}"/>
                </a:ext>
              </a:extLst>
            </p:cNvPr>
            <p:cNvCxnSpPr>
              <a:cxnSpLocks/>
              <a:stCxn id="55" idx="4"/>
              <a:endCxn id="42" idx="2"/>
            </p:cNvCxnSpPr>
            <p:nvPr/>
          </p:nvCxnSpPr>
          <p:spPr>
            <a:xfrm flipV="1">
              <a:off x="5972992" y="1336153"/>
              <a:ext cx="838200" cy="50578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DA33CE2-5CBB-46C0-B0CF-CD05E74A6ED6}"/>
                </a:ext>
              </a:extLst>
            </p:cNvPr>
            <p:cNvCxnSpPr>
              <a:cxnSpLocks/>
              <a:stCxn id="19" idx="3"/>
              <a:endCxn id="56" idx="2"/>
            </p:cNvCxnSpPr>
            <p:nvPr/>
          </p:nvCxnSpPr>
          <p:spPr>
            <a:xfrm flipV="1">
              <a:off x="1826812" y="2861528"/>
              <a:ext cx="1136844" cy="30640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0053B62-6531-453C-BB79-ABD91A80B8BF}"/>
                </a:ext>
              </a:extLst>
            </p:cNvPr>
            <p:cNvCxnSpPr>
              <a:cxnSpLocks/>
              <a:stCxn id="56" idx="4"/>
              <a:endCxn id="57" idx="2"/>
            </p:cNvCxnSpPr>
            <p:nvPr/>
          </p:nvCxnSpPr>
          <p:spPr>
            <a:xfrm>
              <a:off x="3100460" y="2833527"/>
              <a:ext cx="645042" cy="7539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星形: 五角 67">
              <a:extLst>
                <a:ext uri="{FF2B5EF4-FFF2-40B4-BE49-F238E27FC236}">
                  <a16:creationId xmlns:a16="http://schemas.microsoft.com/office/drawing/2014/main" id="{82804274-E8D6-4247-AA68-F88429E3653F}"/>
                </a:ext>
              </a:extLst>
            </p:cNvPr>
            <p:cNvSpPr/>
            <p:nvPr/>
          </p:nvSpPr>
          <p:spPr>
            <a:xfrm rot="372011">
              <a:off x="4569445" y="3266539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2F66E3E0-6854-434D-B50B-84C1EE06F805}"/>
                </a:ext>
              </a:extLst>
            </p:cNvPr>
            <p:cNvCxnSpPr>
              <a:cxnSpLocks/>
              <a:stCxn id="57" idx="0"/>
              <a:endCxn id="68" idx="1"/>
            </p:cNvCxnSpPr>
            <p:nvPr/>
          </p:nvCxnSpPr>
          <p:spPr>
            <a:xfrm>
              <a:off x="3879830" y="2959575"/>
              <a:ext cx="691765" cy="35204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78D2BDF5-CEC6-40E2-B23F-F505ABFE0801}"/>
                </a:ext>
              </a:extLst>
            </p:cNvPr>
            <p:cNvCxnSpPr>
              <a:cxnSpLocks/>
              <a:stCxn id="68" idx="4"/>
              <a:endCxn id="58" idx="3"/>
            </p:cNvCxnSpPr>
            <p:nvPr/>
          </p:nvCxnSpPr>
          <p:spPr>
            <a:xfrm flipV="1">
              <a:off x="4707952" y="2550613"/>
              <a:ext cx="253445" cy="7758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3551EDC3-8BF0-41B9-902B-3ED84979DE7B}"/>
                </a:ext>
              </a:extLst>
            </p:cNvPr>
            <p:cNvCxnSpPr>
              <a:cxnSpLocks/>
              <a:stCxn id="58" idx="0"/>
              <a:endCxn id="59" idx="2"/>
            </p:cNvCxnSpPr>
            <p:nvPr/>
          </p:nvCxnSpPr>
          <p:spPr>
            <a:xfrm flipV="1">
              <a:off x="5067239" y="1896223"/>
              <a:ext cx="543328" cy="557401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F1DA070E-EE4F-4D01-BA7B-6F6FABE7701C}"/>
                </a:ext>
              </a:extLst>
            </p:cNvPr>
            <p:cNvCxnSpPr>
              <a:cxnSpLocks/>
              <a:stCxn id="59" idx="4"/>
              <a:endCxn id="42" idx="2"/>
            </p:cNvCxnSpPr>
            <p:nvPr/>
          </p:nvCxnSpPr>
          <p:spPr>
            <a:xfrm flipV="1">
              <a:off x="5721532" y="1336153"/>
              <a:ext cx="1089660" cy="47530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星形: 五角 72">
              <a:extLst>
                <a:ext uri="{FF2B5EF4-FFF2-40B4-BE49-F238E27FC236}">
                  <a16:creationId xmlns:a16="http://schemas.microsoft.com/office/drawing/2014/main" id="{1F53388B-90F4-4B82-9537-235FCF7289D3}"/>
                </a:ext>
              </a:extLst>
            </p:cNvPr>
            <p:cNvSpPr/>
            <p:nvPr/>
          </p:nvSpPr>
          <p:spPr>
            <a:xfrm>
              <a:off x="4456612" y="271918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星形: 五角 73">
              <a:extLst>
                <a:ext uri="{FF2B5EF4-FFF2-40B4-BE49-F238E27FC236}">
                  <a16:creationId xmlns:a16="http://schemas.microsoft.com/office/drawing/2014/main" id="{E90D0571-D712-4FDE-A541-8CF27208B103}"/>
                </a:ext>
              </a:extLst>
            </p:cNvPr>
            <p:cNvSpPr/>
            <p:nvPr/>
          </p:nvSpPr>
          <p:spPr>
            <a:xfrm>
              <a:off x="5142837" y="190384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星形: 五角 74">
              <a:extLst>
                <a:ext uri="{FF2B5EF4-FFF2-40B4-BE49-F238E27FC236}">
                  <a16:creationId xmlns:a16="http://schemas.microsoft.com/office/drawing/2014/main" id="{3B67B534-BB70-4701-BA77-9CE978237A6B}"/>
                </a:ext>
              </a:extLst>
            </p:cNvPr>
            <p:cNvSpPr/>
            <p:nvPr/>
          </p:nvSpPr>
          <p:spPr>
            <a:xfrm rot="3317061">
              <a:off x="3249810" y="1366917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星形: 五角 75">
              <a:extLst>
                <a:ext uri="{FF2B5EF4-FFF2-40B4-BE49-F238E27FC236}">
                  <a16:creationId xmlns:a16="http://schemas.microsoft.com/office/drawing/2014/main" id="{03768369-1A9E-4D66-93EF-F1637611AF11}"/>
                </a:ext>
              </a:extLst>
            </p:cNvPr>
            <p:cNvSpPr/>
            <p:nvPr/>
          </p:nvSpPr>
          <p:spPr>
            <a:xfrm>
              <a:off x="3763192" y="3153523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42A8A0F2-413B-4AAF-8DE6-B81EECAC2794}"/>
                </a:ext>
              </a:extLst>
            </p:cNvPr>
            <p:cNvCxnSpPr>
              <a:cxnSpLocks/>
              <a:stCxn id="16" idx="3"/>
              <a:endCxn id="60" idx="1"/>
            </p:cNvCxnSpPr>
            <p:nvPr/>
          </p:nvCxnSpPr>
          <p:spPr>
            <a:xfrm>
              <a:off x="2054158" y="2639261"/>
              <a:ext cx="764154" cy="1801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D3E58EAA-3529-42B3-A3E1-533FCD97DB79}"/>
                </a:ext>
              </a:extLst>
            </p:cNvPr>
            <p:cNvCxnSpPr>
              <a:cxnSpLocks/>
              <a:stCxn id="60" idx="4"/>
              <a:endCxn id="76" idx="1"/>
            </p:cNvCxnSpPr>
            <p:nvPr/>
          </p:nvCxnSpPr>
          <p:spPr>
            <a:xfrm>
              <a:off x="2940232" y="2657273"/>
              <a:ext cx="822960" cy="5486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889C6868-FCA3-4849-BB66-FE5D0D14E424}"/>
                </a:ext>
              </a:extLst>
            </p:cNvPr>
            <p:cNvCxnSpPr>
              <a:cxnSpLocks/>
              <a:stCxn id="76" idx="4"/>
              <a:endCxn id="73" idx="2"/>
            </p:cNvCxnSpPr>
            <p:nvPr/>
          </p:nvCxnSpPr>
          <p:spPr>
            <a:xfrm flipV="1">
              <a:off x="3885112" y="2856343"/>
              <a:ext cx="594785" cy="349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722A1695-CAF5-4128-9220-64F68BFD1CA9}"/>
                </a:ext>
              </a:extLst>
            </p:cNvPr>
            <p:cNvCxnSpPr>
              <a:cxnSpLocks/>
              <a:stCxn id="73" idx="4"/>
              <a:endCxn id="74" idx="2"/>
            </p:cNvCxnSpPr>
            <p:nvPr/>
          </p:nvCxnSpPr>
          <p:spPr>
            <a:xfrm flipV="1">
              <a:off x="4578532" y="2041003"/>
              <a:ext cx="587590" cy="730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0E1E465-76B2-4902-8CD3-967FA28E7AFE}"/>
                </a:ext>
              </a:extLst>
            </p:cNvPr>
            <p:cNvCxnSpPr>
              <a:cxnSpLocks/>
              <a:stCxn id="74" idx="4"/>
              <a:endCxn id="42" idx="2"/>
            </p:cNvCxnSpPr>
            <p:nvPr/>
          </p:nvCxnSpPr>
          <p:spPr>
            <a:xfrm flipV="1">
              <a:off x="5264757" y="1336153"/>
              <a:ext cx="1546435" cy="620080"/>
            </a:xfrm>
            <a:prstGeom prst="straightConnector1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1321BF8F-E436-4EF9-A4BB-ED46EDB60C3A}"/>
                </a:ext>
              </a:extLst>
            </p:cNvPr>
            <p:cNvCxnSpPr>
              <a:cxnSpLocks/>
              <a:stCxn id="18" idx="3"/>
              <a:endCxn id="75" idx="2"/>
            </p:cNvCxnSpPr>
            <p:nvPr/>
          </p:nvCxnSpPr>
          <p:spPr>
            <a:xfrm flipV="1">
              <a:off x="2553473" y="1443585"/>
              <a:ext cx="679469" cy="8515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立方体 82">
              <a:extLst>
                <a:ext uri="{FF2B5EF4-FFF2-40B4-BE49-F238E27FC236}">
                  <a16:creationId xmlns:a16="http://schemas.microsoft.com/office/drawing/2014/main" id="{23548DD2-AC8C-42DC-ABA6-010A3378C344}"/>
                </a:ext>
              </a:extLst>
            </p:cNvPr>
            <p:cNvSpPr/>
            <p:nvPr/>
          </p:nvSpPr>
          <p:spPr>
            <a:xfrm>
              <a:off x="4980385" y="5068943"/>
              <a:ext cx="504174" cy="59491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立方体 83">
              <a:extLst>
                <a:ext uri="{FF2B5EF4-FFF2-40B4-BE49-F238E27FC236}">
                  <a16:creationId xmlns:a16="http://schemas.microsoft.com/office/drawing/2014/main" id="{E249118E-0F98-464D-BE49-198FDFF71272}"/>
                </a:ext>
              </a:extLst>
            </p:cNvPr>
            <p:cNvSpPr/>
            <p:nvPr/>
          </p:nvSpPr>
          <p:spPr>
            <a:xfrm>
              <a:off x="5059304" y="4104473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星形: 五角 84">
              <a:extLst>
                <a:ext uri="{FF2B5EF4-FFF2-40B4-BE49-F238E27FC236}">
                  <a16:creationId xmlns:a16="http://schemas.microsoft.com/office/drawing/2014/main" id="{A14777C8-233B-4A29-83E1-E3521F474532}"/>
                </a:ext>
              </a:extLst>
            </p:cNvPr>
            <p:cNvSpPr/>
            <p:nvPr/>
          </p:nvSpPr>
          <p:spPr>
            <a:xfrm rot="622673">
              <a:off x="4265798" y="1485577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E803D034-F087-40C2-95CB-25A22B8C63CA}"/>
                </a:ext>
              </a:extLst>
            </p:cNvPr>
            <p:cNvCxnSpPr>
              <a:cxnSpLocks/>
              <a:stCxn id="75" idx="4"/>
              <a:endCxn id="85" idx="1"/>
            </p:cNvCxnSpPr>
            <p:nvPr/>
          </p:nvCxnSpPr>
          <p:spPr>
            <a:xfrm>
              <a:off x="3358795" y="1476385"/>
              <a:ext cx="910917" cy="50866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C381F52A-F1C0-4551-A360-10E8039ED3CA}"/>
                </a:ext>
              </a:extLst>
            </p:cNvPr>
            <p:cNvCxnSpPr>
              <a:cxnSpLocks/>
              <a:stCxn id="85" idx="4"/>
              <a:endCxn id="88" idx="1"/>
            </p:cNvCxnSpPr>
            <p:nvPr/>
          </p:nvCxnSpPr>
          <p:spPr>
            <a:xfrm>
              <a:off x="4389637" y="1549213"/>
              <a:ext cx="748879" cy="111815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星形: 五角 87">
              <a:extLst>
                <a:ext uri="{FF2B5EF4-FFF2-40B4-BE49-F238E27FC236}">
                  <a16:creationId xmlns:a16="http://schemas.microsoft.com/office/drawing/2014/main" id="{4292A6C0-8627-4B96-8C99-29A80E9FB597}"/>
                </a:ext>
              </a:extLst>
            </p:cNvPr>
            <p:cNvSpPr/>
            <p:nvPr/>
          </p:nvSpPr>
          <p:spPr>
            <a:xfrm rot="804682">
              <a:off x="5133098" y="1622336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9E685AC8-F26C-4E6B-8157-04A37FD04998}"/>
                </a:ext>
              </a:extLst>
            </p:cNvPr>
            <p:cNvCxnSpPr>
              <a:cxnSpLocks/>
              <a:stCxn id="88" idx="4"/>
              <a:endCxn id="42" idx="2"/>
            </p:cNvCxnSpPr>
            <p:nvPr/>
          </p:nvCxnSpPr>
          <p:spPr>
            <a:xfrm flipV="1">
              <a:off x="5257111" y="1336153"/>
              <a:ext cx="1554081" cy="3531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BC8C40A0-B6BF-4400-A9D6-7B3BCA8F3B65}"/>
                </a:ext>
              </a:extLst>
            </p:cNvPr>
            <p:cNvSpPr/>
            <p:nvPr/>
          </p:nvSpPr>
          <p:spPr>
            <a:xfrm>
              <a:off x="2300288" y="3914775"/>
              <a:ext cx="4281488" cy="1393031"/>
            </a:xfrm>
            <a:custGeom>
              <a:avLst/>
              <a:gdLst>
                <a:gd name="connsiteX0" fmla="*/ 0 w 3552825"/>
                <a:gd name="connsiteY0" fmla="*/ 1485900 h 1563817"/>
                <a:gd name="connsiteX1" fmla="*/ 466725 w 3552825"/>
                <a:gd name="connsiteY1" fmla="*/ 1047750 h 1563817"/>
                <a:gd name="connsiteX2" fmla="*/ 923925 w 3552825"/>
                <a:gd name="connsiteY2" fmla="*/ 1543050 h 1563817"/>
                <a:gd name="connsiteX3" fmla="*/ 1781175 w 3552825"/>
                <a:gd name="connsiteY3" fmla="*/ 1371600 h 1563817"/>
                <a:gd name="connsiteX4" fmla="*/ 2752725 w 3552825"/>
                <a:gd name="connsiteY4" fmla="*/ 485775 h 1563817"/>
                <a:gd name="connsiteX5" fmla="*/ 2952750 w 3552825"/>
                <a:gd name="connsiteY5" fmla="*/ 238125 h 1563817"/>
                <a:gd name="connsiteX6" fmla="*/ 3552825 w 3552825"/>
                <a:gd name="connsiteY6" fmla="*/ 0 h 15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25" h="1563817">
                  <a:moveTo>
                    <a:pt x="0" y="1485900"/>
                  </a:moveTo>
                  <a:cubicBezTo>
                    <a:pt x="156369" y="1262062"/>
                    <a:pt x="312738" y="1038225"/>
                    <a:pt x="466725" y="1047750"/>
                  </a:cubicBezTo>
                  <a:cubicBezTo>
                    <a:pt x="620712" y="1057275"/>
                    <a:pt x="704850" y="1489075"/>
                    <a:pt x="923925" y="1543050"/>
                  </a:cubicBezTo>
                  <a:cubicBezTo>
                    <a:pt x="1143000" y="1597025"/>
                    <a:pt x="1476375" y="1547813"/>
                    <a:pt x="1781175" y="1371600"/>
                  </a:cubicBezTo>
                  <a:cubicBezTo>
                    <a:pt x="2085975" y="1195387"/>
                    <a:pt x="2557463" y="674687"/>
                    <a:pt x="2752725" y="485775"/>
                  </a:cubicBezTo>
                  <a:cubicBezTo>
                    <a:pt x="2947987" y="296863"/>
                    <a:pt x="2819400" y="319087"/>
                    <a:pt x="2952750" y="238125"/>
                  </a:cubicBezTo>
                  <a:cubicBezTo>
                    <a:pt x="3086100" y="157163"/>
                    <a:pt x="3402012" y="23813"/>
                    <a:pt x="3552825" y="0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立方体 89">
              <a:extLst>
                <a:ext uri="{FF2B5EF4-FFF2-40B4-BE49-F238E27FC236}">
                  <a16:creationId xmlns:a16="http://schemas.microsoft.com/office/drawing/2014/main" id="{ABED74AD-FF84-4D67-A2B8-4AADE8996109}"/>
                </a:ext>
              </a:extLst>
            </p:cNvPr>
            <p:cNvSpPr/>
            <p:nvPr/>
          </p:nvSpPr>
          <p:spPr>
            <a:xfrm>
              <a:off x="3629348" y="3680847"/>
              <a:ext cx="434373" cy="73221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5E5404CD-601A-4FAE-AC39-03FB8A62E27F}"/>
                </a:ext>
              </a:extLst>
            </p:cNvPr>
            <p:cNvGrpSpPr/>
            <p:nvPr/>
          </p:nvGrpSpPr>
          <p:grpSpPr>
            <a:xfrm>
              <a:off x="1412935" y="4481852"/>
              <a:ext cx="1596047" cy="1399254"/>
              <a:chOff x="1412935" y="4481852"/>
              <a:chExt cx="1596047" cy="1399254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49AFE68-FAF1-4095-9354-CDD1544AA005}"/>
                  </a:ext>
                </a:extLst>
              </p:cNvPr>
              <p:cNvSpPr/>
              <p:nvPr/>
            </p:nvSpPr>
            <p:spPr>
              <a:xfrm rot="5136353">
                <a:off x="1595955" y="4801440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BAE9D16-3194-4426-983A-8E4C5F346938}"/>
                  </a:ext>
                </a:extLst>
              </p:cNvPr>
              <p:cNvSpPr/>
              <p:nvPr/>
            </p:nvSpPr>
            <p:spPr>
              <a:xfrm rot="4993526">
                <a:off x="1466417" y="5248009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91F827E5-5EC5-40E7-8E4C-551F12DC5BDE}"/>
                  </a:ext>
                </a:extLst>
              </p:cNvPr>
              <p:cNvSpPr/>
              <p:nvPr/>
            </p:nvSpPr>
            <p:spPr>
              <a:xfrm rot="5162698">
                <a:off x="2202687" y="4443302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37B41E28-8F4C-4C2E-BD02-8E96DF1617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92" y="523104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B85EC5A3-BD35-45DC-A157-E512D7025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2431" y="5642725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22120F88-F804-4519-AD50-A302AB030A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6947" y="47094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477B02C3-EAE6-450A-BD5B-C7A475FC5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9500" y="5338244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6BD2D58C-2960-4D57-A327-395FFC0A6F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5501" y="453702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0F1825D9-6DA4-4DFB-BD8F-49B53B1995A1}"/>
                  </a:ext>
                </a:extLst>
              </p:cNvPr>
              <p:cNvSpPr/>
              <p:nvPr/>
            </p:nvSpPr>
            <p:spPr>
              <a:xfrm rot="5210808">
                <a:off x="2263341" y="5061647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8CB10F5-C7BA-4D77-ABCF-88408A777D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7203" y="539594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D9EC2437-FAEF-48DB-B54C-A48CD45B9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8510" y="5402928"/>
                <a:ext cx="281592" cy="281592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C36F2EFD-8F5F-4C5C-A4FE-12B431BF2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3678" y="491693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C1E852A2-C1B8-47C2-8025-B0F167888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2053" y="504769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50DF5886-0A87-421F-9BDF-8C234676F9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4959" y="5199340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AFA15B39-33B4-4E80-9686-2DC8785D7FEC}"/>
                      </a:ext>
                    </a:extLst>
                  </p:cNvPr>
                  <p:cNvSpPr txBox="1"/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AFA15B39-33B4-4E80-9686-2DC8785D7F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BC0233ED-BA7B-4DC6-96B4-8D6D5E6D855A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BC0233ED-BA7B-4DC6-96B4-8D6D5E6D85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CA4676B-D56B-41D2-8332-112DD5B68A7B}"/>
                      </a:ext>
                    </a:extLst>
                  </p:cNvPr>
                  <p:cNvSpPr txBox="1"/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CA4676B-D56B-41D2-8332-112DD5B68A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9A5E0F-DFD0-4EF8-ACAB-E9A77F757FA7}"/>
                      </a:ext>
                    </a:extLst>
                  </p:cNvPr>
                  <p:cNvSpPr txBox="1"/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E59A5E0F-DFD0-4EF8-ACAB-E9A77F757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20EF986-A321-429F-BF39-3B5733F853A7}"/>
                    </a:ext>
                  </a:extLst>
                </p:cNvPr>
                <p:cNvSpPr txBox="1"/>
                <p:nvPr/>
              </p:nvSpPr>
              <p:spPr>
                <a:xfrm>
                  <a:off x="1847418" y="1999364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20EF986-A321-429F-BF39-3B5733F85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7418" y="1999364"/>
                  <a:ext cx="473528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550A384-E13A-4710-A426-1510D0B30C18}"/>
                    </a:ext>
                  </a:extLst>
                </p:cNvPr>
                <p:cNvSpPr txBox="1"/>
                <p:nvPr/>
              </p:nvSpPr>
              <p:spPr>
                <a:xfrm>
                  <a:off x="1433081" y="2599439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550A384-E13A-4710-A426-1510D0B30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081" y="2599439"/>
                  <a:ext cx="473528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40B7236-486C-42A5-999A-0E797C8C6CBD}"/>
                    </a:ext>
                  </a:extLst>
                </p:cNvPr>
                <p:cNvSpPr txBox="1"/>
                <p:nvPr/>
              </p:nvSpPr>
              <p:spPr>
                <a:xfrm>
                  <a:off x="1183049" y="3042353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40B7236-486C-42A5-999A-0E797C8C6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049" y="3042353"/>
                  <a:ext cx="47352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0538D9A4-BB3B-46A2-B49F-F6CDF15A2B57}"/>
                    </a:ext>
                  </a:extLst>
                </p:cNvPr>
                <p:cNvSpPr txBox="1"/>
                <p:nvPr/>
              </p:nvSpPr>
              <p:spPr>
                <a:xfrm>
                  <a:off x="1961717" y="3035210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0538D9A4-BB3B-46A2-B49F-F6CDF15A2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1717" y="3035210"/>
                  <a:ext cx="473528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744552CA-AF6C-4E2A-A88A-C19DE6620710}"/>
                </a:ext>
              </a:extLst>
            </p:cNvPr>
            <p:cNvSpPr/>
            <p:nvPr/>
          </p:nvSpPr>
          <p:spPr>
            <a:xfrm rot="5136353">
              <a:off x="4641574" y="4432347"/>
              <a:ext cx="579615" cy="6865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3" name="图片 262">
              <a:extLst>
                <a:ext uri="{FF2B5EF4-FFF2-40B4-BE49-F238E27FC236}">
                  <a16:creationId xmlns:a16="http://schemas.microsoft.com/office/drawing/2014/main" id="{60490B0E-11A0-49D2-AE15-7F71CB4F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9297" y="4547841"/>
              <a:ext cx="304800" cy="304800"/>
            </a:xfrm>
            <a:prstGeom prst="rect">
              <a:avLst/>
            </a:prstGeom>
          </p:spPr>
        </p:pic>
        <p:pic>
          <p:nvPicPr>
            <p:cNvPr id="264" name="图片 263">
              <a:extLst>
                <a:ext uri="{FF2B5EF4-FFF2-40B4-BE49-F238E27FC236}">
                  <a16:creationId xmlns:a16="http://schemas.microsoft.com/office/drawing/2014/main" id="{709AC305-9570-4D8E-A843-2BA8B65C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7672" y="4678603"/>
              <a:ext cx="304800" cy="304800"/>
            </a:xfrm>
            <a:prstGeom prst="rect">
              <a:avLst/>
            </a:prstGeom>
          </p:spPr>
        </p:pic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45603F75-868A-4C4A-A900-292C13D9771D}"/>
                </a:ext>
              </a:extLst>
            </p:cNvPr>
            <p:cNvGrpSpPr/>
            <p:nvPr/>
          </p:nvGrpSpPr>
          <p:grpSpPr>
            <a:xfrm>
              <a:off x="5273406" y="4091327"/>
              <a:ext cx="686579" cy="594547"/>
              <a:chOff x="5266262" y="3984171"/>
              <a:chExt cx="686579" cy="594547"/>
            </a:xfrm>
          </p:grpSpPr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C162C9E3-C199-4AEF-866C-16814153AAC3}"/>
                  </a:ext>
                </a:extLst>
              </p:cNvPr>
              <p:cNvSpPr/>
              <p:nvPr/>
            </p:nvSpPr>
            <p:spPr>
              <a:xfrm rot="5162698">
                <a:off x="5319744" y="394562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57" name="图片 256">
                <a:extLst>
                  <a:ext uri="{FF2B5EF4-FFF2-40B4-BE49-F238E27FC236}">
                    <a16:creationId xmlns:a16="http://schemas.microsoft.com/office/drawing/2014/main" id="{6EA17B0A-61FD-47DC-B404-E7FF8D8DD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4004" y="4211751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4C67AF48-B0CA-48D5-9984-40643C93E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2558" y="4039345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AB1CF618-8ED6-4D62-9FC3-7FD3C37D9B3B}"/>
                      </a:ext>
                    </a:extLst>
                  </p:cNvPr>
                  <p:cNvSpPr txBox="1"/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AB1CF618-8ED6-4D62-9FC3-7FD3C37D9B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8F11FD21-491E-4FAA-B644-24525D6C1A94}"/>
                    </a:ext>
                  </a:extLst>
                </p:cNvPr>
                <p:cNvSpPr txBox="1"/>
                <p:nvPr/>
              </p:nvSpPr>
              <p:spPr>
                <a:xfrm>
                  <a:off x="4643623" y="4476969"/>
                  <a:ext cx="3808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8F11FD21-491E-4FAA-B644-24525D6C1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623" y="4476969"/>
                  <a:ext cx="380810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DD2C858E-0C65-4F2D-8B21-5C2CF5929BAD}"/>
                </a:ext>
              </a:extLst>
            </p:cNvPr>
            <p:cNvGrpSpPr/>
            <p:nvPr/>
          </p:nvGrpSpPr>
          <p:grpSpPr>
            <a:xfrm>
              <a:off x="4251386" y="5153854"/>
              <a:ext cx="773290" cy="579615"/>
              <a:chOff x="4529992" y="4803810"/>
              <a:chExt cx="773290" cy="579615"/>
            </a:xfrm>
          </p:grpSpPr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E600C3D3-9932-454A-A2A6-F726A8AB5853}"/>
                  </a:ext>
                </a:extLst>
              </p:cNvPr>
              <p:cNvSpPr/>
              <p:nvPr/>
            </p:nvSpPr>
            <p:spPr>
              <a:xfrm rot="4993526">
                <a:off x="4583474" y="4750328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56" name="图片 255">
                <a:extLst>
                  <a:ext uri="{FF2B5EF4-FFF2-40B4-BE49-F238E27FC236}">
                    <a16:creationId xmlns:a16="http://schemas.microsoft.com/office/drawing/2014/main" id="{FC32D520-1123-4D15-991D-494D785360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488" y="5145044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4A061580-CA0F-4F6F-ADCA-8BE253A37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16557" y="4840563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262" name="图片 261">
                <a:extLst>
                  <a:ext uri="{FF2B5EF4-FFF2-40B4-BE49-F238E27FC236}">
                    <a16:creationId xmlns:a16="http://schemas.microsoft.com/office/drawing/2014/main" id="{B728797D-0E21-4F9B-A045-34A596954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5567" y="4905247"/>
                <a:ext cx="281592" cy="28159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49547055-3909-4411-8235-EEDA7799FB95}"/>
                      </a:ext>
                    </a:extLst>
                  </p:cNvPr>
                  <p:cNvSpPr txBox="1"/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49547055-3909-4411-8235-EEDA7799FB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0CB03EB6-7E6F-4143-8832-0A94A7214F64}"/>
                </a:ext>
              </a:extLst>
            </p:cNvPr>
            <p:cNvGrpSpPr/>
            <p:nvPr/>
          </p:nvGrpSpPr>
          <p:grpSpPr>
            <a:xfrm>
              <a:off x="5225012" y="4712208"/>
              <a:ext cx="836733" cy="654549"/>
              <a:chOff x="5289306" y="4655058"/>
              <a:chExt cx="836733" cy="654549"/>
            </a:xfrm>
          </p:grpSpPr>
          <p:pic>
            <p:nvPicPr>
              <p:cNvPr id="255" name="图片 254">
                <a:extLst>
                  <a:ext uri="{FF2B5EF4-FFF2-40B4-BE49-F238E27FC236}">
                    <a16:creationId xmlns:a16="http://schemas.microsoft.com/office/drawing/2014/main" id="{6B3E3E47-CBE8-4B8D-9CA9-D147BBC01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4949" y="4733363"/>
                <a:ext cx="304800" cy="304800"/>
              </a:xfrm>
              <a:prstGeom prst="rect">
                <a:avLst/>
              </a:prstGeom>
            </p:spPr>
          </p:pic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48B78510-3CDA-4FD6-AF0F-09A70654FFF4}"/>
                  </a:ext>
                </a:extLst>
              </p:cNvPr>
              <p:cNvSpPr/>
              <p:nvPr/>
            </p:nvSpPr>
            <p:spPr>
              <a:xfrm rot="5210808">
                <a:off x="5380398" y="4563966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1" name="图片 260">
                <a:extLst>
                  <a:ext uri="{FF2B5EF4-FFF2-40B4-BE49-F238E27FC236}">
                    <a16:creationId xmlns:a16="http://schemas.microsoft.com/office/drawing/2014/main" id="{2312D4D8-FFE5-415D-8F06-53B86F93D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4260" y="48982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265" name="图片 264">
                <a:extLst>
                  <a:ext uri="{FF2B5EF4-FFF2-40B4-BE49-F238E27FC236}">
                    <a16:creationId xmlns:a16="http://schemas.microsoft.com/office/drawing/2014/main" id="{B7088D67-AB14-4FCB-9B00-408507F7E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2016" y="4701659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4BF83F81-EEE8-4901-B797-0367B56BFC6C}"/>
                      </a:ext>
                    </a:extLst>
                  </p:cNvPr>
                  <p:cNvSpPr txBox="1"/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4BF83F81-EEE8-4901-B797-0367B56BF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CA621CB2-39E0-4683-85D0-9B5F677F43F1}"/>
                </a:ext>
              </a:extLst>
            </p:cNvPr>
            <p:cNvSpPr/>
            <p:nvPr/>
          </p:nvSpPr>
          <p:spPr>
            <a:xfrm>
              <a:off x="3160861" y="5178633"/>
              <a:ext cx="539077" cy="69962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300DE34E-B1ED-4A0D-A003-98CF53631FE4}"/>
                </a:ext>
              </a:extLst>
            </p:cNvPr>
            <p:cNvSpPr/>
            <p:nvPr/>
          </p:nvSpPr>
          <p:spPr>
            <a:xfrm>
              <a:off x="5927272" y="4168430"/>
              <a:ext cx="496637" cy="594917"/>
            </a:xfrm>
            <a:prstGeom prst="cube">
              <a:avLst>
                <a:gd name="adj" fmla="val 1987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FF06FB4-2644-41F4-9281-C4EAD872E15A}"/>
                </a:ext>
              </a:extLst>
            </p:cNvPr>
            <p:cNvCxnSpPr>
              <a:cxnSpLocks/>
              <a:stCxn id="19" idx="2"/>
              <a:endCxn id="9" idx="0"/>
            </p:cNvCxnSpPr>
            <p:nvPr/>
          </p:nvCxnSpPr>
          <p:spPr>
            <a:xfrm>
              <a:off x="1674412" y="3320334"/>
              <a:ext cx="422705" cy="223046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AF7FCF5-606A-4051-B5AE-1599A00BCA36}"/>
                </a:ext>
              </a:extLst>
            </p:cNvPr>
            <p:cNvCxnSpPr>
              <a:cxnSpLocks/>
              <a:stCxn id="21" idx="2"/>
              <a:endCxn id="25" idx="4"/>
            </p:cNvCxnSpPr>
            <p:nvPr/>
          </p:nvCxnSpPr>
          <p:spPr>
            <a:xfrm flipH="1">
              <a:off x="2172882" y="3246810"/>
              <a:ext cx="357075" cy="225621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4C87ECF-7EBE-4D8C-9DCB-F3E83E71A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557" y="2942010"/>
              <a:ext cx="304800" cy="304800"/>
            </a:xfrm>
            <a:prstGeom prst="rect">
              <a:avLst/>
            </a:prstGeom>
          </p:spPr>
        </p:pic>
        <p:sp>
          <p:nvSpPr>
            <p:cNvPr id="189" name="星形: 五角 188">
              <a:extLst>
                <a:ext uri="{FF2B5EF4-FFF2-40B4-BE49-F238E27FC236}">
                  <a16:creationId xmlns:a16="http://schemas.microsoft.com/office/drawing/2014/main" id="{B591F2C3-FFDB-4223-AE22-5703F48DB6AB}"/>
                </a:ext>
              </a:extLst>
            </p:cNvPr>
            <p:cNvSpPr/>
            <p:nvPr/>
          </p:nvSpPr>
          <p:spPr>
            <a:xfrm rot="20997962">
              <a:off x="3674132" y="5062519"/>
              <a:ext cx="135842" cy="12033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星形: 五角 189">
              <a:extLst>
                <a:ext uri="{FF2B5EF4-FFF2-40B4-BE49-F238E27FC236}">
                  <a16:creationId xmlns:a16="http://schemas.microsoft.com/office/drawing/2014/main" id="{054DB1E0-290F-4687-9188-A8BF8BCE9C8B}"/>
                </a:ext>
              </a:extLst>
            </p:cNvPr>
            <p:cNvSpPr/>
            <p:nvPr/>
          </p:nvSpPr>
          <p:spPr>
            <a:xfrm rot="1548584">
              <a:off x="3242046" y="4931305"/>
              <a:ext cx="108897" cy="93072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星形: 五角 190">
              <a:extLst>
                <a:ext uri="{FF2B5EF4-FFF2-40B4-BE49-F238E27FC236}">
                  <a16:creationId xmlns:a16="http://schemas.microsoft.com/office/drawing/2014/main" id="{D3570DDF-D531-41EC-A4D3-6DF5FAF2CBA9}"/>
                </a:ext>
              </a:extLst>
            </p:cNvPr>
            <p:cNvSpPr/>
            <p:nvPr/>
          </p:nvSpPr>
          <p:spPr>
            <a:xfrm>
              <a:off x="3083442" y="4749208"/>
              <a:ext cx="85059" cy="76817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星形: 五角 191">
              <a:extLst>
                <a:ext uri="{FF2B5EF4-FFF2-40B4-BE49-F238E27FC236}">
                  <a16:creationId xmlns:a16="http://schemas.microsoft.com/office/drawing/2014/main" id="{41877BE6-43E3-4B3B-ACB1-0E493C43AA91}"/>
                </a:ext>
              </a:extLst>
            </p:cNvPr>
            <p:cNvSpPr/>
            <p:nvPr/>
          </p:nvSpPr>
          <p:spPr>
            <a:xfrm rot="3317061">
              <a:off x="3381607" y="3779803"/>
              <a:ext cx="104287" cy="124711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800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A91DBF-43F5-4F2D-9D61-6DB9180B3CAF}"/>
              </a:ext>
            </a:extLst>
          </p:cNvPr>
          <p:cNvSpPr/>
          <p:nvPr/>
        </p:nvSpPr>
        <p:spPr>
          <a:xfrm>
            <a:off x="6667501" y="637221"/>
            <a:ext cx="5086350" cy="2407443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8E4C17-8E72-49F6-8BE2-56F017C6983E}"/>
              </a:ext>
            </a:extLst>
          </p:cNvPr>
          <p:cNvSpPr/>
          <p:nvPr/>
        </p:nvSpPr>
        <p:spPr>
          <a:xfrm>
            <a:off x="6681787" y="3637596"/>
            <a:ext cx="5050631" cy="2400300"/>
          </a:xfrm>
          <a:prstGeom prst="roundRect">
            <a:avLst>
              <a:gd name="adj" fmla="val 8398"/>
            </a:avLst>
          </a:prstGeom>
          <a:solidFill>
            <a:schemeClr val="bg1">
              <a:lumMod val="95000"/>
            </a:schemeClr>
          </a:solidFill>
          <a:ln cap="rnd">
            <a:solidFill>
              <a:srgbClr val="0070C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C0ACF3A-16D0-4818-83C2-58234A934322}"/>
              </a:ext>
            </a:extLst>
          </p:cNvPr>
          <p:cNvGrpSpPr/>
          <p:nvPr/>
        </p:nvGrpSpPr>
        <p:grpSpPr>
          <a:xfrm>
            <a:off x="6864183" y="1108712"/>
            <a:ext cx="1903574" cy="560544"/>
            <a:chOff x="3864767" y="657225"/>
            <a:chExt cx="1729349" cy="5929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DEDC3E-65C2-4C62-A027-CA3DCBD4E5CA}"/>
                </a:ext>
              </a:extLst>
            </p:cNvPr>
            <p:cNvSpPr/>
            <p:nvPr/>
          </p:nvSpPr>
          <p:spPr>
            <a:xfrm>
              <a:off x="3864767" y="657225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634F6D6-316A-4890-A8A5-3DEF27414910}"/>
                </a:ext>
              </a:extLst>
            </p:cNvPr>
            <p:cNvSpPr txBox="1"/>
            <p:nvPr/>
          </p:nvSpPr>
          <p:spPr>
            <a:xfrm>
              <a:off x="3958944" y="703518"/>
              <a:ext cx="1635172" cy="488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①</a:t>
              </a:r>
              <a:r>
                <a:rPr lang="zh-CN" altLang="en-US" sz="1200" dirty="0"/>
                <a:t>分簇、初始化各簇</a:t>
              </a:r>
              <a:r>
                <a:rPr lang="en-US" altLang="zh-CN" sz="1200" dirty="0"/>
                <a:t>RRT*</a:t>
              </a:r>
              <a:r>
                <a:rPr lang="zh-CN" altLang="en-US" sz="1200" dirty="0"/>
                <a:t>全局路径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AE1A2CF-45F8-4F19-B922-0D15FC2BE002}"/>
              </a:ext>
            </a:extLst>
          </p:cNvPr>
          <p:cNvGrpSpPr/>
          <p:nvPr/>
        </p:nvGrpSpPr>
        <p:grpSpPr>
          <a:xfrm>
            <a:off x="7549980" y="2255280"/>
            <a:ext cx="1571627" cy="592931"/>
            <a:chOff x="5514973" y="1496612"/>
            <a:chExt cx="1571627" cy="5929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98677C6-36C1-442E-B370-72E7623B0856}"/>
                </a:ext>
              </a:extLst>
            </p:cNvPr>
            <p:cNvSpPr/>
            <p:nvPr/>
          </p:nvSpPr>
          <p:spPr>
            <a:xfrm>
              <a:off x="5514973" y="1496612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866E5EE-48CF-4959-8D70-2C9D42474549}"/>
                </a:ext>
              </a:extLst>
            </p:cNvPr>
            <p:cNvSpPr txBox="1"/>
            <p:nvPr/>
          </p:nvSpPr>
          <p:spPr>
            <a:xfrm>
              <a:off x="5561174" y="1535907"/>
              <a:ext cx="1493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⑤</a:t>
              </a:r>
              <a:r>
                <a:rPr lang="zh-CN" altLang="en-US" sz="1200" dirty="0"/>
                <a:t>检测各簇全局路径是否发生碰撞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FA4CA34-2DF5-426D-B355-65EAC6AC5487}"/>
              </a:ext>
            </a:extLst>
          </p:cNvPr>
          <p:cNvGrpSpPr/>
          <p:nvPr/>
        </p:nvGrpSpPr>
        <p:grpSpPr>
          <a:xfrm>
            <a:off x="9793119" y="2258855"/>
            <a:ext cx="1550195" cy="542926"/>
            <a:chOff x="7365204" y="1607343"/>
            <a:chExt cx="1550195" cy="542926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97B6BCF-401A-492A-9B43-624AFB8EB604}"/>
                </a:ext>
              </a:extLst>
            </p:cNvPr>
            <p:cNvSpPr/>
            <p:nvPr/>
          </p:nvSpPr>
          <p:spPr>
            <a:xfrm>
              <a:off x="7365204" y="1607343"/>
              <a:ext cx="1550195" cy="5429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44E6608-561E-4B1D-992B-275B6BC46B69}"/>
                </a:ext>
              </a:extLst>
            </p:cNvPr>
            <p:cNvSpPr txBox="1"/>
            <p:nvPr/>
          </p:nvSpPr>
          <p:spPr>
            <a:xfrm>
              <a:off x="7375683" y="1657351"/>
              <a:ext cx="1457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⑥</a:t>
              </a:r>
              <a:r>
                <a:rPr lang="zh-CN" altLang="en-US" sz="1200" dirty="0"/>
                <a:t>重新规划碰撞的</a:t>
              </a:r>
              <a:r>
                <a:rPr lang="en-US" altLang="zh-CN" sz="1200" dirty="0"/>
                <a:t>RRT*</a:t>
              </a:r>
              <a:r>
                <a:rPr lang="zh-CN" altLang="en-US" sz="1200" dirty="0"/>
                <a:t>路径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2C123F5-D00B-4627-8F8A-22891D530D67}"/>
              </a:ext>
            </a:extLst>
          </p:cNvPr>
          <p:cNvGrpSpPr/>
          <p:nvPr/>
        </p:nvGrpSpPr>
        <p:grpSpPr>
          <a:xfrm>
            <a:off x="6803044" y="3820472"/>
            <a:ext cx="1678964" cy="434818"/>
            <a:chOff x="1382212" y="3857624"/>
            <a:chExt cx="1631022" cy="5929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F48C4FB-9A14-4A24-8636-637D638F7FF8}"/>
                </a:ext>
              </a:extLst>
            </p:cNvPr>
            <p:cNvSpPr/>
            <p:nvPr/>
          </p:nvSpPr>
          <p:spPr>
            <a:xfrm>
              <a:off x="1393029" y="3857624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1DE8413-E4AA-4E7C-924B-78F23AB4DC42}"/>
                </a:ext>
              </a:extLst>
            </p:cNvPr>
            <p:cNvSpPr txBox="1"/>
            <p:nvPr/>
          </p:nvSpPr>
          <p:spPr>
            <a:xfrm>
              <a:off x="1382212" y="3958936"/>
              <a:ext cx="1631022" cy="377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②</a:t>
              </a:r>
              <a:r>
                <a:rPr lang="zh-CN" altLang="en-US" sz="1200" dirty="0"/>
                <a:t>计算</a:t>
              </a:r>
              <a:r>
                <a:rPr lang="en-US" altLang="zh-CN" sz="1200" dirty="0"/>
                <a:t>SINR,</a:t>
              </a:r>
              <a:r>
                <a:rPr lang="zh-CN" altLang="en-US" sz="1200" dirty="0"/>
                <a:t>构建</a:t>
              </a:r>
              <a:r>
                <a:rPr lang="en-US" altLang="zh-CN" sz="1200" dirty="0"/>
                <a:t>MST</a:t>
              </a:r>
              <a:endParaRPr lang="zh-CN" altLang="en-US" sz="12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A87FB2A-9FA0-4801-918D-F2DFF71C8694}"/>
              </a:ext>
            </a:extLst>
          </p:cNvPr>
          <p:cNvGrpSpPr/>
          <p:nvPr/>
        </p:nvGrpSpPr>
        <p:grpSpPr>
          <a:xfrm>
            <a:off x="9260667" y="3880485"/>
            <a:ext cx="2000264" cy="410528"/>
            <a:chOff x="1243010" y="5029200"/>
            <a:chExt cx="1571627" cy="5929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3CBAE65-1077-4520-98C7-D239F2AFD1EB}"/>
                </a:ext>
              </a:extLst>
            </p:cNvPr>
            <p:cNvSpPr/>
            <p:nvPr/>
          </p:nvSpPr>
          <p:spPr>
            <a:xfrm>
              <a:off x="1243010" y="5029200"/>
              <a:ext cx="1571627" cy="59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92CB19E-7261-4708-B922-0434A6E8969D}"/>
                </a:ext>
              </a:extLst>
            </p:cNvPr>
            <p:cNvSpPr txBox="1"/>
            <p:nvPr/>
          </p:nvSpPr>
          <p:spPr>
            <a:xfrm>
              <a:off x="1316121" y="5134768"/>
              <a:ext cx="1464468" cy="400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④</a:t>
              </a:r>
              <a:r>
                <a:rPr lang="zh-CN" altLang="en-US" sz="1200" dirty="0"/>
                <a:t>更新障碍物等环境信息</a:t>
              </a:r>
            </a:p>
          </p:txBody>
        </p:sp>
      </p:grp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2FC89B-DA16-4E79-AA1A-F9D400BC881E}"/>
              </a:ext>
            </a:extLst>
          </p:cNvPr>
          <p:cNvCxnSpPr>
            <a:stCxn id="24" idx="0"/>
            <a:endCxn id="20" idx="2"/>
          </p:cNvCxnSpPr>
          <p:nvPr/>
        </p:nvCxnSpPr>
        <p:spPr>
          <a:xfrm flipH="1" flipV="1">
            <a:off x="8335794" y="2848211"/>
            <a:ext cx="1925005" cy="1032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79E0543-B87C-4CC4-B532-D878BE1F5873}"/>
              </a:ext>
            </a:extLst>
          </p:cNvPr>
          <p:cNvCxnSpPr>
            <a:cxnSpLocks/>
          </p:cNvCxnSpPr>
          <p:nvPr/>
        </p:nvCxnSpPr>
        <p:spPr>
          <a:xfrm>
            <a:off x="9121607" y="2501740"/>
            <a:ext cx="6391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583C7B1-209E-4892-9EBB-5931AEB4A7A8}"/>
              </a:ext>
            </a:extLst>
          </p:cNvPr>
          <p:cNvCxnSpPr>
            <a:cxnSpLocks/>
          </p:cNvCxnSpPr>
          <p:nvPr/>
        </p:nvCxnSpPr>
        <p:spPr>
          <a:xfrm>
            <a:off x="7374729" y="1690687"/>
            <a:ext cx="0" cy="21074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276549B-A5B4-49F6-AC87-D1270895E456}"/>
              </a:ext>
            </a:extLst>
          </p:cNvPr>
          <p:cNvCxnSpPr>
            <a:cxnSpLocks/>
          </p:cNvCxnSpPr>
          <p:nvPr/>
        </p:nvCxnSpPr>
        <p:spPr>
          <a:xfrm>
            <a:off x="7917650" y="2869406"/>
            <a:ext cx="0" cy="9286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57D06EE6-192F-45DC-B502-6DC8ACDC767C}"/>
              </a:ext>
            </a:extLst>
          </p:cNvPr>
          <p:cNvSpPr txBox="1"/>
          <p:nvPr/>
        </p:nvSpPr>
        <p:spPr>
          <a:xfrm>
            <a:off x="6857046" y="644368"/>
            <a:ext cx="171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顶层全局规划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D776B5B-7D47-4A58-97E1-148B4D750841}"/>
              </a:ext>
            </a:extLst>
          </p:cNvPr>
          <p:cNvSpPr txBox="1"/>
          <p:nvPr/>
        </p:nvSpPr>
        <p:spPr>
          <a:xfrm>
            <a:off x="6663070" y="5529973"/>
            <a:ext cx="1644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底层局部规划</a:t>
            </a:r>
          </a:p>
        </p:txBody>
      </p: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72F19A79-5990-4710-920E-DCA16FD4267E}"/>
              </a:ext>
            </a:extLst>
          </p:cNvPr>
          <p:cNvGrpSpPr/>
          <p:nvPr/>
        </p:nvGrpSpPr>
        <p:grpSpPr>
          <a:xfrm>
            <a:off x="8855862" y="701992"/>
            <a:ext cx="2512219" cy="1381601"/>
            <a:chOff x="7017544" y="725805"/>
            <a:chExt cx="2512219" cy="138160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81F6904-E6DD-4A0C-B0E6-A4CC433B9DD0}"/>
                </a:ext>
              </a:extLst>
            </p:cNvPr>
            <p:cNvGrpSpPr/>
            <p:nvPr/>
          </p:nvGrpSpPr>
          <p:grpSpPr>
            <a:xfrm>
              <a:off x="7017544" y="725805"/>
              <a:ext cx="2512219" cy="1381601"/>
              <a:chOff x="9930313" y="2196110"/>
              <a:chExt cx="2613234" cy="708382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D3374A74-DB25-49C0-AF36-D59A9CBA8CDD}"/>
                  </a:ext>
                </a:extLst>
              </p:cNvPr>
              <p:cNvSpPr/>
              <p:nvPr/>
            </p:nvSpPr>
            <p:spPr>
              <a:xfrm>
                <a:off x="9930313" y="2196110"/>
                <a:ext cx="2613234" cy="70838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40C2F8-5568-4B16-82ED-AF1F99001073}"/>
                  </a:ext>
                </a:extLst>
              </p:cNvPr>
              <p:cNvSpPr txBox="1"/>
              <p:nvPr/>
            </p:nvSpPr>
            <p:spPr>
              <a:xfrm>
                <a:off x="9951622" y="2268032"/>
                <a:ext cx="673775" cy="537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⑦</a:t>
                </a:r>
                <a:r>
                  <a:rPr lang="zh-CN" altLang="en-US" sz="1200" dirty="0"/>
                  <a:t>计算</a:t>
                </a:r>
                <a:r>
                  <a:rPr lang="en-US" altLang="zh-CN" sz="1200" dirty="0"/>
                  <a:t>frechet</a:t>
                </a:r>
                <a:r>
                  <a:rPr lang="zh-CN" altLang="en-US" sz="1200" dirty="0"/>
                  <a:t>距离是否满足要求</a:t>
                </a:r>
              </a:p>
            </p:txBody>
          </p:sp>
        </p:grp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A01F8B7C-9C7A-4927-8127-5243A07FFE71}"/>
                </a:ext>
              </a:extLst>
            </p:cNvPr>
            <p:cNvGrpSpPr/>
            <p:nvPr/>
          </p:nvGrpSpPr>
          <p:grpSpPr>
            <a:xfrm>
              <a:off x="7729534" y="800101"/>
              <a:ext cx="1764508" cy="1254103"/>
              <a:chOff x="7596752" y="1373267"/>
              <a:chExt cx="3030873" cy="1911107"/>
            </a:xfrm>
          </p:grpSpPr>
          <p:grpSp>
            <p:nvGrpSpPr>
              <p:cNvPr id="308" name="组合 307">
                <a:extLst>
                  <a:ext uri="{FF2B5EF4-FFF2-40B4-BE49-F238E27FC236}">
                    <a16:creationId xmlns:a16="http://schemas.microsoft.com/office/drawing/2014/main" id="{9B009CC8-B441-4310-8768-6FEC69511B42}"/>
                  </a:ext>
                </a:extLst>
              </p:cNvPr>
              <p:cNvGrpSpPr/>
              <p:nvPr/>
            </p:nvGrpSpPr>
            <p:grpSpPr>
              <a:xfrm>
                <a:off x="7656840" y="1373267"/>
                <a:ext cx="2733676" cy="1876425"/>
                <a:chOff x="7593497" y="938346"/>
                <a:chExt cx="2733676" cy="1876425"/>
              </a:xfrm>
            </p:grpSpPr>
            <p:sp>
              <p:nvSpPr>
                <p:cNvPr id="315" name="矩形 314">
                  <a:extLst>
                    <a:ext uri="{FF2B5EF4-FFF2-40B4-BE49-F238E27FC236}">
                      <a16:creationId xmlns:a16="http://schemas.microsoft.com/office/drawing/2014/main" id="{F32FAF7C-C472-4930-A959-A115608E8E90}"/>
                    </a:ext>
                  </a:extLst>
                </p:cNvPr>
                <p:cNvSpPr/>
                <p:nvPr/>
              </p:nvSpPr>
              <p:spPr>
                <a:xfrm>
                  <a:off x="7593497" y="938346"/>
                  <a:ext cx="2733676" cy="18764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00" dirty="0"/>
                </a:p>
              </p:txBody>
            </p:sp>
            <p:grpSp>
              <p:nvGrpSpPr>
                <p:cNvPr id="316" name="组合 315">
                  <a:extLst>
                    <a:ext uri="{FF2B5EF4-FFF2-40B4-BE49-F238E27FC236}">
                      <a16:creationId xmlns:a16="http://schemas.microsoft.com/office/drawing/2014/main" id="{2BA7DEAA-F75D-4219-826E-DE1E8B1FD5EB}"/>
                    </a:ext>
                  </a:extLst>
                </p:cNvPr>
                <p:cNvGrpSpPr/>
                <p:nvPr/>
              </p:nvGrpSpPr>
              <p:grpSpPr>
                <a:xfrm>
                  <a:off x="8144142" y="1803163"/>
                  <a:ext cx="2102265" cy="982768"/>
                  <a:chOff x="8083419" y="1025603"/>
                  <a:chExt cx="2231549" cy="1871560"/>
                </a:xfrm>
              </p:grpSpPr>
              <p:sp>
                <p:nvSpPr>
                  <p:cNvPr id="335" name="星形: 五角 334">
                    <a:extLst>
                      <a:ext uri="{FF2B5EF4-FFF2-40B4-BE49-F238E27FC236}">
                        <a16:creationId xmlns:a16="http://schemas.microsoft.com/office/drawing/2014/main" id="{FFFEE9DA-1385-4C1F-852A-FE30FB63D8F4}"/>
                      </a:ext>
                    </a:extLst>
                  </p:cNvPr>
                  <p:cNvSpPr/>
                  <p:nvPr/>
                </p:nvSpPr>
                <p:spPr>
                  <a:xfrm>
                    <a:off x="8836688" y="211907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36" name="星形: 五角 335">
                    <a:extLst>
                      <a:ext uri="{FF2B5EF4-FFF2-40B4-BE49-F238E27FC236}">
                        <a16:creationId xmlns:a16="http://schemas.microsoft.com/office/drawing/2014/main" id="{51F9640B-4708-40B5-8148-04F269E9A367}"/>
                      </a:ext>
                    </a:extLst>
                  </p:cNvPr>
                  <p:cNvSpPr/>
                  <p:nvPr/>
                </p:nvSpPr>
                <p:spPr>
                  <a:xfrm>
                    <a:off x="9339608" y="147899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37" name="直接箭头连接符 336">
                    <a:extLst>
                      <a:ext uri="{FF2B5EF4-FFF2-40B4-BE49-F238E27FC236}">
                        <a16:creationId xmlns:a16="http://schemas.microsoft.com/office/drawing/2014/main" id="{1E5CC842-EA89-46D5-A697-92D8CAE91E7A}"/>
                      </a:ext>
                    </a:extLst>
                  </p:cNvPr>
                  <p:cNvCxnSpPr>
                    <a:cxnSpLocks/>
                    <a:endCxn id="335" idx="2"/>
                  </p:cNvCxnSpPr>
                  <p:nvPr/>
                </p:nvCxnSpPr>
                <p:spPr>
                  <a:xfrm flipV="1">
                    <a:off x="8083419" y="2256233"/>
                    <a:ext cx="779464" cy="64093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直接箭头连接符 337">
                    <a:extLst>
                      <a:ext uri="{FF2B5EF4-FFF2-40B4-BE49-F238E27FC236}">
                        <a16:creationId xmlns:a16="http://schemas.microsoft.com/office/drawing/2014/main" id="{33E500BF-F64B-4908-B9F6-1044241165BA}"/>
                      </a:ext>
                    </a:extLst>
                  </p:cNvPr>
                  <p:cNvCxnSpPr>
                    <a:cxnSpLocks/>
                    <a:stCxn id="335" idx="4"/>
                    <a:endCxn id="336" idx="2"/>
                  </p:cNvCxnSpPr>
                  <p:nvPr/>
                </p:nvCxnSpPr>
                <p:spPr>
                  <a:xfrm flipV="1">
                    <a:off x="8973848" y="1616153"/>
                    <a:ext cx="391955" cy="55531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直接箭头连接符 338">
                    <a:extLst>
                      <a:ext uri="{FF2B5EF4-FFF2-40B4-BE49-F238E27FC236}">
                        <a16:creationId xmlns:a16="http://schemas.microsoft.com/office/drawing/2014/main" id="{2991BFEB-4D72-4023-8804-3BD626EF0848}"/>
                      </a:ext>
                    </a:extLst>
                  </p:cNvPr>
                  <p:cNvCxnSpPr>
                    <a:cxnSpLocks/>
                    <a:stCxn id="336" idx="4"/>
                  </p:cNvCxnSpPr>
                  <p:nvPr/>
                </p:nvCxnSpPr>
                <p:spPr>
                  <a:xfrm flipV="1">
                    <a:off x="9476768" y="1025603"/>
                    <a:ext cx="838200" cy="50578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7" name="组合 316">
                  <a:extLst>
                    <a:ext uri="{FF2B5EF4-FFF2-40B4-BE49-F238E27FC236}">
                      <a16:creationId xmlns:a16="http://schemas.microsoft.com/office/drawing/2014/main" id="{6DD2015F-D327-43AC-ABFD-C79BF4CD3CCA}"/>
                    </a:ext>
                  </a:extLst>
                </p:cNvPr>
                <p:cNvGrpSpPr/>
                <p:nvPr/>
              </p:nvGrpSpPr>
              <p:grpSpPr>
                <a:xfrm>
                  <a:off x="7853585" y="1563880"/>
                  <a:ext cx="2418459" cy="1196411"/>
                  <a:chOff x="8015175" y="999965"/>
                  <a:chExt cx="2103240" cy="1990278"/>
                </a:xfrm>
              </p:grpSpPr>
              <p:sp>
                <p:nvSpPr>
                  <p:cNvPr id="330" name="星形: 五角 329">
                    <a:extLst>
                      <a:ext uri="{FF2B5EF4-FFF2-40B4-BE49-F238E27FC236}">
                        <a16:creationId xmlns:a16="http://schemas.microsoft.com/office/drawing/2014/main" id="{B6E6699F-DD16-4B22-BD3F-0C9B0833A01A}"/>
                      </a:ext>
                    </a:extLst>
                  </p:cNvPr>
                  <p:cNvSpPr/>
                  <p:nvPr/>
                </p:nvSpPr>
                <p:spPr>
                  <a:xfrm rot="3880281">
                    <a:off x="8243895" y="2078195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31" name="星形: 五角 330">
                    <a:extLst>
                      <a:ext uri="{FF2B5EF4-FFF2-40B4-BE49-F238E27FC236}">
                        <a16:creationId xmlns:a16="http://schemas.microsoft.com/office/drawing/2014/main" id="{649DDA53-C2FE-4238-89C1-799A4265D63A}"/>
                      </a:ext>
                    </a:extLst>
                  </p:cNvPr>
                  <p:cNvSpPr/>
                  <p:nvPr/>
                </p:nvSpPr>
                <p:spPr>
                  <a:xfrm>
                    <a:off x="8891595" y="1422875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32" name="直接箭头连接符 331">
                    <a:extLst>
                      <a:ext uri="{FF2B5EF4-FFF2-40B4-BE49-F238E27FC236}">
                        <a16:creationId xmlns:a16="http://schemas.microsoft.com/office/drawing/2014/main" id="{30C40080-90E2-45CD-BA58-2AEE32A10010}"/>
                      </a:ext>
                    </a:extLst>
                  </p:cNvPr>
                  <p:cNvCxnSpPr>
                    <a:cxnSpLocks/>
                    <a:endCxn id="330" idx="3"/>
                  </p:cNvCxnSpPr>
                  <p:nvPr/>
                </p:nvCxnSpPr>
                <p:spPr>
                  <a:xfrm flipV="1">
                    <a:off x="8015175" y="2214425"/>
                    <a:ext cx="253445" cy="775818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直接箭头连接符 332">
                    <a:extLst>
                      <a:ext uri="{FF2B5EF4-FFF2-40B4-BE49-F238E27FC236}">
                        <a16:creationId xmlns:a16="http://schemas.microsoft.com/office/drawing/2014/main" id="{D05674E3-A2AD-4C67-BB43-30920C99AA66}"/>
                      </a:ext>
                    </a:extLst>
                  </p:cNvPr>
                  <p:cNvCxnSpPr>
                    <a:cxnSpLocks/>
                    <a:stCxn id="330" idx="0"/>
                    <a:endCxn id="331" idx="2"/>
                  </p:cNvCxnSpPr>
                  <p:nvPr/>
                </p:nvCxnSpPr>
                <p:spPr>
                  <a:xfrm flipV="1">
                    <a:off x="8374462" y="1560035"/>
                    <a:ext cx="543328" cy="557401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直接箭头连接符 333">
                    <a:extLst>
                      <a:ext uri="{FF2B5EF4-FFF2-40B4-BE49-F238E27FC236}">
                        <a16:creationId xmlns:a16="http://schemas.microsoft.com/office/drawing/2014/main" id="{8991C756-F948-4F04-B3A5-8CA3FDF782E6}"/>
                      </a:ext>
                    </a:extLst>
                  </p:cNvPr>
                  <p:cNvCxnSpPr>
                    <a:cxnSpLocks/>
                    <a:stCxn id="331" idx="4"/>
                  </p:cNvCxnSpPr>
                  <p:nvPr/>
                </p:nvCxnSpPr>
                <p:spPr>
                  <a:xfrm flipV="1">
                    <a:off x="9028755" y="999965"/>
                    <a:ext cx="1089660" cy="47530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8" name="组合 317">
                  <a:extLst>
                    <a:ext uri="{FF2B5EF4-FFF2-40B4-BE49-F238E27FC236}">
                      <a16:creationId xmlns:a16="http://schemas.microsoft.com/office/drawing/2014/main" id="{A963604F-4C39-4140-B08E-5E33097E1370}"/>
                    </a:ext>
                  </a:extLst>
                </p:cNvPr>
                <p:cNvGrpSpPr/>
                <p:nvPr/>
              </p:nvGrpSpPr>
              <p:grpSpPr>
                <a:xfrm>
                  <a:off x="7622849" y="957129"/>
                  <a:ext cx="1820254" cy="897308"/>
                  <a:chOff x="7585441" y="239389"/>
                  <a:chExt cx="2926080" cy="1869760"/>
                </a:xfrm>
                <a:solidFill>
                  <a:srgbClr val="C00000"/>
                </a:solidFill>
              </p:grpSpPr>
              <p:sp>
                <p:nvSpPr>
                  <p:cNvPr id="325" name="星形: 五角 324">
                    <a:extLst>
                      <a:ext uri="{FF2B5EF4-FFF2-40B4-BE49-F238E27FC236}">
                        <a16:creationId xmlns:a16="http://schemas.microsoft.com/office/drawing/2014/main" id="{C65E6E85-0919-4022-B9B4-3CE73D0696B2}"/>
                      </a:ext>
                    </a:extLst>
                  </p:cNvPr>
                  <p:cNvSpPr/>
                  <p:nvPr/>
                </p:nvSpPr>
                <p:spPr>
                  <a:xfrm>
                    <a:off x="8156941" y="1622419"/>
                    <a:ext cx="121920" cy="137160"/>
                  </a:xfrm>
                  <a:prstGeom prst="star5">
                    <a:avLst/>
                  </a:prstGeom>
                  <a:grpFill/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26" name="星形: 五角 325">
                    <a:extLst>
                      <a:ext uri="{FF2B5EF4-FFF2-40B4-BE49-F238E27FC236}">
                        <a16:creationId xmlns:a16="http://schemas.microsoft.com/office/drawing/2014/main" id="{35634E1D-0376-4067-88DF-A34F8D7175DE}"/>
                      </a:ext>
                    </a:extLst>
                  </p:cNvPr>
                  <p:cNvSpPr/>
                  <p:nvPr/>
                </p:nvSpPr>
                <p:spPr>
                  <a:xfrm>
                    <a:off x="8843166" y="807079"/>
                    <a:ext cx="121920" cy="137160"/>
                  </a:xfrm>
                  <a:prstGeom prst="star5">
                    <a:avLst/>
                  </a:prstGeom>
                  <a:grpFill/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27" name="直接箭头连接符 326">
                    <a:extLst>
                      <a:ext uri="{FF2B5EF4-FFF2-40B4-BE49-F238E27FC236}">
                        <a16:creationId xmlns:a16="http://schemas.microsoft.com/office/drawing/2014/main" id="{2FD0CAD3-A227-4D0C-8834-763F217EC165}"/>
                      </a:ext>
                    </a:extLst>
                  </p:cNvPr>
                  <p:cNvCxnSpPr>
                    <a:cxnSpLocks/>
                    <a:endCxn id="325" idx="2"/>
                  </p:cNvCxnSpPr>
                  <p:nvPr/>
                </p:nvCxnSpPr>
                <p:spPr>
                  <a:xfrm flipV="1">
                    <a:off x="7585441" y="1759579"/>
                    <a:ext cx="594785" cy="34957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直接箭头连接符 327">
                    <a:extLst>
                      <a:ext uri="{FF2B5EF4-FFF2-40B4-BE49-F238E27FC236}">
                        <a16:creationId xmlns:a16="http://schemas.microsoft.com/office/drawing/2014/main" id="{97A0CD3C-4715-46D2-AE45-DE3B5A9968A5}"/>
                      </a:ext>
                    </a:extLst>
                  </p:cNvPr>
                  <p:cNvCxnSpPr>
                    <a:cxnSpLocks/>
                    <a:stCxn id="325" idx="4"/>
                    <a:endCxn id="326" idx="2"/>
                  </p:cNvCxnSpPr>
                  <p:nvPr/>
                </p:nvCxnSpPr>
                <p:spPr>
                  <a:xfrm flipV="1">
                    <a:off x="8278861" y="944239"/>
                    <a:ext cx="587590" cy="73057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9" name="直接箭头连接符 328">
                    <a:extLst>
                      <a:ext uri="{FF2B5EF4-FFF2-40B4-BE49-F238E27FC236}">
                        <a16:creationId xmlns:a16="http://schemas.microsoft.com/office/drawing/2014/main" id="{1B38D286-6372-4970-AE03-EDE2DDD518AE}"/>
                      </a:ext>
                    </a:extLst>
                  </p:cNvPr>
                  <p:cNvCxnSpPr>
                    <a:cxnSpLocks/>
                    <a:stCxn id="326" idx="4"/>
                  </p:cNvCxnSpPr>
                  <p:nvPr/>
                </p:nvCxnSpPr>
                <p:spPr>
                  <a:xfrm flipV="1">
                    <a:off x="8965086" y="239389"/>
                    <a:ext cx="1546435" cy="620080"/>
                  </a:xfrm>
                  <a:prstGeom prst="straightConnector1">
                    <a:avLst/>
                  </a:prstGeom>
                  <a:grpFill/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9" name="组合 318">
                  <a:extLst>
                    <a:ext uri="{FF2B5EF4-FFF2-40B4-BE49-F238E27FC236}">
                      <a16:creationId xmlns:a16="http://schemas.microsoft.com/office/drawing/2014/main" id="{F5685893-5AC5-48DB-9CDF-0D21AE176EFC}"/>
                    </a:ext>
                  </a:extLst>
                </p:cNvPr>
                <p:cNvGrpSpPr/>
                <p:nvPr/>
              </p:nvGrpSpPr>
              <p:grpSpPr>
                <a:xfrm>
                  <a:off x="8595361" y="2042160"/>
                  <a:ext cx="1714500" cy="754380"/>
                  <a:chOff x="8083419" y="1025603"/>
                  <a:chExt cx="2231549" cy="1871560"/>
                </a:xfrm>
              </p:grpSpPr>
              <p:sp>
                <p:nvSpPr>
                  <p:cNvPr id="320" name="星形: 五角 319">
                    <a:extLst>
                      <a:ext uri="{FF2B5EF4-FFF2-40B4-BE49-F238E27FC236}">
                        <a16:creationId xmlns:a16="http://schemas.microsoft.com/office/drawing/2014/main" id="{FFEB5018-476D-450C-BF2B-E6C09AC39877}"/>
                      </a:ext>
                    </a:extLst>
                  </p:cNvPr>
                  <p:cNvSpPr/>
                  <p:nvPr/>
                </p:nvSpPr>
                <p:spPr>
                  <a:xfrm>
                    <a:off x="8836688" y="211907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sp>
                <p:nvSpPr>
                  <p:cNvPr id="321" name="星形: 五角 320">
                    <a:extLst>
                      <a:ext uri="{FF2B5EF4-FFF2-40B4-BE49-F238E27FC236}">
                        <a16:creationId xmlns:a16="http://schemas.microsoft.com/office/drawing/2014/main" id="{C936E261-E027-4D21-9685-5392681C57F2}"/>
                      </a:ext>
                    </a:extLst>
                  </p:cNvPr>
                  <p:cNvSpPr/>
                  <p:nvPr/>
                </p:nvSpPr>
                <p:spPr>
                  <a:xfrm>
                    <a:off x="9339608" y="1478993"/>
                    <a:ext cx="137160" cy="137160"/>
                  </a:xfrm>
                  <a:prstGeom prst="star5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cxnSp>
                <p:nvCxnSpPr>
                  <p:cNvPr id="322" name="直接箭头连接符 321">
                    <a:extLst>
                      <a:ext uri="{FF2B5EF4-FFF2-40B4-BE49-F238E27FC236}">
                        <a16:creationId xmlns:a16="http://schemas.microsoft.com/office/drawing/2014/main" id="{81BF570C-582F-48AF-A10C-21EA4638FD89}"/>
                      </a:ext>
                    </a:extLst>
                  </p:cNvPr>
                  <p:cNvCxnSpPr>
                    <a:cxnSpLocks/>
                    <a:endCxn id="320" idx="2"/>
                  </p:cNvCxnSpPr>
                  <p:nvPr/>
                </p:nvCxnSpPr>
                <p:spPr>
                  <a:xfrm flipV="1">
                    <a:off x="8083419" y="2256233"/>
                    <a:ext cx="779464" cy="64093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直接箭头连接符 322">
                    <a:extLst>
                      <a:ext uri="{FF2B5EF4-FFF2-40B4-BE49-F238E27FC236}">
                        <a16:creationId xmlns:a16="http://schemas.microsoft.com/office/drawing/2014/main" id="{52D4F18D-A1C9-4D56-B9DD-6DF58C393681}"/>
                      </a:ext>
                    </a:extLst>
                  </p:cNvPr>
                  <p:cNvCxnSpPr>
                    <a:cxnSpLocks/>
                    <a:stCxn id="320" idx="4"/>
                    <a:endCxn id="321" idx="2"/>
                  </p:cNvCxnSpPr>
                  <p:nvPr/>
                </p:nvCxnSpPr>
                <p:spPr>
                  <a:xfrm flipV="1">
                    <a:off x="8973848" y="1616153"/>
                    <a:ext cx="391955" cy="55531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直接箭头连接符 323">
                    <a:extLst>
                      <a:ext uri="{FF2B5EF4-FFF2-40B4-BE49-F238E27FC236}">
                        <a16:creationId xmlns:a16="http://schemas.microsoft.com/office/drawing/2014/main" id="{FFBB44CA-37A7-4D2A-906A-4D3FD9329BE0}"/>
                      </a:ext>
                    </a:extLst>
                  </p:cNvPr>
                  <p:cNvCxnSpPr>
                    <a:cxnSpLocks/>
                    <a:stCxn id="321" idx="4"/>
                  </p:cNvCxnSpPr>
                  <p:nvPr/>
                </p:nvCxnSpPr>
                <p:spPr>
                  <a:xfrm flipV="1">
                    <a:off x="9476768" y="1025603"/>
                    <a:ext cx="838200" cy="505780"/>
                  </a:xfrm>
                  <a:prstGeom prst="straightConnector1">
                    <a:avLst/>
                  </a:prstGeom>
                  <a:ln w="1270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B35CE7BA-C336-4F05-B501-78DC4477DF57}"/>
                  </a:ext>
                </a:extLst>
              </p:cNvPr>
              <p:cNvSpPr txBox="1"/>
              <p:nvPr/>
            </p:nvSpPr>
            <p:spPr>
              <a:xfrm>
                <a:off x="8368555" y="1644767"/>
                <a:ext cx="2259070" cy="35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需重新规划的簇路径</a:t>
                </a:r>
              </a:p>
            </p:txBody>
          </p:sp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B9D247F0-F0C9-4CD5-89D9-FEC9A4077AEB}"/>
                  </a:ext>
                </a:extLst>
              </p:cNvPr>
              <p:cNvSpPr txBox="1"/>
              <p:nvPr/>
            </p:nvSpPr>
            <p:spPr>
              <a:xfrm>
                <a:off x="9164685" y="2831191"/>
                <a:ext cx="1315684" cy="35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无需重规划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0672249F-75B3-4D7B-A3DA-F87A69D4D8A3}"/>
                      </a:ext>
                    </a:extLst>
                  </p:cNvPr>
                  <p:cNvSpPr txBox="1"/>
                  <p:nvPr/>
                </p:nvSpPr>
                <p:spPr>
                  <a:xfrm>
                    <a:off x="7619999" y="2606040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0672249F-75B3-4D7B-A3DA-F87A69D4D8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9999" y="2606040"/>
                    <a:ext cx="569966" cy="35176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文本框 311">
                    <a:extLst>
                      <a:ext uri="{FF2B5EF4-FFF2-40B4-BE49-F238E27FC236}">
                        <a16:creationId xmlns:a16="http://schemas.microsoft.com/office/drawing/2014/main" id="{8BEFE2AE-3790-49C0-90C9-D21F3D41ED1C}"/>
                      </a:ext>
                    </a:extLst>
                  </p:cNvPr>
                  <p:cNvSpPr txBox="1"/>
                  <p:nvPr/>
                </p:nvSpPr>
                <p:spPr>
                  <a:xfrm>
                    <a:off x="8987843" y="2932613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2" name="文本框 311">
                    <a:extLst>
                      <a:ext uri="{FF2B5EF4-FFF2-40B4-BE49-F238E27FC236}">
                        <a16:creationId xmlns:a16="http://schemas.microsoft.com/office/drawing/2014/main" id="{8BEFE2AE-3790-49C0-90C9-D21F3D41ED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87843" y="2932613"/>
                    <a:ext cx="569966" cy="3517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4CA7014A-6CD5-45D9-900F-2263A1BB1CB7}"/>
                      </a:ext>
                    </a:extLst>
                  </p:cNvPr>
                  <p:cNvSpPr txBox="1"/>
                  <p:nvPr/>
                </p:nvSpPr>
                <p:spPr>
                  <a:xfrm>
                    <a:off x="7596752" y="1714887"/>
                    <a:ext cx="565341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3" name="文本框 312">
                    <a:extLst>
                      <a:ext uri="{FF2B5EF4-FFF2-40B4-BE49-F238E27FC236}">
                        <a16:creationId xmlns:a16="http://schemas.microsoft.com/office/drawing/2014/main" id="{4CA7014A-6CD5-45D9-900F-2263A1BB1C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6752" y="1714887"/>
                    <a:ext cx="565341" cy="35176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5FF2C4F5-F156-4FC5-8C4C-8CB74C236C08}"/>
                      </a:ext>
                    </a:extLst>
                  </p:cNvPr>
                  <p:cNvSpPr txBox="1"/>
                  <p:nvPr/>
                </p:nvSpPr>
                <p:spPr>
                  <a:xfrm>
                    <a:off x="8338855" y="2629288"/>
                    <a:ext cx="569966" cy="3517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14" name="文本框 313">
                    <a:extLst>
                      <a:ext uri="{FF2B5EF4-FFF2-40B4-BE49-F238E27FC236}">
                        <a16:creationId xmlns:a16="http://schemas.microsoft.com/office/drawing/2014/main" id="{5FF2C4F5-F156-4FC5-8C4C-8CB74C236C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8855" y="2629288"/>
                    <a:ext cx="569966" cy="35176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F51629AA-9783-42B9-B91E-4B8652F1AADD}"/>
              </a:ext>
            </a:extLst>
          </p:cNvPr>
          <p:cNvGrpSpPr/>
          <p:nvPr/>
        </p:nvGrpSpPr>
        <p:grpSpPr>
          <a:xfrm>
            <a:off x="8169445" y="3548064"/>
            <a:ext cx="2966924" cy="2386009"/>
            <a:chOff x="6695455" y="3543301"/>
            <a:chExt cx="2966924" cy="238600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C477CEE-B424-43C9-AC58-2FFDB5D7B69A}"/>
                </a:ext>
              </a:extLst>
            </p:cNvPr>
            <p:cNvGrpSpPr/>
            <p:nvPr/>
          </p:nvGrpSpPr>
          <p:grpSpPr>
            <a:xfrm>
              <a:off x="6695455" y="4493418"/>
              <a:ext cx="2584282" cy="1435892"/>
              <a:chOff x="1262764" y="5808812"/>
              <a:chExt cx="1518730" cy="5621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27E0080A-BF62-49E5-A290-7AE6CCFAE50F}"/>
                  </a:ext>
                </a:extLst>
              </p:cNvPr>
              <p:cNvSpPr/>
              <p:nvPr/>
            </p:nvSpPr>
            <p:spPr>
              <a:xfrm>
                <a:off x="1264442" y="5808812"/>
                <a:ext cx="1517052" cy="5621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B69F0E1-78A3-4487-9ABE-27F28726D042}"/>
                  </a:ext>
                </a:extLst>
              </p:cNvPr>
              <p:cNvSpPr txBox="1"/>
              <p:nvPr/>
            </p:nvSpPr>
            <p:spPr>
              <a:xfrm>
                <a:off x="1262764" y="5864716"/>
                <a:ext cx="368411" cy="469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③</a:t>
                </a:r>
                <a:r>
                  <a:rPr lang="zh-CN" altLang="en-US" sz="1200" dirty="0"/>
                  <a:t>计算合力，执行单步移动</a:t>
                </a:r>
              </a:p>
            </p:txBody>
          </p:sp>
        </p:grp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A8DC95FE-ED7F-4EC3-A029-7D38980E4203}"/>
                </a:ext>
              </a:extLst>
            </p:cNvPr>
            <p:cNvGrpSpPr/>
            <p:nvPr/>
          </p:nvGrpSpPr>
          <p:grpSpPr>
            <a:xfrm>
              <a:off x="7232965" y="3543301"/>
              <a:ext cx="2429414" cy="2276628"/>
              <a:chOff x="7567480" y="2362324"/>
              <a:chExt cx="3516505" cy="3508251"/>
            </a:xfrm>
          </p:grpSpPr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E5E53631-767D-4D9D-B2D3-F41F6E659A36}"/>
                  </a:ext>
                </a:extLst>
              </p:cNvPr>
              <p:cNvGrpSpPr/>
              <p:nvPr/>
            </p:nvGrpSpPr>
            <p:grpSpPr>
              <a:xfrm>
                <a:off x="7567480" y="2362324"/>
                <a:ext cx="3516505" cy="3508251"/>
                <a:chOff x="9386755" y="1371724"/>
                <a:chExt cx="3516505" cy="3508251"/>
              </a:xfrm>
            </p:grpSpPr>
            <p:grpSp>
              <p:nvGrpSpPr>
                <p:cNvPr id="348" name="组合 347">
                  <a:extLst>
                    <a:ext uri="{FF2B5EF4-FFF2-40B4-BE49-F238E27FC236}">
                      <a16:creationId xmlns:a16="http://schemas.microsoft.com/office/drawing/2014/main" id="{3F039BFB-38CD-4659-9217-D81153ABC598}"/>
                    </a:ext>
                  </a:extLst>
                </p:cNvPr>
                <p:cNvGrpSpPr/>
                <p:nvPr/>
              </p:nvGrpSpPr>
              <p:grpSpPr>
                <a:xfrm>
                  <a:off x="9386755" y="3003550"/>
                  <a:ext cx="2743200" cy="1876425"/>
                  <a:chOff x="7417802" y="4095750"/>
                  <a:chExt cx="2743200" cy="1876425"/>
                </a:xfrm>
              </p:grpSpPr>
              <p:sp>
                <p:nvSpPr>
                  <p:cNvPr id="350" name="矩形 349">
                    <a:extLst>
                      <a:ext uri="{FF2B5EF4-FFF2-40B4-BE49-F238E27FC236}">
                        <a16:creationId xmlns:a16="http://schemas.microsoft.com/office/drawing/2014/main" id="{A1EE6CBA-BA82-4758-A6FB-37154B204A86}"/>
                      </a:ext>
                    </a:extLst>
                  </p:cNvPr>
                  <p:cNvSpPr/>
                  <p:nvPr/>
                </p:nvSpPr>
                <p:spPr>
                  <a:xfrm>
                    <a:off x="7417802" y="4095750"/>
                    <a:ext cx="2743200" cy="187642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  <p:sp>
                <p:nvSpPr>
                  <p:cNvPr id="351" name="矩形 350">
                    <a:extLst>
                      <a:ext uri="{FF2B5EF4-FFF2-40B4-BE49-F238E27FC236}">
                        <a16:creationId xmlns:a16="http://schemas.microsoft.com/office/drawing/2014/main" id="{54F2989B-0D4D-4AAF-AD32-2F5A3878FC99}"/>
                      </a:ext>
                    </a:extLst>
                  </p:cNvPr>
                  <p:cNvSpPr/>
                  <p:nvPr/>
                </p:nvSpPr>
                <p:spPr>
                  <a:xfrm>
                    <a:off x="9126219" y="4902179"/>
                    <a:ext cx="679450" cy="71374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/>
                  </a:p>
                </p:txBody>
              </p:sp>
              <p:pic>
                <p:nvPicPr>
                  <p:cNvPr id="352" name="图片 351">
                    <a:extLst>
                      <a:ext uri="{FF2B5EF4-FFF2-40B4-BE49-F238E27FC236}">
                        <a16:creationId xmlns:a16="http://schemas.microsoft.com/office/drawing/2014/main" id="{40D2D2D9-6237-498B-AEEA-56AED9EAC7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23683" y="5373685"/>
                    <a:ext cx="260463" cy="260463"/>
                  </a:xfrm>
                  <a:prstGeom prst="rect">
                    <a:avLst/>
                  </a:prstGeom>
                </p:spPr>
              </p:pic>
              <p:pic>
                <p:nvPicPr>
                  <p:cNvPr id="353" name="图片 352">
                    <a:extLst>
                      <a:ext uri="{FF2B5EF4-FFF2-40B4-BE49-F238E27FC236}">
                        <a16:creationId xmlns:a16="http://schemas.microsoft.com/office/drawing/2014/main" id="{EFF266B7-B201-4711-908E-CE63DC47DF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1309" y="4716624"/>
                    <a:ext cx="268397" cy="268397"/>
                  </a:xfrm>
                  <a:prstGeom prst="rect">
                    <a:avLst/>
                  </a:prstGeom>
                </p:spPr>
              </p:pic>
              <p:pic>
                <p:nvPicPr>
                  <p:cNvPr id="354" name="图片 353">
                    <a:extLst>
                      <a:ext uri="{FF2B5EF4-FFF2-40B4-BE49-F238E27FC236}">
                        <a16:creationId xmlns:a16="http://schemas.microsoft.com/office/drawing/2014/main" id="{7A8D5013-BABA-4B10-8AF7-C5B41E82F1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5797" y="5277122"/>
                    <a:ext cx="304800" cy="304800"/>
                  </a:xfrm>
                  <a:prstGeom prst="rect">
                    <a:avLst/>
                  </a:prstGeom>
                </p:spPr>
              </p:pic>
              <p:cxnSp>
                <p:nvCxnSpPr>
                  <p:cNvPr id="355" name="直接箭头连接符 354">
                    <a:extLst>
                      <a:ext uri="{FF2B5EF4-FFF2-40B4-BE49-F238E27FC236}">
                        <a16:creationId xmlns:a16="http://schemas.microsoft.com/office/drawing/2014/main" id="{479B1EA9-E8DD-4F56-A33A-F853BA330E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458200" y="5626100"/>
                    <a:ext cx="120650" cy="31750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直接箭头连接符 355">
                    <a:extLst>
                      <a:ext uri="{FF2B5EF4-FFF2-40B4-BE49-F238E27FC236}">
                        <a16:creationId xmlns:a16="http://schemas.microsoft.com/office/drawing/2014/main" id="{565ACE5D-6FCA-42E7-ABE3-6AA0A20AC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039100" y="5016500"/>
                    <a:ext cx="453047" cy="298722"/>
                  </a:xfrm>
                  <a:prstGeom prst="straightConnector1">
                    <a:avLst/>
                  </a:prstGeom>
                  <a:ln w="127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直接箭头连接符 356">
                    <a:extLst>
                      <a:ext uri="{FF2B5EF4-FFF2-40B4-BE49-F238E27FC236}">
                        <a16:creationId xmlns:a16="http://schemas.microsoft.com/office/drawing/2014/main" id="{9DABB258-5F89-4335-92A3-F555C9FAFB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064500" y="5473700"/>
                    <a:ext cx="361950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直接箭头连接符 357">
                    <a:extLst>
                      <a:ext uri="{FF2B5EF4-FFF2-40B4-BE49-F238E27FC236}">
                        <a16:creationId xmlns:a16="http://schemas.microsoft.com/office/drawing/2014/main" id="{F6E8610F-3CEA-47EB-96CA-C31B5E301E87}"/>
                      </a:ext>
                    </a:extLst>
                  </p:cNvPr>
                  <p:cNvCxnSpPr>
                    <a:cxnSpLocks/>
                    <a:endCxn id="345" idx="1"/>
                  </p:cNvCxnSpPr>
                  <p:nvPr/>
                </p:nvCxnSpPr>
                <p:spPr>
                  <a:xfrm>
                    <a:off x="8715636" y="5590312"/>
                    <a:ext cx="329171" cy="164289"/>
                  </a:xfrm>
                  <a:prstGeom prst="straightConnector1">
                    <a:avLst/>
                  </a:prstGeom>
                  <a:ln w="127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9" name="弧形 348">
                  <a:extLst>
                    <a:ext uri="{FF2B5EF4-FFF2-40B4-BE49-F238E27FC236}">
                      <a16:creationId xmlns:a16="http://schemas.microsoft.com/office/drawing/2014/main" id="{B80157C9-562D-4C96-AFFC-67CFB62E2B86}"/>
                    </a:ext>
                  </a:extLst>
                </p:cNvPr>
                <p:cNvSpPr/>
                <p:nvPr/>
              </p:nvSpPr>
              <p:spPr>
                <a:xfrm rot="10598637">
                  <a:off x="9962226" y="1371724"/>
                  <a:ext cx="2941034" cy="2863850"/>
                </a:xfrm>
                <a:prstGeom prst="arc">
                  <a:avLst>
                    <a:gd name="adj1" fmla="val 14444823"/>
                    <a:gd name="adj2" fmla="val 21386217"/>
                  </a:avLst>
                </a:prstGeom>
                <a:ln w="12700">
                  <a:solidFill>
                    <a:srgbClr val="C00000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00" dirty="0"/>
                </a:p>
              </p:txBody>
            </p:sp>
          </p:grpSp>
          <p:sp>
            <p:nvSpPr>
              <p:cNvPr id="343" name="文本框 342">
                <a:extLst>
                  <a:ext uri="{FF2B5EF4-FFF2-40B4-BE49-F238E27FC236}">
                    <a16:creationId xmlns:a16="http://schemas.microsoft.com/office/drawing/2014/main" id="{43862A2C-44E2-4687-914A-2C23CA14965B}"/>
                  </a:ext>
                </a:extLst>
              </p:cNvPr>
              <p:cNvSpPr txBox="1"/>
              <p:nvPr/>
            </p:nvSpPr>
            <p:spPr>
              <a:xfrm>
                <a:off x="8134350" y="5454650"/>
                <a:ext cx="41549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斥力</a:t>
                </a: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870C0CA1-C03C-4E17-8766-39F1B71078D1}"/>
                  </a:ext>
                </a:extLst>
              </p:cNvPr>
              <p:cNvSpPr txBox="1"/>
              <p:nvPr/>
            </p:nvSpPr>
            <p:spPr>
              <a:xfrm>
                <a:off x="7614129" y="5029022"/>
                <a:ext cx="1528835" cy="299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MST</a:t>
                </a:r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通信力</a:t>
                </a:r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B51FF4E2-D787-4252-B110-67A83AAF2F4E}"/>
                  </a:ext>
                </a:extLst>
              </p:cNvPr>
              <p:cNvSpPr txBox="1"/>
              <p:nvPr/>
            </p:nvSpPr>
            <p:spPr>
              <a:xfrm>
                <a:off x="9194485" y="5503361"/>
                <a:ext cx="1323524" cy="299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目标吸引力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69F627FF-605B-4B3F-943D-8E590252D705}"/>
                      </a:ext>
                    </a:extLst>
                  </p:cNvPr>
                  <p:cNvSpPr txBox="1"/>
                  <p:nvPr/>
                </p:nvSpPr>
                <p:spPr>
                  <a:xfrm>
                    <a:off x="8823960" y="5105400"/>
                    <a:ext cx="396240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46" name="文本框 345">
                    <a:extLst>
                      <a:ext uri="{FF2B5EF4-FFF2-40B4-BE49-F238E27FC236}">
                        <a16:creationId xmlns:a16="http://schemas.microsoft.com/office/drawing/2014/main" id="{69F627FF-605B-4B3F-943D-8E590252D7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3960" y="5105400"/>
                    <a:ext cx="396240" cy="2308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20AB7E96-5056-4E39-BBC3-3D5E17A7CA16}"/>
                      </a:ext>
                    </a:extLst>
                  </p:cNvPr>
                  <p:cNvSpPr txBox="1"/>
                  <p:nvPr/>
                </p:nvSpPr>
                <p:spPr>
                  <a:xfrm>
                    <a:off x="7627620" y="5471160"/>
                    <a:ext cx="396240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20AB7E96-5056-4E39-BBC3-3D5E17A7CA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7620" y="5471160"/>
                    <a:ext cx="396240" cy="2308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763C8EFE-7360-41F6-9FFC-7847A17EC03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9312" y="4335967"/>
                    <a:ext cx="396240" cy="3359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900" dirty="0"/>
                  </a:p>
                </p:txBody>
              </p:sp>
            </mc:Choice>
            <mc:Fallback xmlns="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763C8EFE-7360-41F6-9FFC-7847A17EC0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9312" y="4335967"/>
                    <a:ext cx="396240" cy="3359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83" name="文本框 482">
            <a:extLst>
              <a:ext uri="{FF2B5EF4-FFF2-40B4-BE49-F238E27FC236}">
                <a16:creationId xmlns:a16="http://schemas.microsoft.com/office/drawing/2014/main" id="{E11A632F-599E-4335-B56D-7EA07DD37E62}"/>
              </a:ext>
            </a:extLst>
          </p:cNvPr>
          <p:cNvSpPr txBox="1"/>
          <p:nvPr/>
        </p:nvSpPr>
        <p:spPr>
          <a:xfrm>
            <a:off x="9278302" y="2213609"/>
            <a:ext cx="36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A5B4FE34-DCBA-4312-8C4F-DB8EDDDE0F9C}"/>
              </a:ext>
            </a:extLst>
          </p:cNvPr>
          <p:cNvSpPr txBox="1"/>
          <p:nvPr/>
        </p:nvSpPr>
        <p:spPr>
          <a:xfrm>
            <a:off x="9106375" y="3076574"/>
            <a:ext cx="312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否</a:t>
            </a: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4328DF00-7F31-4713-8DC6-70C9A78F44D9}"/>
              </a:ext>
            </a:extLst>
          </p:cNvPr>
          <p:cNvSpPr txBox="1"/>
          <p:nvPr/>
        </p:nvSpPr>
        <p:spPr>
          <a:xfrm>
            <a:off x="7590948" y="3127057"/>
            <a:ext cx="365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否</a:t>
            </a:r>
          </a:p>
        </p:txBody>
      </p:sp>
      <p:cxnSp>
        <p:nvCxnSpPr>
          <p:cNvPr id="491" name="连接符: 肘形 490">
            <a:extLst>
              <a:ext uri="{FF2B5EF4-FFF2-40B4-BE49-F238E27FC236}">
                <a16:creationId xmlns:a16="http://schemas.microsoft.com/office/drawing/2014/main" id="{272F8110-0DE7-4690-98B9-3607BEFE6B99}"/>
              </a:ext>
            </a:extLst>
          </p:cNvPr>
          <p:cNvCxnSpPr>
            <a:stCxn id="23" idx="2"/>
            <a:endCxn id="27" idx="1"/>
          </p:cNvCxnSpPr>
          <p:nvPr/>
        </p:nvCxnSpPr>
        <p:spPr>
          <a:xfrm rot="16200000" flipH="1">
            <a:off x="7403345" y="4475036"/>
            <a:ext cx="985846" cy="54635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连接符: 肘形 492">
            <a:extLst>
              <a:ext uri="{FF2B5EF4-FFF2-40B4-BE49-F238E27FC236}">
                <a16:creationId xmlns:a16="http://schemas.microsoft.com/office/drawing/2014/main" id="{4B56D482-3E27-4841-A4CF-4DDCFF6F3C70}"/>
              </a:ext>
            </a:extLst>
          </p:cNvPr>
          <p:cNvCxnSpPr>
            <a:cxnSpLocks/>
            <a:stCxn id="26" idx="3"/>
            <a:endCxn id="24" idx="3"/>
          </p:cNvCxnSpPr>
          <p:nvPr/>
        </p:nvCxnSpPr>
        <p:spPr>
          <a:xfrm flipV="1">
            <a:off x="10753727" y="4085749"/>
            <a:ext cx="507204" cy="1130378"/>
          </a:xfrm>
          <a:prstGeom prst="bentConnector3">
            <a:avLst>
              <a:gd name="adj1" fmla="val 1450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连接符: 肘形 495">
            <a:extLst>
              <a:ext uri="{FF2B5EF4-FFF2-40B4-BE49-F238E27FC236}">
                <a16:creationId xmlns:a16="http://schemas.microsoft.com/office/drawing/2014/main" id="{53C02F07-ED89-45CE-8E53-4E7579893527}"/>
              </a:ext>
            </a:extLst>
          </p:cNvPr>
          <p:cNvCxnSpPr>
            <a:stCxn id="21" idx="3"/>
            <a:endCxn id="22" idx="3"/>
          </p:cNvCxnSpPr>
          <p:nvPr/>
        </p:nvCxnSpPr>
        <p:spPr>
          <a:xfrm flipV="1">
            <a:off x="11343314" y="1392793"/>
            <a:ext cx="24767" cy="1137525"/>
          </a:xfrm>
          <a:prstGeom prst="bentConnector3">
            <a:avLst>
              <a:gd name="adj1" fmla="val 10230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接连接符 529">
            <a:extLst>
              <a:ext uri="{FF2B5EF4-FFF2-40B4-BE49-F238E27FC236}">
                <a16:creationId xmlns:a16="http://schemas.microsoft.com/office/drawing/2014/main" id="{B3C9DAEF-8513-42E4-A490-5FAE0BA739FA}"/>
              </a:ext>
            </a:extLst>
          </p:cNvPr>
          <p:cNvCxnSpPr>
            <a:cxnSpLocks/>
            <a:stCxn id="515" idx="2"/>
            <a:endCxn id="606" idx="4"/>
          </p:cNvCxnSpPr>
          <p:nvPr/>
        </p:nvCxnSpPr>
        <p:spPr>
          <a:xfrm flipH="1">
            <a:off x="546176" y="2832178"/>
            <a:ext cx="287655" cy="29782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3" name="组合 622">
            <a:extLst>
              <a:ext uri="{FF2B5EF4-FFF2-40B4-BE49-F238E27FC236}">
                <a16:creationId xmlns:a16="http://schemas.microsoft.com/office/drawing/2014/main" id="{54FFE5ED-064A-4585-A70F-40D28E9DEE9F}"/>
              </a:ext>
            </a:extLst>
          </p:cNvPr>
          <p:cNvGrpSpPr/>
          <p:nvPr/>
        </p:nvGrpSpPr>
        <p:grpSpPr>
          <a:xfrm>
            <a:off x="165913" y="629324"/>
            <a:ext cx="6310057" cy="4845341"/>
            <a:chOff x="-243662" y="1238924"/>
            <a:chExt cx="6310057" cy="4845341"/>
          </a:xfrm>
        </p:grpSpPr>
        <p:sp>
          <p:nvSpPr>
            <p:cNvPr id="509" name="平行四边形 508">
              <a:extLst>
                <a:ext uri="{FF2B5EF4-FFF2-40B4-BE49-F238E27FC236}">
                  <a16:creationId xmlns:a16="http://schemas.microsoft.com/office/drawing/2014/main" id="{495D0F38-C2C4-420A-9851-5F9B8A1B9F9C}"/>
                </a:ext>
              </a:extLst>
            </p:cNvPr>
            <p:cNvSpPr/>
            <p:nvPr/>
          </p:nvSpPr>
          <p:spPr>
            <a:xfrm>
              <a:off x="-243662" y="1238924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13" name="图片 512">
              <a:extLst>
                <a:ext uri="{FF2B5EF4-FFF2-40B4-BE49-F238E27FC236}">
                  <a16:creationId xmlns:a16="http://schemas.microsoft.com/office/drawing/2014/main" id="{B6C3CDCB-7E7D-4EC2-B213-0DE569033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202" y="2608305"/>
              <a:ext cx="304800" cy="304800"/>
            </a:xfrm>
            <a:prstGeom prst="rect">
              <a:avLst/>
            </a:prstGeom>
          </p:spPr>
        </p:pic>
        <p:pic>
          <p:nvPicPr>
            <p:cNvPr id="514" name="图片 513">
              <a:extLst>
                <a:ext uri="{FF2B5EF4-FFF2-40B4-BE49-F238E27FC236}">
                  <a16:creationId xmlns:a16="http://schemas.microsoft.com/office/drawing/2014/main" id="{27AB493E-4ECA-4AB7-843E-EFDC4D6C4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517" y="2264183"/>
              <a:ext cx="304800" cy="304800"/>
            </a:xfrm>
            <a:prstGeom prst="rect">
              <a:avLst/>
            </a:prstGeom>
          </p:spPr>
        </p:pic>
        <p:pic>
          <p:nvPicPr>
            <p:cNvPr id="515" name="图片 514">
              <a:extLst>
                <a:ext uri="{FF2B5EF4-FFF2-40B4-BE49-F238E27FC236}">
                  <a16:creationId xmlns:a16="http://schemas.microsoft.com/office/drawing/2014/main" id="{450A2A86-7142-43A1-85D0-0F1487AEA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856" y="3136978"/>
              <a:ext cx="304800" cy="304800"/>
            </a:xfrm>
            <a:prstGeom prst="rect">
              <a:avLst/>
            </a:prstGeom>
          </p:spPr>
        </p:pic>
        <p:pic>
          <p:nvPicPr>
            <p:cNvPr id="516" name="图片 515">
              <a:extLst>
                <a:ext uri="{FF2B5EF4-FFF2-40B4-BE49-F238E27FC236}">
                  <a16:creationId xmlns:a16="http://schemas.microsoft.com/office/drawing/2014/main" id="{FD79633A-0ACD-46DF-8619-FC8F27473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401" y="3063454"/>
              <a:ext cx="304800" cy="304800"/>
            </a:xfrm>
            <a:prstGeom prst="rect">
              <a:avLst/>
            </a:prstGeom>
          </p:spPr>
        </p:pic>
        <p:sp>
          <p:nvSpPr>
            <p:cNvPr id="519" name="平行四边形 518">
              <a:extLst>
                <a:ext uri="{FF2B5EF4-FFF2-40B4-BE49-F238E27FC236}">
                  <a16:creationId xmlns:a16="http://schemas.microsoft.com/office/drawing/2014/main" id="{D1BC4AB5-56F8-4BC6-B4C4-008A67EBA2D9}"/>
                </a:ext>
              </a:extLst>
            </p:cNvPr>
            <p:cNvSpPr/>
            <p:nvPr/>
          </p:nvSpPr>
          <p:spPr>
            <a:xfrm>
              <a:off x="1743416" y="3282587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0" name="平行四边形 519">
              <a:extLst>
                <a:ext uri="{FF2B5EF4-FFF2-40B4-BE49-F238E27FC236}">
                  <a16:creationId xmlns:a16="http://schemas.microsoft.com/office/drawing/2014/main" id="{4EB1949E-3B9F-445B-93B6-EDD7BD6E0B2B}"/>
                </a:ext>
              </a:extLst>
            </p:cNvPr>
            <p:cNvSpPr/>
            <p:nvPr/>
          </p:nvSpPr>
          <p:spPr>
            <a:xfrm>
              <a:off x="3640796" y="3023507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平行四边形 520">
              <a:extLst>
                <a:ext uri="{FF2B5EF4-FFF2-40B4-BE49-F238E27FC236}">
                  <a16:creationId xmlns:a16="http://schemas.microsoft.com/office/drawing/2014/main" id="{252C5B35-42C1-44F7-8A8F-2A2E8A1C18E2}"/>
                </a:ext>
              </a:extLst>
            </p:cNvPr>
            <p:cNvSpPr/>
            <p:nvPr/>
          </p:nvSpPr>
          <p:spPr>
            <a:xfrm>
              <a:off x="1065236" y="2025287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平行四边形 521">
              <a:extLst>
                <a:ext uri="{FF2B5EF4-FFF2-40B4-BE49-F238E27FC236}">
                  <a16:creationId xmlns:a16="http://schemas.microsoft.com/office/drawing/2014/main" id="{6E7E4B67-F912-450E-AC84-47BEC84DA7AA}"/>
                </a:ext>
              </a:extLst>
            </p:cNvPr>
            <p:cNvSpPr/>
            <p:nvPr/>
          </p:nvSpPr>
          <p:spPr>
            <a:xfrm>
              <a:off x="4559006" y="2208167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平行四边形 522">
              <a:extLst>
                <a:ext uri="{FF2B5EF4-FFF2-40B4-BE49-F238E27FC236}">
                  <a16:creationId xmlns:a16="http://schemas.microsoft.com/office/drawing/2014/main" id="{D7A203F1-C8A7-434A-9F29-113E6A6BC0C8}"/>
                </a:ext>
              </a:extLst>
            </p:cNvPr>
            <p:cNvSpPr/>
            <p:nvPr/>
          </p:nvSpPr>
          <p:spPr>
            <a:xfrm>
              <a:off x="2078696" y="1682387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平行四边形 523">
              <a:extLst>
                <a:ext uri="{FF2B5EF4-FFF2-40B4-BE49-F238E27FC236}">
                  <a16:creationId xmlns:a16="http://schemas.microsoft.com/office/drawing/2014/main" id="{75DD4F33-C659-446A-ACEC-A55EAF8221EA}"/>
                </a:ext>
              </a:extLst>
            </p:cNvPr>
            <p:cNvSpPr/>
            <p:nvPr/>
          </p:nvSpPr>
          <p:spPr>
            <a:xfrm>
              <a:off x="3473156" y="1529987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9FB6CEA-2A36-45F9-9A4C-17CA32CDD5E8}"/>
                </a:ext>
              </a:extLst>
            </p:cNvPr>
            <p:cNvSpPr/>
            <p:nvPr/>
          </p:nvSpPr>
          <p:spPr>
            <a:xfrm rot="21014316">
              <a:off x="1952904" y="1797016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等腰三角形 525">
              <a:extLst>
                <a:ext uri="{FF2B5EF4-FFF2-40B4-BE49-F238E27FC236}">
                  <a16:creationId xmlns:a16="http://schemas.microsoft.com/office/drawing/2014/main" id="{D070F142-A2D6-4346-A177-17F0D7D5DCA4}"/>
                </a:ext>
              </a:extLst>
            </p:cNvPr>
            <p:cNvSpPr/>
            <p:nvPr/>
          </p:nvSpPr>
          <p:spPr>
            <a:xfrm>
              <a:off x="2794976" y="2284367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等腰三角形 526">
              <a:extLst>
                <a:ext uri="{FF2B5EF4-FFF2-40B4-BE49-F238E27FC236}">
                  <a16:creationId xmlns:a16="http://schemas.microsoft.com/office/drawing/2014/main" id="{0A8CA655-7784-41DC-9519-29D2974A776C}"/>
                </a:ext>
              </a:extLst>
            </p:cNvPr>
            <p:cNvSpPr/>
            <p:nvPr/>
          </p:nvSpPr>
          <p:spPr>
            <a:xfrm>
              <a:off x="5561036" y="1358537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平行四边形 527">
              <a:extLst>
                <a:ext uri="{FF2B5EF4-FFF2-40B4-BE49-F238E27FC236}">
                  <a16:creationId xmlns:a16="http://schemas.microsoft.com/office/drawing/2014/main" id="{7DB1E4C7-D72F-4B32-9118-10FAF9DEC06E}"/>
                </a:ext>
              </a:extLst>
            </p:cNvPr>
            <p:cNvSpPr/>
            <p:nvPr/>
          </p:nvSpPr>
          <p:spPr>
            <a:xfrm>
              <a:off x="2619716" y="2688227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6" name="星形: 五角 535">
              <a:extLst>
                <a:ext uri="{FF2B5EF4-FFF2-40B4-BE49-F238E27FC236}">
                  <a16:creationId xmlns:a16="http://schemas.microsoft.com/office/drawing/2014/main" id="{46A3CE48-94DA-40B0-BA23-E6B6766C34E0}"/>
                </a:ext>
              </a:extLst>
            </p:cNvPr>
            <p:cNvSpPr/>
            <p:nvPr/>
          </p:nvSpPr>
          <p:spPr>
            <a:xfrm rot="1976744">
              <a:off x="3194551" y="32368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7" name="星形: 五角 536">
              <a:extLst>
                <a:ext uri="{FF2B5EF4-FFF2-40B4-BE49-F238E27FC236}">
                  <a16:creationId xmlns:a16="http://schemas.microsoft.com/office/drawing/2014/main" id="{845B4B5B-FF61-4583-BBCF-D59AAB9FCA3F}"/>
                </a:ext>
              </a:extLst>
            </p:cNvPr>
            <p:cNvSpPr/>
            <p:nvPr/>
          </p:nvSpPr>
          <p:spPr>
            <a:xfrm>
              <a:off x="4082756" y="25510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星形: 五角 537">
              <a:extLst>
                <a:ext uri="{FF2B5EF4-FFF2-40B4-BE49-F238E27FC236}">
                  <a16:creationId xmlns:a16="http://schemas.microsoft.com/office/drawing/2014/main" id="{B7389E18-E6D0-49AA-B308-0D4F418F0679}"/>
                </a:ext>
              </a:extLst>
            </p:cNvPr>
            <p:cNvSpPr/>
            <p:nvPr/>
          </p:nvSpPr>
          <p:spPr>
            <a:xfrm>
              <a:off x="4585676" y="191098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星形: 五角 539">
              <a:extLst>
                <a:ext uri="{FF2B5EF4-FFF2-40B4-BE49-F238E27FC236}">
                  <a16:creationId xmlns:a16="http://schemas.microsoft.com/office/drawing/2014/main" id="{A9E37E7C-CDDD-4323-858B-D9F2B1378320}"/>
                </a:ext>
              </a:extLst>
            </p:cNvPr>
            <p:cNvSpPr/>
            <p:nvPr/>
          </p:nvSpPr>
          <p:spPr>
            <a:xfrm rot="5609243">
              <a:off x="2492641" y="300826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1" name="星形: 五角 540">
              <a:extLst>
                <a:ext uri="{FF2B5EF4-FFF2-40B4-BE49-F238E27FC236}">
                  <a16:creationId xmlns:a16="http://schemas.microsoft.com/office/drawing/2014/main" id="{3417FB1D-0BD5-4EAC-9079-B442A4F86D42}"/>
                </a:ext>
              </a:extLst>
            </p:cNvPr>
            <p:cNvSpPr/>
            <p:nvPr/>
          </p:nvSpPr>
          <p:spPr>
            <a:xfrm rot="3880281">
              <a:off x="3686516" y="253582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星形: 五角 541">
              <a:extLst>
                <a:ext uri="{FF2B5EF4-FFF2-40B4-BE49-F238E27FC236}">
                  <a16:creationId xmlns:a16="http://schemas.microsoft.com/office/drawing/2014/main" id="{FD8E6C77-3019-43CF-A7EC-F29CCDA883CF}"/>
                </a:ext>
              </a:extLst>
            </p:cNvPr>
            <p:cNvSpPr/>
            <p:nvPr/>
          </p:nvSpPr>
          <p:spPr>
            <a:xfrm>
              <a:off x="4334216" y="18805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4" name="直接箭头连接符 543">
              <a:extLst>
                <a:ext uri="{FF2B5EF4-FFF2-40B4-BE49-F238E27FC236}">
                  <a16:creationId xmlns:a16="http://schemas.microsoft.com/office/drawing/2014/main" id="{A6AD42FE-7907-4C10-A3D3-127A1C996437}"/>
                </a:ext>
              </a:extLst>
            </p:cNvPr>
            <p:cNvCxnSpPr>
              <a:cxnSpLocks/>
              <a:endCxn id="535" idx="1"/>
            </p:cNvCxnSpPr>
            <p:nvPr/>
          </p:nvCxnSpPr>
          <p:spPr>
            <a:xfrm flipV="1">
              <a:off x="1423376" y="3133812"/>
              <a:ext cx="592588" cy="125914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箭头连接符 544">
              <a:extLst>
                <a:ext uri="{FF2B5EF4-FFF2-40B4-BE49-F238E27FC236}">
                  <a16:creationId xmlns:a16="http://schemas.microsoft.com/office/drawing/2014/main" id="{2B7F3B58-C17D-44D8-99A5-ACF84E2E6998}"/>
                </a:ext>
              </a:extLst>
            </p:cNvPr>
            <p:cNvCxnSpPr>
              <a:cxnSpLocks/>
              <a:stCxn id="535" idx="4"/>
              <a:endCxn id="536" idx="2"/>
            </p:cNvCxnSpPr>
            <p:nvPr/>
          </p:nvCxnSpPr>
          <p:spPr>
            <a:xfrm>
              <a:off x="2151026" y="3109915"/>
              <a:ext cx="1039239" cy="230033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箭头连接符 545">
              <a:extLst>
                <a:ext uri="{FF2B5EF4-FFF2-40B4-BE49-F238E27FC236}">
                  <a16:creationId xmlns:a16="http://schemas.microsoft.com/office/drawing/2014/main" id="{0EDA552D-577F-4C8B-B8CF-13216DBD4F7B}"/>
                </a:ext>
              </a:extLst>
            </p:cNvPr>
            <p:cNvCxnSpPr>
              <a:cxnSpLocks/>
              <a:stCxn id="536" idx="4"/>
              <a:endCxn id="537" idx="2"/>
            </p:cNvCxnSpPr>
            <p:nvPr/>
          </p:nvCxnSpPr>
          <p:spPr>
            <a:xfrm flipV="1">
              <a:off x="3329487" y="2688227"/>
              <a:ext cx="779464" cy="64093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箭头连接符 546">
              <a:extLst>
                <a:ext uri="{FF2B5EF4-FFF2-40B4-BE49-F238E27FC236}">
                  <a16:creationId xmlns:a16="http://schemas.microsoft.com/office/drawing/2014/main" id="{785F3EA7-F450-4A25-997A-89679D96B1AC}"/>
                </a:ext>
              </a:extLst>
            </p:cNvPr>
            <p:cNvCxnSpPr>
              <a:cxnSpLocks/>
              <a:stCxn id="537" idx="4"/>
              <a:endCxn id="538" idx="2"/>
            </p:cNvCxnSpPr>
            <p:nvPr/>
          </p:nvCxnSpPr>
          <p:spPr>
            <a:xfrm flipV="1">
              <a:off x="4219916" y="2048147"/>
              <a:ext cx="39195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箭头连接符 547">
              <a:extLst>
                <a:ext uri="{FF2B5EF4-FFF2-40B4-BE49-F238E27FC236}">
                  <a16:creationId xmlns:a16="http://schemas.microsoft.com/office/drawing/2014/main" id="{758FD970-C70B-440E-B967-2A299790A9D7}"/>
                </a:ext>
              </a:extLst>
            </p:cNvPr>
            <p:cNvCxnSpPr>
              <a:cxnSpLocks/>
              <a:stCxn id="538" idx="4"/>
              <a:endCxn id="527" idx="2"/>
            </p:cNvCxnSpPr>
            <p:nvPr/>
          </p:nvCxnSpPr>
          <p:spPr>
            <a:xfrm flipV="1">
              <a:off x="4722836" y="1457597"/>
              <a:ext cx="838200" cy="50578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箭头连接符 548">
              <a:extLst>
                <a:ext uri="{FF2B5EF4-FFF2-40B4-BE49-F238E27FC236}">
                  <a16:creationId xmlns:a16="http://schemas.microsoft.com/office/drawing/2014/main" id="{031EDED0-A64E-4FE4-8615-7DC73B84FE31}"/>
                </a:ext>
              </a:extLst>
            </p:cNvPr>
            <p:cNvCxnSpPr>
              <a:cxnSpLocks/>
              <a:stCxn id="515" idx="3"/>
              <a:endCxn id="539" idx="2"/>
            </p:cNvCxnSpPr>
            <p:nvPr/>
          </p:nvCxnSpPr>
          <p:spPr>
            <a:xfrm flipV="1">
              <a:off x="576656" y="2982972"/>
              <a:ext cx="1136844" cy="30640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箭头连接符 549">
              <a:extLst>
                <a:ext uri="{FF2B5EF4-FFF2-40B4-BE49-F238E27FC236}">
                  <a16:creationId xmlns:a16="http://schemas.microsoft.com/office/drawing/2014/main" id="{9143BD81-B6C0-4859-82B8-0292EB2CBD2E}"/>
                </a:ext>
              </a:extLst>
            </p:cNvPr>
            <p:cNvCxnSpPr>
              <a:cxnSpLocks/>
              <a:stCxn id="539" idx="4"/>
              <a:endCxn id="540" idx="2"/>
            </p:cNvCxnSpPr>
            <p:nvPr/>
          </p:nvCxnSpPr>
          <p:spPr>
            <a:xfrm>
              <a:off x="1850304" y="2954971"/>
              <a:ext cx="645042" cy="7539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1" name="星形: 五角 550">
              <a:extLst>
                <a:ext uri="{FF2B5EF4-FFF2-40B4-BE49-F238E27FC236}">
                  <a16:creationId xmlns:a16="http://schemas.microsoft.com/office/drawing/2014/main" id="{F9601510-4DBE-4314-B06F-E43ABB10E192}"/>
                </a:ext>
              </a:extLst>
            </p:cNvPr>
            <p:cNvSpPr/>
            <p:nvPr/>
          </p:nvSpPr>
          <p:spPr>
            <a:xfrm rot="372011">
              <a:off x="3319289" y="338798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2" name="直接箭头连接符 551">
              <a:extLst>
                <a:ext uri="{FF2B5EF4-FFF2-40B4-BE49-F238E27FC236}">
                  <a16:creationId xmlns:a16="http://schemas.microsoft.com/office/drawing/2014/main" id="{EB33193C-FD27-4B76-9A14-7E5540D1BDCC}"/>
                </a:ext>
              </a:extLst>
            </p:cNvPr>
            <p:cNvCxnSpPr>
              <a:cxnSpLocks/>
              <a:stCxn id="540" idx="0"/>
              <a:endCxn id="551" idx="1"/>
            </p:cNvCxnSpPr>
            <p:nvPr/>
          </p:nvCxnSpPr>
          <p:spPr>
            <a:xfrm>
              <a:off x="2629674" y="3081019"/>
              <a:ext cx="691765" cy="35204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箭头连接符 552">
              <a:extLst>
                <a:ext uri="{FF2B5EF4-FFF2-40B4-BE49-F238E27FC236}">
                  <a16:creationId xmlns:a16="http://schemas.microsoft.com/office/drawing/2014/main" id="{B0B5DDF0-326D-4431-8492-E5C4E21E6155}"/>
                </a:ext>
              </a:extLst>
            </p:cNvPr>
            <p:cNvCxnSpPr>
              <a:cxnSpLocks/>
              <a:stCxn id="551" idx="4"/>
              <a:endCxn id="541" idx="3"/>
            </p:cNvCxnSpPr>
            <p:nvPr/>
          </p:nvCxnSpPr>
          <p:spPr>
            <a:xfrm flipV="1">
              <a:off x="3457796" y="2672057"/>
              <a:ext cx="253445" cy="7758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箭头连接符 553">
              <a:extLst>
                <a:ext uri="{FF2B5EF4-FFF2-40B4-BE49-F238E27FC236}">
                  <a16:creationId xmlns:a16="http://schemas.microsoft.com/office/drawing/2014/main" id="{2A47E8A2-0442-4140-B8BA-684DF690EE74}"/>
                </a:ext>
              </a:extLst>
            </p:cNvPr>
            <p:cNvCxnSpPr>
              <a:cxnSpLocks/>
              <a:stCxn id="541" idx="0"/>
              <a:endCxn id="542" idx="2"/>
            </p:cNvCxnSpPr>
            <p:nvPr/>
          </p:nvCxnSpPr>
          <p:spPr>
            <a:xfrm flipV="1">
              <a:off x="3817083" y="2017667"/>
              <a:ext cx="543328" cy="557401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箭头连接符 554">
              <a:extLst>
                <a:ext uri="{FF2B5EF4-FFF2-40B4-BE49-F238E27FC236}">
                  <a16:creationId xmlns:a16="http://schemas.microsoft.com/office/drawing/2014/main" id="{F4A00F98-CB0D-484A-B318-AF61E99AF742}"/>
                </a:ext>
              </a:extLst>
            </p:cNvPr>
            <p:cNvCxnSpPr>
              <a:cxnSpLocks/>
              <a:stCxn id="542" idx="4"/>
              <a:endCxn id="527" idx="2"/>
            </p:cNvCxnSpPr>
            <p:nvPr/>
          </p:nvCxnSpPr>
          <p:spPr>
            <a:xfrm flipV="1">
              <a:off x="4471376" y="1457597"/>
              <a:ext cx="1089660" cy="47530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星形: 五角 555">
              <a:extLst>
                <a:ext uri="{FF2B5EF4-FFF2-40B4-BE49-F238E27FC236}">
                  <a16:creationId xmlns:a16="http://schemas.microsoft.com/office/drawing/2014/main" id="{807DF924-D8D3-480B-AA1A-16AD52DE5D02}"/>
                </a:ext>
              </a:extLst>
            </p:cNvPr>
            <p:cNvSpPr/>
            <p:nvPr/>
          </p:nvSpPr>
          <p:spPr>
            <a:xfrm>
              <a:off x="3206456" y="284062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星形: 五角 556">
              <a:extLst>
                <a:ext uri="{FF2B5EF4-FFF2-40B4-BE49-F238E27FC236}">
                  <a16:creationId xmlns:a16="http://schemas.microsoft.com/office/drawing/2014/main" id="{4BB73DA8-88D6-487E-89EC-8F0195BDFB3A}"/>
                </a:ext>
              </a:extLst>
            </p:cNvPr>
            <p:cNvSpPr/>
            <p:nvPr/>
          </p:nvSpPr>
          <p:spPr>
            <a:xfrm>
              <a:off x="3892681" y="202528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星形: 五角 558">
              <a:extLst>
                <a:ext uri="{FF2B5EF4-FFF2-40B4-BE49-F238E27FC236}">
                  <a16:creationId xmlns:a16="http://schemas.microsoft.com/office/drawing/2014/main" id="{0ACD0237-78D8-40E9-874F-CA2F0E828016}"/>
                </a:ext>
              </a:extLst>
            </p:cNvPr>
            <p:cNvSpPr/>
            <p:nvPr/>
          </p:nvSpPr>
          <p:spPr>
            <a:xfrm>
              <a:off x="2513036" y="327496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0" name="直接箭头连接符 559">
              <a:extLst>
                <a:ext uri="{FF2B5EF4-FFF2-40B4-BE49-F238E27FC236}">
                  <a16:creationId xmlns:a16="http://schemas.microsoft.com/office/drawing/2014/main" id="{88BAD02B-188D-4B57-965C-FDF2E1EC89D3}"/>
                </a:ext>
              </a:extLst>
            </p:cNvPr>
            <p:cNvCxnSpPr>
              <a:cxnSpLocks/>
              <a:stCxn id="513" idx="3"/>
              <a:endCxn id="543" idx="1"/>
            </p:cNvCxnSpPr>
            <p:nvPr/>
          </p:nvCxnSpPr>
          <p:spPr>
            <a:xfrm>
              <a:off x="804002" y="2760705"/>
              <a:ext cx="764154" cy="1801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DDD9E668-83CA-4482-945C-192F81BD3C17}"/>
                </a:ext>
              </a:extLst>
            </p:cNvPr>
            <p:cNvCxnSpPr>
              <a:cxnSpLocks/>
              <a:stCxn id="543" idx="4"/>
              <a:endCxn id="559" idx="1"/>
            </p:cNvCxnSpPr>
            <p:nvPr/>
          </p:nvCxnSpPr>
          <p:spPr>
            <a:xfrm>
              <a:off x="1690076" y="2778717"/>
              <a:ext cx="822960" cy="5486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箭头连接符 561">
              <a:extLst>
                <a:ext uri="{FF2B5EF4-FFF2-40B4-BE49-F238E27FC236}">
                  <a16:creationId xmlns:a16="http://schemas.microsoft.com/office/drawing/2014/main" id="{960C1641-F3D0-4177-A431-80D76B529061}"/>
                </a:ext>
              </a:extLst>
            </p:cNvPr>
            <p:cNvCxnSpPr>
              <a:cxnSpLocks/>
              <a:stCxn id="559" idx="4"/>
              <a:endCxn id="556" idx="2"/>
            </p:cNvCxnSpPr>
            <p:nvPr/>
          </p:nvCxnSpPr>
          <p:spPr>
            <a:xfrm flipV="1">
              <a:off x="2634956" y="2977787"/>
              <a:ext cx="594785" cy="349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箭头连接符 562">
              <a:extLst>
                <a:ext uri="{FF2B5EF4-FFF2-40B4-BE49-F238E27FC236}">
                  <a16:creationId xmlns:a16="http://schemas.microsoft.com/office/drawing/2014/main" id="{5344E385-C520-40C1-9DDC-E3A37A463540}"/>
                </a:ext>
              </a:extLst>
            </p:cNvPr>
            <p:cNvCxnSpPr>
              <a:cxnSpLocks/>
              <a:stCxn id="556" idx="4"/>
              <a:endCxn id="557" idx="2"/>
            </p:cNvCxnSpPr>
            <p:nvPr/>
          </p:nvCxnSpPr>
          <p:spPr>
            <a:xfrm flipV="1">
              <a:off x="3328376" y="2162447"/>
              <a:ext cx="587590" cy="73057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箭头连接符 563">
              <a:extLst>
                <a:ext uri="{FF2B5EF4-FFF2-40B4-BE49-F238E27FC236}">
                  <a16:creationId xmlns:a16="http://schemas.microsoft.com/office/drawing/2014/main" id="{590C21D8-8630-417F-85B4-29D857756960}"/>
                </a:ext>
              </a:extLst>
            </p:cNvPr>
            <p:cNvCxnSpPr>
              <a:cxnSpLocks/>
              <a:stCxn id="557" idx="4"/>
              <a:endCxn id="527" idx="2"/>
            </p:cNvCxnSpPr>
            <p:nvPr/>
          </p:nvCxnSpPr>
          <p:spPr>
            <a:xfrm flipV="1">
              <a:off x="4014601" y="1457597"/>
              <a:ext cx="1546435" cy="620080"/>
            </a:xfrm>
            <a:prstGeom prst="straightConnector1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5" name="直接箭头连接符 564">
              <a:extLst>
                <a:ext uri="{FF2B5EF4-FFF2-40B4-BE49-F238E27FC236}">
                  <a16:creationId xmlns:a16="http://schemas.microsoft.com/office/drawing/2014/main" id="{33A8CBC6-991E-4349-BF4E-A9CF505DB9B6}"/>
                </a:ext>
              </a:extLst>
            </p:cNvPr>
            <p:cNvCxnSpPr>
              <a:cxnSpLocks/>
              <a:stCxn id="514" idx="3"/>
              <a:endCxn id="558" idx="2"/>
            </p:cNvCxnSpPr>
            <p:nvPr/>
          </p:nvCxnSpPr>
          <p:spPr>
            <a:xfrm flipV="1">
              <a:off x="1303317" y="1565029"/>
              <a:ext cx="679469" cy="8515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8" name="星形: 五角 567">
              <a:extLst>
                <a:ext uri="{FF2B5EF4-FFF2-40B4-BE49-F238E27FC236}">
                  <a16:creationId xmlns:a16="http://schemas.microsoft.com/office/drawing/2014/main" id="{DFD28A0F-6AD2-455B-A5E3-4273155D5002}"/>
                </a:ext>
              </a:extLst>
            </p:cNvPr>
            <p:cNvSpPr/>
            <p:nvPr/>
          </p:nvSpPr>
          <p:spPr>
            <a:xfrm rot="622673">
              <a:off x="3015642" y="1607021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9" name="直接箭头连接符 568">
              <a:extLst>
                <a:ext uri="{FF2B5EF4-FFF2-40B4-BE49-F238E27FC236}">
                  <a16:creationId xmlns:a16="http://schemas.microsoft.com/office/drawing/2014/main" id="{ABCAA498-3A0F-4457-BD90-A3139F46B6A3}"/>
                </a:ext>
              </a:extLst>
            </p:cNvPr>
            <p:cNvCxnSpPr>
              <a:cxnSpLocks/>
              <a:stCxn id="558" idx="4"/>
              <a:endCxn id="568" idx="1"/>
            </p:cNvCxnSpPr>
            <p:nvPr/>
          </p:nvCxnSpPr>
          <p:spPr>
            <a:xfrm>
              <a:off x="2108639" y="1597829"/>
              <a:ext cx="910917" cy="50866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箭头连接符 569">
              <a:extLst>
                <a:ext uri="{FF2B5EF4-FFF2-40B4-BE49-F238E27FC236}">
                  <a16:creationId xmlns:a16="http://schemas.microsoft.com/office/drawing/2014/main" id="{CB927F35-8889-4B94-AA47-50568A7C556B}"/>
                </a:ext>
              </a:extLst>
            </p:cNvPr>
            <p:cNvCxnSpPr>
              <a:cxnSpLocks/>
              <a:stCxn id="568" idx="4"/>
              <a:endCxn id="571" idx="1"/>
            </p:cNvCxnSpPr>
            <p:nvPr/>
          </p:nvCxnSpPr>
          <p:spPr>
            <a:xfrm>
              <a:off x="3139481" y="1670657"/>
              <a:ext cx="748879" cy="111815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星形: 五角 570">
              <a:extLst>
                <a:ext uri="{FF2B5EF4-FFF2-40B4-BE49-F238E27FC236}">
                  <a16:creationId xmlns:a16="http://schemas.microsoft.com/office/drawing/2014/main" id="{5BC05C1B-5472-4279-B952-6A6BABD36F1B}"/>
                </a:ext>
              </a:extLst>
            </p:cNvPr>
            <p:cNvSpPr/>
            <p:nvPr/>
          </p:nvSpPr>
          <p:spPr>
            <a:xfrm rot="804682">
              <a:off x="3882942" y="174378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2" name="直接箭头连接符 571">
              <a:extLst>
                <a:ext uri="{FF2B5EF4-FFF2-40B4-BE49-F238E27FC236}">
                  <a16:creationId xmlns:a16="http://schemas.microsoft.com/office/drawing/2014/main" id="{12C5C2F2-A4BB-4EAA-9F80-BC36C816DBA2}"/>
                </a:ext>
              </a:extLst>
            </p:cNvPr>
            <p:cNvCxnSpPr>
              <a:cxnSpLocks/>
              <a:stCxn id="571" idx="4"/>
              <a:endCxn id="527" idx="2"/>
            </p:cNvCxnSpPr>
            <p:nvPr/>
          </p:nvCxnSpPr>
          <p:spPr>
            <a:xfrm flipV="1">
              <a:off x="4006955" y="1457597"/>
              <a:ext cx="1554081" cy="353154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/>
                <p:nvPr/>
              </p:nvSpPr>
              <p:spPr>
                <a:xfrm>
                  <a:off x="597262" y="2120808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62" y="2120808"/>
                  <a:ext cx="47352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/>
                <p:nvPr/>
              </p:nvSpPr>
              <p:spPr>
                <a:xfrm>
                  <a:off x="182925" y="2720883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925" y="2720883"/>
                  <a:ext cx="473528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/>
                <p:nvPr/>
              </p:nvSpPr>
              <p:spPr>
                <a:xfrm>
                  <a:off x="-67107" y="3163797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107" y="3163797"/>
                  <a:ext cx="473528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E640F0C9-AD98-444E-8FBB-7AF05798EE66}"/>
                    </a:ext>
                  </a:extLst>
                </p:cNvPr>
                <p:cNvSpPr txBox="1"/>
                <p:nvPr/>
              </p:nvSpPr>
              <p:spPr>
                <a:xfrm>
                  <a:off x="711561" y="3156654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E640F0C9-AD98-444E-8FBB-7AF05798E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61" y="3156654"/>
                  <a:ext cx="473528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5" name="星形: 五角 534">
              <a:extLst>
                <a:ext uri="{FF2B5EF4-FFF2-40B4-BE49-F238E27FC236}">
                  <a16:creationId xmlns:a16="http://schemas.microsoft.com/office/drawing/2014/main" id="{EB64C830-BC92-455E-9A86-864E5CBCEAC8}"/>
                </a:ext>
              </a:extLst>
            </p:cNvPr>
            <p:cNvSpPr/>
            <p:nvPr/>
          </p:nvSpPr>
          <p:spPr>
            <a:xfrm rot="20997962">
              <a:off x="2017736" y="3069226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星形: 五角 538">
              <a:extLst>
                <a:ext uri="{FF2B5EF4-FFF2-40B4-BE49-F238E27FC236}">
                  <a16:creationId xmlns:a16="http://schemas.microsoft.com/office/drawing/2014/main" id="{A40C4014-3338-489B-93E6-8CBEF61F1C99}"/>
                </a:ext>
              </a:extLst>
            </p:cNvPr>
            <p:cNvSpPr/>
            <p:nvPr/>
          </p:nvSpPr>
          <p:spPr>
            <a:xfrm rot="1548584">
              <a:off x="1712936" y="28711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星形: 五角 542">
              <a:extLst>
                <a:ext uri="{FF2B5EF4-FFF2-40B4-BE49-F238E27FC236}">
                  <a16:creationId xmlns:a16="http://schemas.microsoft.com/office/drawing/2014/main" id="{5E743DD9-3FAB-4FEE-B30A-F063B81098A8}"/>
                </a:ext>
              </a:extLst>
            </p:cNvPr>
            <p:cNvSpPr/>
            <p:nvPr/>
          </p:nvSpPr>
          <p:spPr>
            <a:xfrm>
              <a:off x="1568156" y="2726327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星形: 五角 557">
              <a:extLst>
                <a:ext uri="{FF2B5EF4-FFF2-40B4-BE49-F238E27FC236}">
                  <a16:creationId xmlns:a16="http://schemas.microsoft.com/office/drawing/2014/main" id="{FD75D922-82DB-4DE8-8A0A-EBC4041D8C89}"/>
                </a:ext>
              </a:extLst>
            </p:cNvPr>
            <p:cNvSpPr/>
            <p:nvPr/>
          </p:nvSpPr>
          <p:spPr>
            <a:xfrm rot="3317061">
              <a:off x="1999654" y="1488361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星形: 五角 229">
              <a:extLst>
                <a:ext uri="{FF2B5EF4-FFF2-40B4-BE49-F238E27FC236}">
                  <a16:creationId xmlns:a16="http://schemas.microsoft.com/office/drawing/2014/main" id="{3FE5C256-0A58-4589-B30D-BDD46B0B02CB}"/>
                </a:ext>
              </a:extLst>
            </p:cNvPr>
            <p:cNvSpPr/>
            <p:nvPr/>
          </p:nvSpPr>
          <p:spPr>
            <a:xfrm rot="20997962">
              <a:off x="2219005" y="5947105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星形: 五角 230">
              <a:extLst>
                <a:ext uri="{FF2B5EF4-FFF2-40B4-BE49-F238E27FC236}">
                  <a16:creationId xmlns:a16="http://schemas.microsoft.com/office/drawing/2014/main" id="{626D8A72-9A71-4591-AD32-888567D6964A}"/>
                </a:ext>
              </a:extLst>
            </p:cNvPr>
            <p:cNvSpPr/>
            <p:nvPr/>
          </p:nvSpPr>
          <p:spPr>
            <a:xfrm rot="1548584">
              <a:off x="1914205" y="5748986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星形: 五角 231">
              <a:extLst>
                <a:ext uri="{FF2B5EF4-FFF2-40B4-BE49-F238E27FC236}">
                  <a16:creationId xmlns:a16="http://schemas.microsoft.com/office/drawing/2014/main" id="{A50893CA-41A2-4CDD-B658-2C83AF59A789}"/>
                </a:ext>
              </a:extLst>
            </p:cNvPr>
            <p:cNvSpPr/>
            <p:nvPr/>
          </p:nvSpPr>
          <p:spPr>
            <a:xfrm>
              <a:off x="1769425" y="5604206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星形: 五角 232">
              <a:extLst>
                <a:ext uri="{FF2B5EF4-FFF2-40B4-BE49-F238E27FC236}">
                  <a16:creationId xmlns:a16="http://schemas.microsoft.com/office/drawing/2014/main" id="{E34FB7BE-4125-4E2A-AAE1-FBD29E0A8B94}"/>
                </a:ext>
              </a:extLst>
            </p:cNvPr>
            <p:cNvSpPr/>
            <p:nvPr/>
          </p:nvSpPr>
          <p:spPr>
            <a:xfrm rot="3317061">
              <a:off x="2200923" y="436624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4" name="组合 623">
            <a:extLst>
              <a:ext uri="{FF2B5EF4-FFF2-40B4-BE49-F238E27FC236}">
                <a16:creationId xmlns:a16="http://schemas.microsoft.com/office/drawing/2014/main" id="{5E4C235A-0A53-4DA5-B92B-4B1A537E0194}"/>
              </a:ext>
            </a:extLst>
          </p:cNvPr>
          <p:cNvGrpSpPr/>
          <p:nvPr/>
        </p:nvGrpSpPr>
        <p:grpSpPr>
          <a:xfrm>
            <a:off x="260716" y="3681211"/>
            <a:ext cx="6310057" cy="2378489"/>
            <a:chOff x="-120284" y="3624061"/>
            <a:chExt cx="6310057" cy="2378489"/>
          </a:xfrm>
        </p:grpSpPr>
        <p:sp>
          <p:nvSpPr>
            <p:cNvPr id="507" name="平行四边形 506">
              <a:extLst>
                <a:ext uri="{FF2B5EF4-FFF2-40B4-BE49-F238E27FC236}">
                  <a16:creationId xmlns:a16="http://schemas.microsoft.com/office/drawing/2014/main" id="{3C8FFEC6-F233-4304-87EC-35F9CBE02B22}"/>
                </a:ext>
              </a:extLst>
            </p:cNvPr>
            <p:cNvSpPr/>
            <p:nvPr/>
          </p:nvSpPr>
          <p:spPr>
            <a:xfrm>
              <a:off x="-120284" y="3690822"/>
              <a:ext cx="6310057" cy="2289489"/>
            </a:xfrm>
            <a:prstGeom prst="parallelogram">
              <a:avLst>
                <a:gd name="adj" fmla="val 8801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立方体 507">
              <a:extLst>
                <a:ext uri="{FF2B5EF4-FFF2-40B4-BE49-F238E27FC236}">
                  <a16:creationId xmlns:a16="http://schemas.microsoft.com/office/drawing/2014/main" id="{3610096C-4E08-469E-A49C-96C4B95E0CA7}"/>
                </a:ext>
              </a:extLst>
            </p:cNvPr>
            <p:cNvSpPr/>
            <p:nvPr/>
          </p:nvSpPr>
          <p:spPr>
            <a:xfrm>
              <a:off x="1327109" y="4280334"/>
              <a:ext cx="481630" cy="56699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立方体 509">
              <a:extLst>
                <a:ext uri="{FF2B5EF4-FFF2-40B4-BE49-F238E27FC236}">
                  <a16:creationId xmlns:a16="http://schemas.microsoft.com/office/drawing/2014/main" id="{29F4CFFB-9C37-4C92-A490-60AE47E35DF9}"/>
                </a:ext>
              </a:extLst>
            </p:cNvPr>
            <p:cNvSpPr/>
            <p:nvPr/>
          </p:nvSpPr>
          <p:spPr>
            <a:xfrm>
              <a:off x="3684480" y="3624061"/>
              <a:ext cx="308730" cy="50559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1" name="图片 510">
              <a:extLst>
                <a:ext uri="{FF2B5EF4-FFF2-40B4-BE49-F238E27FC236}">
                  <a16:creationId xmlns:a16="http://schemas.microsoft.com/office/drawing/2014/main" id="{0D4ABCA1-DB54-4EB8-9814-5F038605A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9635" y="4317039"/>
              <a:ext cx="395832" cy="395832"/>
            </a:xfrm>
            <a:prstGeom prst="rect">
              <a:avLst/>
            </a:prstGeom>
          </p:spPr>
        </p:pic>
        <p:pic>
          <p:nvPicPr>
            <p:cNvPr id="512" name="图片 511">
              <a:extLst>
                <a:ext uri="{FF2B5EF4-FFF2-40B4-BE49-F238E27FC236}">
                  <a16:creationId xmlns:a16="http://schemas.microsoft.com/office/drawing/2014/main" id="{0C468D1B-1E57-4E4D-A16F-3732A5F43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735" y="3726465"/>
              <a:ext cx="298111" cy="298111"/>
            </a:xfrm>
            <a:prstGeom prst="rect">
              <a:avLst/>
            </a:prstGeom>
          </p:spPr>
        </p:pic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411D3AC6-AC90-4859-8DE9-50404C3F2F3B}"/>
                </a:ext>
              </a:extLst>
            </p:cNvPr>
            <p:cNvSpPr/>
            <p:nvPr/>
          </p:nvSpPr>
          <p:spPr>
            <a:xfrm rot="21014316">
              <a:off x="2089444" y="3866783"/>
              <a:ext cx="2249504" cy="141278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立方体 517">
              <a:extLst>
                <a:ext uri="{FF2B5EF4-FFF2-40B4-BE49-F238E27FC236}">
                  <a16:creationId xmlns:a16="http://schemas.microsoft.com/office/drawing/2014/main" id="{280FE416-A4D5-405A-B1F7-FC0A27B2C9CA}"/>
                </a:ext>
              </a:extLst>
            </p:cNvPr>
            <p:cNvSpPr/>
            <p:nvPr/>
          </p:nvSpPr>
          <p:spPr>
            <a:xfrm>
              <a:off x="2817836" y="4883943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6" name="立方体 565">
              <a:extLst>
                <a:ext uri="{FF2B5EF4-FFF2-40B4-BE49-F238E27FC236}">
                  <a16:creationId xmlns:a16="http://schemas.microsoft.com/office/drawing/2014/main" id="{4D747C29-D793-4FD2-BB2D-8B1F2663F619}"/>
                </a:ext>
              </a:extLst>
            </p:cNvPr>
            <p:cNvSpPr/>
            <p:nvPr/>
          </p:nvSpPr>
          <p:spPr>
            <a:xfrm>
              <a:off x="3730229" y="5190387"/>
              <a:ext cx="504174" cy="594917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立方体 566">
              <a:extLst>
                <a:ext uri="{FF2B5EF4-FFF2-40B4-BE49-F238E27FC236}">
                  <a16:creationId xmlns:a16="http://schemas.microsoft.com/office/drawing/2014/main" id="{8AB430F3-C7AE-4726-B59F-D8E9E7B9C5EB}"/>
                </a:ext>
              </a:extLst>
            </p:cNvPr>
            <p:cNvSpPr/>
            <p:nvPr/>
          </p:nvSpPr>
          <p:spPr>
            <a:xfrm>
              <a:off x="3809148" y="4225917"/>
              <a:ext cx="348226" cy="551873"/>
            </a:xfrm>
            <a:prstGeom prst="cube">
              <a:avLst>
                <a:gd name="adj" fmla="val 23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任意多边形: 形状 572">
              <a:extLst>
                <a:ext uri="{FF2B5EF4-FFF2-40B4-BE49-F238E27FC236}">
                  <a16:creationId xmlns:a16="http://schemas.microsoft.com/office/drawing/2014/main" id="{04F14F60-FAC2-401C-98CB-501ACE319721}"/>
                </a:ext>
              </a:extLst>
            </p:cNvPr>
            <p:cNvSpPr/>
            <p:nvPr/>
          </p:nvSpPr>
          <p:spPr>
            <a:xfrm>
              <a:off x="1050132" y="4036219"/>
              <a:ext cx="4281488" cy="1393031"/>
            </a:xfrm>
            <a:custGeom>
              <a:avLst/>
              <a:gdLst>
                <a:gd name="connsiteX0" fmla="*/ 0 w 3552825"/>
                <a:gd name="connsiteY0" fmla="*/ 1485900 h 1563817"/>
                <a:gd name="connsiteX1" fmla="*/ 466725 w 3552825"/>
                <a:gd name="connsiteY1" fmla="*/ 1047750 h 1563817"/>
                <a:gd name="connsiteX2" fmla="*/ 923925 w 3552825"/>
                <a:gd name="connsiteY2" fmla="*/ 1543050 h 1563817"/>
                <a:gd name="connsiteX3" fmla="*/ 1781175 w 3552825"/>
                <a:gd name="connsiteY3" fmla="*/ 1371600 h 1563817"/>
                <a:gd name="connsiteX4" fmla="*/ 2752725 w 3552825"/>
                <a:gd name="connsiteY4" fmla="*/ 485775 h 1563817"/>
                <a:gd name="connsiteX5" fmla="*/ 2952750 w 3552825"/>
                <a:gd name="connsiteY5" fmla="*/ 238125 h 1563817"/>
                <a:gd name="connsiteX6" fmla="*/ 3552825 w 3552825"/>
                <a:gd name="connsiteY6" fmla="*/ 0 h 156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2825" h="1563817">
                  <a:moveTo>
                    <a:pt x="0" y="1485900"/>
                  </a:moveTo>
                  <a:cubicBezTo>
                    <a:pt x="156369" y="1262062"/>
                    <a:pt x="312738" y="1038225"/>
                    <a:pt x="466725" y="1047750"/>
                  </a:cubicBezTo>
                  <a:cubicBezTo>
                    <a:pt x="620712" y="1057275"/>
                    <a:pt x="704850" y="1489075"/>
                    <a:pt x="923925" y="1543050"/>
                  </a:cubicBezTo>
                  <a:cubicBezTo>
                    <a:pt x="1143000" y="1597025"/>
                    <a:pt x="1476375" y="1547813"/>
                    <a:pt x="1781175" y="1371600"/>
                  </a:cubicBezTo>
                  <a:cubicBezTo>
                    <a:pt x="2085975" y="1195387"/>
                    <a:pt x="2557463" y="674687"/>
                    <a:pt x="2752725" y="485775"/>
                  </a:cubicBezTo>
                  <a:cubicBezTo>
                    <a:pt x="2947987" y="296863"/>
                    <a:pt x="2819400" y="319087"/>
                    <a:pt x="2952750" y="238125"/>
                  </a:cubicBezTo>
                  <a:cubicBezTo>
                    <a:pt x="3086100" y="157163"/>
                    <a:pt x="3402012" y="23813"/>
                    <a:pt x="3552825" y="0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4" name="立方体 573">
              <a:extLst>
                <a:ext uri="{FF2B5EF4-FFF2-40B4-BE49-F238E27FC236}">
                  <a16:creationId xmlns:a16="http://schemas.microsoft.com/office/drawing/2014/main" id="{89735A1E-690C-4086-A4E1-4CB3CA32F3A7}"/>
                </a:ext>
              </a:extLst>
            </p:cNvPr>
            <p:cNvSpPr/>
            <p:nvPr/>
          </p:nvSpPr>
          <p:spPr>
            <a:xfrm>
              <a:off x="2379192" y="3802291"/>
              <a:ext cx="434373" cy="732215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75" name="组合 574">
              <a:extLst>
                <a:ext uri="{FF2B5EF4-FFF2-40B4-BE49-F238E27FC236}">
                  <a16:creationId xmlns:a16="http://schemas.microsoft.com/office/drawing/2014/main" id="{DB16CA7D-6D64-44D1-A3D4-605FB67E18B7}"/>
                </a:ext>
              </a:extLst>
            </p:cNvPr>
            <p:cNvGrpSpPr/>
            <p:nvPr/>
          </p:nvGrpSpPr>
          <p:grpSpPr>
            <a:xfrm>
              <a:off x="162779" y="4603296"/>
              <a:ext cx="1596047" cy="1399254"/>
              <a:chOff x="1412935" y="4481852"/>
              <a:chExt cx="1596047" cy="1399254"/>
            </a:xfrm>
          </p:grpSpPr>
          <p:sp>
            <p:nvSpPr>
              <p:cNvPr id="605" name="椭圆 604">
                <a:extLst>
                  <a:ext uri="{FF2B5EF4-FFF2-40B4-BE49-F238E27FC236}">
                    <a16:creationId xmlns:a16="http://schemas.microsoft.com/office/drawing/2014/main" id="{9FC46889-CDE6-4D6E-A6D7-44F5B8CA140A}"/>
                  </a:ext>
                </a:extLst>
              </p:cNvPr>
              <p:cNvSpPr/>
              <p:nvPr/>
            </p:nvSpPr>
            <p:spPr>
              <a:xfrm rot="5136353">
                <a:off x="1595955" y="4801440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椭圆 605">
                <a:extLst>
                  <a:ext uri="{FF2B5EF4-FFF2-40B4-BE49-F238E27FC236}">
                    <a16:creationId xmlns:a16="http://schemas.microsoft.com/office/drawing/2014/main" id="{06BEB97D-D22F-4DC9-AC2A-D5831DBBB9DA}"/>
                  </a:ext>
                </a:extLst>
              </p:cNvPr>
              <p:cNvSpPr/>
              <p:nvPr/>
            </p:nvSpPr>
            <p:spPr>
              <a:xfrm rot="4993526">
                <a:off x="1466417" y="5248009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7" name="椭圆 606">
                <a:extLst>
                  <a:ext uri="{FF2B5EF4-FFF2-40B4-BE49-F238E27FC236}">
                    <a16:creationId xmlns:a16="http://schemas.microsoft.com/office/drawing/2014/main" id="{9E216099-FB19-4CAE-9807-BDB06CD189C9}"/>
                  </a:ext>
                </a:extLst>
              </p:cNvPr>
              <p:cNvSpPr/>
              <p:nvPr/>
            </p:nvSpPr>
            <p:spPr>
              <a:xfrm rot="5162698">
                <a:off x="2202687" y="4443302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08" name="图片 607">
                <a:extLst>
                  <a:ext uri="{FF2B5EF4-FFF2-40B4-BE49-F238E27FC236}">
                    <a16:creationId xmlns:a16="http://schemas.microsoft.com/office/drawing/2014/main" id="{A1B30398-97F7-4887-A262-49C706745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92" y="523104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09" name="图片 608">
                <a:extLst>
                  <a:ext uri="{FF2B5EF4-FFF2-40B4-BE49-F238E27FC236}">
                    <a16:creationId xmlns:a16="http://schemas.microsoft.com/office/drawing/2014/main" id="{B5C29B32-99E5-4078-91CC-95B277F3A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2431" y="5642725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610" name="图片 609">
                <a:extLst>
                  <a:ext uri="{FF2B5EF4-FFF2-40B4-BE49-F238E27FC236}">
                    <a16:creationId xmlns:a16="http://schemas.microsoft.com/office/drawing/2014/main" id="{7325ED6B-0A7A-4ABC-BCD1-FE3259500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6947" y="470943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1" name="图片 610">
                <a:extLst>
                  <a:ext uri="{FF2B5EF4-FFF2-40B4-BE49-F238E27FC236}">
                    <a16:creationId xmlns:a16="http://schemas.microsoft.com/office/drawing/2014/main" id="{A07872B7-38FF-4F9F-856B-D82FE0E83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9500" y="5338244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612" name="图片 611">
                <a:extLst>
                  <a:ext uri="{FF2B5EF4-FFF2-40B4-BE49-F238E27FC236}">
                    <a16:creationId xmlns:a16="http://schemas.microsoft.com/office/drawing/2014/main" id="{CE311B09-621D-443D-A4F9-897172EDF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5501" y="453702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613" name="椭圆 612">
                <a:extLst>
                  <a:ext uri="{FF2B5EF4-FFF2-40B4-BE49-F238E27FC236}">
                    <a16:creationId xmlns:a16="http://schemas.microsoft.com/office/drawing/2014/main" id="{2E69DF1B-5B99-4AC6-A7F7-511295BE4BFA}"/>
                  </a:ext>
                </a:extLst>
              </p:cNvPr>
              <p:cNvSpPr/>
              <p:nvPr/>
            </p:nvSpPr>
            <p:spPr>
              <a:xfrm rot="5210808">
                <a:off x="2263341" y="5061647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14" name="图片 613">
                <a:extLst>
                  <a:ext uri="{FF2B5EF4-FFF2-40B4-BE49-F238E27FC236}">
                    <a16:creationId xmlns:a16="http://schemas.microsoft.com/office/drawing/2014/main" id="{4C463F0B-D9AF-40F9-9382-59BEB8905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77203" y="539594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5" name="图片 614">
                <a:extLst>
                  <a:ext uri="{FF2B5EF4-FFF2-40B4-BE49-F238E27FC236}">
                    <a16:creationId xmlns:a16="http://schemas.microsoft.com/office/drawing/2014/main" id="{BE44BBE9-FBC2-49CA-AE81-07E45113B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8510" y="5402928"/>
                <a:ext cx="281592" cy="281592"/>
              </a:xfrm>
              <a:prstGeom prst="rect">
                <a:avLst/>
              </a:prstGeom>
            </p:spPr>
          </p:pic>
          <p:pic>
            <p:nvPicPr>
              <p:cNvPr id="616" name="图片 615">
                <a:extLst>
                  <a:ext uri="{FF2B5EF4-FFF2-40B4-BE49-F238E27FC236}">
                    <a16:creationId xmlns:a16="http://schemas.microsoft.com/office/drawing/2014/main" id="{CCBE66FD-0308-4D20-8CCA-C1A71778A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3678" y="491693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7" name="图片 616">
                <a:extLst>
                  <a:ext uri="{FF2B5EF4-FFF2-40B4-BE49-F238E27FC236}">
                    <a16:creationId xmlns:a16="http://schemas.microsoft.com/office/drawing/2014/main" id="{1332BFBF-C166-4C98-95A5-635A10D91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2053" y="504769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18" name="图片 617">
                <a:extLst>
                  <a:ext uri="{FF2B5EF4-FFF2-40B4-BE49-F238E27FC236}">
                    <a16:creationId xmlns:a16="http://schemas.microsoft.com/office/drawing/2014/main" id="{CECB6CBC-08B4-4D79-A7DC-E446D7E03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4959" y="5199340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9" name="文本框 618">
                    <a:extLst>
                      <a:ext uri="{FF2B5EF4-FFF2-40B4-BE49-F238E27FC236}">
                        <a16:creationId xmlns:a16="http://schemas.microsoft.com/office/drawing/2014/main" id="{3D7B14A4-E4FA-4CD7-8482-F39228A2D7E7}"/>
                      </a:ext>
                    </a:extLst>
                  </p:cNvPr>
                  <p:cNvSpPr txBox="1"/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19" name="文本框 618">
                    <a:extLst>
                      <a:ext uri="{FF2B5EF4-FFF2-40B4-BE49-F238E27FC236}">
                        <a16:creationId xmlns:a16="http://schemas.microsoft.com/office/drawing/2014/main" id="{3D7B14A4-E4FA-4CD7-8482-F39228A2D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0411" y="4481852"/>
                    <a:ext cx="377218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0" name="文本框 619">
                    <a:extLst>
                      <a:ext uri="{FF2B5EF4-FFF2-40B4-BE49-F238E27FC236}">
                        <a16:creationId xmlns:a16="http://schemas.microsoft.com/office/drawing/2014/main" id="{A8DD20F9-0317-41AD-900B-0B0F09D73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8004" y="4846062"/>
                    <a:ext cx="380810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/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1" name="文本框 620">
                    <a:extLst>
                      <a:ext uri="{FF2B5EF4-FFF2-40B4-BE49-F238E27FC236}">
                        <a16:creationId xmlns:a16="http://schemas.microsoft.com/office/drawing/2014/main" id="{41B12F56-5E15-4485-9C0C-99AE3ECC4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5415" y="5552446"/>
                    <a:ext cx="380810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2" name="文本框 621">
                    <a:extLst>
                      <a:ext uri="{FF2B5EF4-FFF2-40B4-BE49-F238E27FC236}">
                        <a16:creationId xmlns:a16="http://schemas.microsoft.com/office/drawing/2014/main" id="{3D3AD1CD-ED10-4027-BDF2-745141CB0427}"/>
                      </a:ext>
                    </a:extLst>
                  </p:cNvPr>
                  <p:cNvSpPr txBox="1"/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22" name="文本框 621">
                    <a:extLst>
                      <a:ext uri="{FF2B5EF4-FFF2-40B4-BE49-F238E27FC236}">
                        <a16:creationId xmlns:a16="http://schemas.microsoft.com/office/drawing/2014/main" id="{3D3AD1CD-ED10-4027-BDF2-745141CB04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8900" y="5434998"/>
                    <a:ext cx="380810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2FC82DAC-BD3A-4D1B-8B37-764D3FAE2CC3}"/>
                </a:ext>
              </a:extLst>
            </p:cNvPr>
            <p:cNvSpPr/>
            <p:nvPr/>
          </p:nvSpPr>
          <p:spPr>
            <a:xfrm rot="5136353">
              <a:off x="3391418" y="4553791"/>
              <a:ext cx="579615" cy="6865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1" name="图片 580">
              <a:extLst>
                <a:ext uri="{FF2B5EF4-FFF2-40B4-BE49-F238E27FC236}">
                  <a16:creationId xmlns:a16="http://schemas.microsoft.com/office/drawing/2014/main" id="{FFAA5F92-FA48-4838-A271-D133AF9CB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9141" y="4669285"/>
              <a:ext cx="304800" cy="304800"/>
            </a:xfrm>
            <a:prstGeom prst="rect">
              <a:avLst/>
            </a:prstGeom>
          </p:spPr>
        </p:pic>
        <p:pic>
          <p:nvPicPr>
            <p:cNvPr id="582" name="图片 581">
              <a:extLst>
                <a:ext uri="{FF2B5EF4-FFF2-40B4-BE49-F238E27FC236}">
                  <a16:creationId xmlns:a16="http://schemas.microsoft.com/office/drawing/2014/main" id="{2E0859E2-855B-44B4-B181-7783AB33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516" y="4800047"/>
              <a:ext cx="304800" cy="304800"/>
            </a:xfrm>
            <a:prstGeom prst="rect">
              <a:avLst/>
            </a:prstGeom>
          </p:spPr>
        </p:pic>
        <p:grpSp>
          <p:nvGrpSpPr>
            <p:cNvPr id="583" name="组合 582">
              <a:extLst>
                <a:ext uri="{FF2B5EF4-FFF2-40B4-BE49-F238E27FC236}">
                  <a16:creationId xmlns:a16="http://schemas.microsoft.com/office/drawing/2014/main" id="{FA9986D6-F31F-4575-A36E-6731132724F0}"/>
                </a:ext>
              </a:extLst>
            </p:cNvPr>
            <p:cNvGrpSpPr/>
            <p:nvPr/>
          </p:nvGrpSpPr>
          <p:grpSpPr>
            <a:xfrm>
              <a:off x="4023250" y="4212771"/>
              <a:ext cx="686579" cy="594547"/>
              <a:chOff x="5266262" y="3984171"/>
              <a:chExt cx="686579" cy="594547"/>
            </a:xfrm>
          </p:grpSpPr>
          <p:sp>
            <p:nvSpPr>
              <p:cNvPr id="601" name="椭圆 600">
                <a:extLst>
                  <a:ext uri="{FF2B5EF4-FFF2-40B4-BE49-F238E27FC236}">
                    <a16:creationId xmlns:a16="http://schemas.microsoft.com/office/drawing/2014/main" id="{8081EC4F-18E3-4300-9EF3-A387EE6822A7}"/>
                  </a:ext>
                </a:extLst>
              </p:cNvPr>
              <p:cNvSpPr/>
              <p:nvPr/>
            </p:nvSpPr>
            <p:spPr>
              <a:xfrm rot="5162698">
                <a:off x="5319744" y="394562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02" name="图片 601">
                <a:extLst>
                  <a:ext uri="{FF2B5EF4-FFF2-40B4-BE49-F238E27FC236}">
                    <a16:creationId xmlns:a16="http://schemas.microsoft.com/office/drawing/2014/main" id="{62EC9490-1B69-45DB-B578-AC015BB7B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4004" y="4211751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603" name="图片 602">
                <a:extLst>
                  <a:ext uri="{FF2B5EF4-FFF2-40B4-BE49-F238E27FC236}">
                    <a16:creationId xmlns:a16="http://schemas.microsoft.com/office/drawing/2014/main" id="{EB607072-CBD6-428E-8810-A5EF8EF1F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2558" y="4039345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4" name="文本框 603">
                    <a:extLst>
                      <a:ext uri="{FF2B5EF4-FFF2-40B4-BE49-F238E27FC236}">
                        <a16:creationId xmlns:a16="http://schemas.microsoft.com/office/drawing/2014/main" id="{E73C405D-2E79-4853-8E0E-3196099B9DCD}"/>
                      </a:ext>
                    </a:extLst>
                  </p:cNvPr>
                  <p:cNvSpPr txBox="1"/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04" name="文本框 603">
                    <a:extLst>
                      <a:ext uri="{FF2B5EF4-FFF2-40B4-BE49-F238E27FC236}">
                        <a16:creationId xmlns:a16="http://schemas.microsoft.com/office/drawing/2014/main" id="{E73C405D-2E79-4853-8E0E-3196099B9D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7468" y="3984171"/>
                    <a:ext cx="377218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/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84" name="文本框 583">
                  <a:extLst>
                    <a:ext uri="{FF2B5EF4-FFF2-40B4-BE49-F238E27FC236}">
                      <a16:creationId xmlns:a16="http://schemas.microsoft.com/office/drawing/2014/main" id="{E7E34E03-EB08-47D7-BED1-6BE89D037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3467" y="4598413"/>
                  <a:ext cx="380810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8ACAEF91-8140-4D2C-808E-F289C0595B1F}"/>
                </a:ext>
              </a:extLst>
            </p:cNvPr>
            <p:cNvGrpSpPr/>
            <p:nvPr/>
          </p:nvGrpSpPr>
          <p:grpSpPr>
            <a:xfrm>
              <a:off x="3001230" y="5275298"/>
              <a:ext cx="773290" cy="579615"/>
              <a:chOff x="4529992" y="4803810"/>
              <a:chExt cx="773290" cy="579615"/>
            </a:xfrm>
          </p:grpSpPr>
          <p:sp>
            <p:nvSpPr>
              <p:cNvPr id="596" name="椭圆 595">
                <a:extLst>
                  <a:ext uri="{FF2B5EF4-FFF2-40B4-BE49-F238E27FC236}">
                    <a16:creationId xmlns:a16="http://schemas.microsoft.com/office/drawing/2014/main" id="{DF3FC0D9-78B0-468A-B003-802B02A531F6}"/>
                  </a:ext>
                </a:extLst>
              </p:cNvPr>
              <p:cNvSpPr/>
              <p:nvPr/>
            </p:nvSpPr>
            <p:spPr>
              <a:xfrm rot="4993526">
                <a:off x="4583474" y="4750328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97" name="图片 596">
                <a:extLst>
                  <a:ext uri="{FF2B5EF4-FFF2-40B4-BE49-F238E27FC236}">
                    <a16:creationId xmlns:a16="http://schemas.microsoft.com/office/drawing/2014/main" id="{B7BBB5BE-B4B0-41E3-B2CA-CF9CD4923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9488" y="5145044"/>
                <a:ext cx="237849" cy="237849"/>
              </a:xfrm>
              <a:prstGeom prst="rect">
                <a:avLst/>
              </a:prstGeom>
            </p:spPr>
          </p:pic>
          <p:pic>
            <p:nvPicPr>
              <p:cNvPr id="598" name="图片 597">
                <a:extLst>
                  <a:ext uri="{FF2B5EF4-FFF2-40B4-BE49-F238E27FC236}">
                    <a16:creationId xmlns:a16="http://schemas.microsoft.com/office/drawing/2014/main" id="{2AA70575-C301-4CAF-A6C0-3FAEABD16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16557" y="4840563"/>
                <a:ext cx="239596" cy="239596"/>
              </a:xfrm>
              <a:prstGeom prst="rect">
                <a:avLst/>
              </a:prstGeom>
            </p:spPr>
          </p:pic>
          <p:pic>
            <p:nvPicPr>
              <p:cNvPr id="599" name="图片 598">
                <a:extLst>
                  <a:ext uri="{FF2B5EF4-FFF2-40B4-BE49-F238E27FC236}">
                    <a16:creationId xmlns:a16="http://schemas.microsoft.com/office/drawing/2014/main" id="{152626A9-C6AE-4885-A3B5-C72C573A33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55567" y="4905247"/>
                <a:ext cx="281592" cy="28159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/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89D1B75F-D720-43B2-9467-9073DC6D7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2472" y="5054765"/>
                    <a:ext cx="380810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E2616EAB-C025-4E5A-A584-BCB6187BEAD0}"/>
                </a:ext>
              </a:extLst>
            </p:cNvPr>
            <p:cNvGrpSpPr/>
            <p:nvPr/>
          </p:nvGrpSpPr>
          <p:grpSpPr>
            <a:xfrm>
              <a:off x="3974856" y="4833652"/>
              <a:ext cx="836733" cy="654549"/>
              <a:chOff x="5289306" y="4655058"/>
              <a:chExt cx="836733" cy="654549"/>
            </a:xfrm>
          </p:grpSpPr>
          <p:pic>
            <p:nvPicPr>
              <p:cNvPr id="591" name="图片 590">
                <a:extLst>
                  <a:ext uri="{FF2B5EF4-FFF2-40B4-BE49-F238E27FC236}">
                    <a16:creationId xmlns:a16="http://schemas.microsoft.com/office/drawing/2014/main" id="{48008523-C8BD-41B3-837E-95A99DD55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4949" y="4733363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92" name="椭圆 591">
                <a:extLst>
                  <a:ext uri="{FF2B5EF4-FFF2-40B4-BE49-F238E27FC236}">
                    <a16:creationId xmlns:a16="http://schemas.microsoft.com/office/drawing/2014/main" id="{39160B45-C6E9-44B4-9FE5-8D7BACC804FE}"/>
                  </a:ext>
                </a:extLst>
              </p:cNvPr>
              <p:cNvSpPr/>
              <p:nvPr/>
            </p:nvSpPr>
            <p:spPr>
              <a:xfrm rot="5210808">
                <a:off x="5380398" y="4563966"/>
                <a:ext cx="654549" cy="8367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93" name="图片 592">
                <a:extLst>
                  <a:ext uri="{FF2B5EF4-FFF2-40B4-BE49-F238E27FC236}">
                    <a16:creationId xmlns:a16="http://schemas.microsoft.com/office/drawing/2014/main" id="{9D591761-7555-4FF7-9B58-12663D926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4260" y="48982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94" name="图片 593">
                <a:extLst>
                  <a:ext uri="{FF2B5EF4-FFF2-40B4-BE49-F238E27FC236}">
                    <a16:creationId xmlns:a16="http://schemas.microsoft.com/office/drawing/2014/main" id="{C5C83BDE-5349-4CFC-85B5-CDCD3B182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2016" y="4701659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/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5" name="文本框 594">
                    <a:extLst>
                      <a:ext uri="{FF2B5EF4-FFF2-40B4-BE49-F238E27FC236}">
                        <a16:creationId xmlns:a16="http://schemas.microsoft.com/office/drawing/2014/main" id="{55C49615-0B9C-488C-B45E-41D1B2844C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5957" y="4937317"/>
                    <a:ext cx="380810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7" name="立方体 586">
              <a:extLst>
                <a:ext uri="{FF2B5EF4-FFF2-40B4-BE49-F238E27FC236}">
                  <a16:creationId xmlns:a16="http://schemas.microsoft.com/office/drawing/2014/main" id="{143B46B2-8D27-4837-B61E-250C01194E23}"/>
                </a:ext>
              </a:extLst>
            </p:cNvPr>
            <p:cNvSpPr/>
            <p:nvPr/>
          </p:nvSpPr>
          <p:spPr>
            <a:xfrm>
              <a:off x="1910705" y="5300077"/>
              <a:ext cx="539077" cy="69962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>
              <a:extLst>
                <a:ext uri="{FF2B5EF4-FFF2-40B4-BE49-F238E27FC236}">
                  <a16:creationId xmlns:a16="http://schemas.microsoft.com/office/drawing/2014/main" id="{44105EF5-886F-4749-B45B-F40FD6841EBA}"/>
                </a:ext>
              </a:extLst>
            </p:cNvPr>
            <p:cNvSpPr/>
            <p:nvPr/>
          </p:nvSpPr>
          <p:spPr>
            <a:xfrm>
              <a:off x="4677116" y="4289874"/>
              <a:ext cx="496637" cy="594917"/>
            </a:xfrm>
            <a:prstGeom prst="cube">
              <a:avLst>
                <a:gd name="adj" fmla="val 1987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66FE54C9-FA5E-4067-87E9-4D83F7FAABFB}"/>
              </a:ext>
            </a:extLst>
          </p:cNvPr>
          <p:cNvCxnSpPr>
            <a:cxnSpLocks/>
            <a:stCxn id="516" idx="2"/>
            <a:endCxn id="613" idx="4"/>
          </p:cNvCxnSpPr>
          <p:nvPr/>
        </p:nvCxnSpPr>
        <p:spPr>
          <a:xfrm flipH="1">
            <a:off x="1303726" y="2758654"/>
            <a:ext cx="385650" cy="292296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48D72933-A91B-490F-80DB-8FA545F0E2CD}"/>
              </a:ext>
            </a:extLst>
          </p:cNvPr>
          <p:cNvCxnSpPr>
            <a:cxnSpLocks/>
            <a:stCxn id="513" idx="2"/>
            <a:endCxn id="605" idx="0"/>
          </p:cNvCxnSpPr>
          <p:nvPr/>
        </p:nvCxnSpPr>
        <p:spPr>
          <a:xfrm>
            <a:off x="1061177" y="2303505"/>
            <a:ext cx="297710" cy="299351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EB2F6783-3FC6-4DAC-B3C7-E90DC6A14249}"/>
              </a:ext>
            </a:extLst>
          </p:cNvPr>
          <p:cNvCxnSpPr>
            <a:cxnSpLocks/>
            <a:stCxn id="515" idx="2"/>
            <a:endCxn id="606" idx="0"/>
          </p:cNvCxnSpPr>
          <p:nvPr/>
        </p:nvCxnSpPr>
        <p:spPr>
          <a:xfrm>
            <a:off x="833831" y="2832178"/>
            <a:ext cx="394130" cy="28972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07446E2E-C9C5-426D-B3BE-468C03016796}"/>
              </a:ext>
            </a:extLst>
          </p:cNvPr>
          <p:cNvCxnSpPr>
            <a:cxnSpLocks/>
            <a:stCxn id="513" idx="2"/>
            <a:endCxn id="605" idx="4"/>
          </p:cNvCxnSpPr>
          <p:nvPr/>
        </p:nvCxnSpPr>
        <p:spPr>
          <a:xfrm flipH="1">
            <a:off x="674326" y="2303505"/>
            <a:ext cx="386851" cy="304612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直接连接符 532">
            <a:extLst>
              <a:ext uri="{FF2B5EF4-FFF2-40B4-BE49-F238E27FC236}">
                <a16:creationId xmlns:a16="http://schemas.microsoft.com/office/drawing/2014/main" id="{395346CB-2F3E-41AA-8ACF-C10C3FD7C2CB}"/>
              </a:ext>
            </a:extLst>
          </p:cNvPr>
          <p:cNvCxnSpPr>
            <a:cxnSpLocks/>
            <a:stCxn id="514" idx="2"/>
            <a:endCxn id="607" idx="4"/>
          </p:cNvCxnSpPr>
          <p:nvPr/>
        </p:nvCxnSpPr>
        <p:spPr>
          <a:xfrm flipH="1">
            <a:off x="1280867" y="1959383"/>
            <a:ext cx="279625" cy="302948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直接连接符 533">
            <a:extLst>
              <a:ext uri="{FF2B5EF4-FFF2-40B4-BE49-F238E27FC236}">
                <a16:creationId xmlns:a16="http://schemas.microsoft.com/office/drawing/2014/main" id="{0BD6D8E2-5586-4751-B171-D0737D114BDD}"/>
              </a:ext>
            </a:extLst>
          </p:cNvPr>
          <p:cNvCxnSpPr>
            <a:cxnSpLocks/>
            <a:stCxn id="514" idx="2"/>
            <a:endCxn id="607" idx="0"/>
          </p:cNvCxnSpPr>
          <p:nvPr/>
        </p:nvCxnSpPr>
        <p:spPr>
          <a:xfrm>
            <a:off x="1560492" y="1959383"/>
            <a:ext cx="405318" cy="2982125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5" name="箭头: 右 624">
            <a:extLst>
              <a:ext uri="{FF2B5EF4-FFF2-40B4-BE49-F238E27FC236}">
                <a16:creationId xmlns:a16="http://schemas.microsoft.com/office/drawing/2014/main" id="{49C0FC55-71D6-429D-AE12-A43425E3F24F}"/>
              </a:ext>
            </a:extLst>
          </p:cNvPr>
          <p:cNvSpPr/>
          <p:nvPr/>
        </p:nvSpPr>
        <p:spPr>
          <a:xfrm>
            <a:off x="5734050" y="4810125"/>
            <a:ext cx="685800" cy="1905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7" name="箭头: 右 626">
            <a:extLst>
              <a:ext uri="{FF2B5EF4-FFF2-40B4-BE49-F238E27FC236}">
                <a16:creationId xmlns:a16="http://schemas.microsoft.com/office/drawing/2014/main" id="{D57BB293-F80C-4B69-8FA0-AD2E7CF9A910}"/>
              </a:ext>
            </a:extLst>
          </p:cNvPr>
          <p:cNvSpPr/>
          <p:nvPr/>
        </p:nvSpPr>
        <p:spPr>
          <a:xfrm>
            <a:off x="5734050" y="1771650"/>
            <a:ext cx="685800" cy="1905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BDADE602-F8FA-4A31-BD89-A95360F3CC41}"/>
              </a:ext>
            </a:extLst>
          </p:cNvPr>
          <p:cNvCxnSpPr>
            <a:cxnSpLocks/>
            <a:stCxn id="516" idx="2"/>
            <a:endCxn id="613" idx="0"/>
          </p:cNvCxnSpPr>
          <p:nvPr/>
        </p:nvCxnSpPr>
        <p:spPr>
          <a:xfrm>
            <a:off x="1689376" y="2758654"/>
            <a:ext cx="449817" cy="287694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91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组合 493">
            <a:extLst>
              <a:ext uri="{FF2B5EF4-FFF2-40B4-BE49-F238E27FC236}">
                <a16:creationId xmlns:a16="http://schemas.microsoft.com/office/drawing/2014/main" id="{818407E5-ADE0-45B3-8527-5BAB42594E28}"/>
              </a:ext>
            </a:extLst>
          </p:cNvPr>
          <p:cNvGrpSpPr/>
          <p:nvPr/>
        </p:nvGrpSpPr>
        <p:grpSpPr>
          <a:xfrm>
            <a:off x="286416" y="593881"/>
            <a:ext cx="10970456" cy="5430376"/>
            <a:chOff x="286416" y="593881"/>
            <a:chExt cx="10970456" cy="543037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A91DBF-43F5-4F2D-9D61-6DB9180B3CAF}"/>
                </a:ext>
              </a:extLst>
            </p:cNvPr>
            <p:cNvSpPr/>
            <p:nvPr/>
          </p:nvSpPr>
          <p:spPr>
            <a:xfrm>
              <a:off x="6788004" y="601778"/>
              <a:ext cx="4319475" cy="2407443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C0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58E4C17-8E72-49F6-8BE2-56F017C6983E}"/>
                </a:ext>
              </a:extLst>
            </p:cNvPr>
            <p:cNvSpPr/>
            <p:nvPr/>
          </p:nvSpPr>
          <p:spPr>
            <a:xfrm>
              <a:off x="6781025" y="3602153"/>
              <a:ext cx="4298101" cy="24003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0070C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C0ACF3A-16D0-4818-83C2-58234A934322}"/>
                </a:ext>
              </a:extLst>
            </p:cNvPr>
            <p:cNvGrpSpPr/>
            <p:nvPr/>
          </p:nvGrpSpPr>
          <p:grpSpPr>
            <a:xfrm>
              <a:off x="6989127" y="1073269"/>
              <a:ext cx="1006545" cy="748443"/>
              <a:chOff x="3868809" y="657225"/>
              <a:chExt cx="914423" cy="791687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8EDEDC3E-65C2-4C62-A027-CA3DCBD4E5CA}"/>
                  </a:ext>
                </a:extLst>
              </p:cNvPr>
              <p:cNvSpPr/>
              <p:nvPr/>
            </p:nvSpPr>
            <p:spPr>
              <a:xfrm>
                <a:off x="3868809" y="657225"/>
                <a:ext cx="914423" cy="7916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634F6D6-316A-4890-A8A5-3DEF27414910}"/>
                  </a:ext>
                </a:extLst>
              </p:cNvPr>
              <p:cNvSpPr txBox="1"/>
              <p:nvPr/>
            </p:nvSpPr>
            <p:spPr>
              <a:xfrm>
                <a:off x="3913870" y="703518"/>
                <a:ext cx="862927" cy="683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①</a:t>
                </a:r>
                <a:r>
                  <a:rPr lang="zh-CN" altLang="en-US" sz="1200" dirty="0"/>
                  <a:t>初始化各簇</a:t>
                </a:r>
                <a:r>
                  <a:rPr lang="en-US" altLang="zh-CN" sz="1200" dirty="0"/>
                  <a:t>RRT*</a:t>
                </a:r>
                <a:r>
                  <a:rPr lang="zh-CN" altLang="en-US" sz="1200" dirty="0"/>
                  <a:t>全局路径</a:t>
                </a: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FA4CA34-2DF5-426D-B355-65EAC6AC5487}"/>
                </a:ext>
              </a:extLst>
            </p:cNvPr>
            <p:cNvGrpSpPr/>
            <p:nvPr/>
          </p:nvGrpSpPr>
          <p:grpSpPr>
            <a:xfrm>
              <a:off x="7612913" y="2381693"/>
              <a:ext cx="2274577" cy="439479"/>
              <a:chOff x="5064497" y="1765624"/>
              <a:chExt cx="2225745" cy="439479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997B6BCF-401A-492A-9B43-624AFB8EB604}"/>
                  </a:ext>
                </a:extLst>
              </p:cNvPr>
              <p:cNvSpPr/>
              <p:nvPr/>
            </p:nvSpPr>
            <p:spPr>
              <a:xfrm>
                <a:off x="5064497" y="1765624"/>
                <a:ext cx="2225745" cy="43947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05613E36-B266-443F-B46E-01456FB6FE22}"/>
                  </a:ext>
                </a:extLst>
              </p:cNvPr>
              <p:cNvSpPr txBox="1"/>
              <p:nvPr/>
            </p:nvSpPr>
            <p:spPr>
              <a:xfrm>
                <a:off x="5200477" y="1848737"/>
                <a:ext cx="2083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⑤</a:t>
                </a:r>
                <a:r>
                  <a:rPr lang="zh-CN" altLang="en-US" sz="1200" dirty="0"/>
                  <a:t>重新规划碰撞的</a:t>
                </a:r>
                <a:r>
                  <a:rPr lang="en-US" altLang="zh-CN" sz="1200" dirty="0"/>
                  <a:t>RRT*</a:t>
                </a:r>
                <a:r>
                  <a:rPr lang="zh-CN" altLang="en-US" sz="1200" dirty="0"/>
                  <a:t>路径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2C123F5-D00B-4627-8F8A-22891D530D67}"/>
                </a:ext>
              </a:extLst>
            </p:cNvPr>
            <p:cNvGrpSpPr/>
            <p:nvPr/>
          </p:nvGrpSpPr>
          <p:grpSpPr>
            <a:xfrm>
              <a:off x="6923547" y="3785029"/>
              <a:ext cx="1678964" cy="434818"/>
              <a:chOff x="1382212" y="3857624"/>
              <a:chExt cx="1631022" cy="5929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7F48C4FB-9A14-4A24-8636-637D638F7FF8}"/>
                  </a:ext>
                </a:extLst>
              </p:cNvPr>
              <p:cNvSpPr/>
              <p:nvPr/>
            </p:nvSpPr>
            <p:spPr>
              <a:xfrm>
                <a:off x="1393030" y="3857624"/>
                <a:ext cx="1547153" cy="59293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1DE8413-E4AA-4E7C-924B-78F23AB4DC42}"/>
                  </a:ext>
                </a:extLst>
              </p:cNvPr>
              <p:cNvSpPr txBox="1"/>
              <p:nvPr/>
            </p:nvSpPr>
            <p:spPr>
              <a:xfrm>
                <a:off x="1382212" y="3958936"/>
                <a:ext cx="1631022" cy="377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②</a:t>
                </a:r>
                <a:r>
                  <a:rPr lang="zh-CN" altLang="en-US" sz="1200" dirty="0"/>
                  <a:t>计算</a:t>
                </a:r>
                <a:r>
                  <a:rPr lang="en-US" altLang="zh-CN" sz="1200" dirty="0"/>
                  <a:t>SINR,</a:t>
                </a:r>
                <a:r>
                  <a:rPr lang="zh-CN" altLang="en-US" sz="1200" dirty="0"/>
                  <a:t>构建</a:t>
                </a:r>
                <a:r>
                  <a:rPr lang="en-US" altLang="zh-CN" sz="1200" dirty="0"/>
                  <a:t>MST</a:t>
                </a:r>
                <a:endParaRPr lang="zh-CN" altLang="en-US" sz="1200" dirty="0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A87FB2A-9FA0-4801-918D-F2DFF71C8694}"/>
                </a:ext>
              </a:extLst>
            </p:cNvPr>
            <p:cNvGrpSpPr/>
            <p:nvPr/>
          </p:nvGrpSpPr>
          <p:grpSpPr>
            <a:xfrm>
              <a:off x="8921586" y="3788333"/>
              <a:ext cx="1966153" cy="436336"/>
              <a:chOff x="839454" y="4978011"/>
              <a:chExt cx="1648452" cy="630206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83CBAE65-1077-4520-98C7-D239F2AFD1EB}"/>
                  </a:ext>
                </a:extLst>
              </p:cNvPr>
              <p:cNvSpPr/>
              <p:nvPr/>
            </p:nvSpPr>
            <p:spPr>
              <a:xfrm>
                <a:off x="839454" y="4978011"/>
                <a:ext cx="1618738" cy="63020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92CB19E-7261-4708-B922-0434A6E8969D}"/>
                  </a:ext>
                </a:extLst>
              </p:cNvPr>
              <p:cNvSpPr txBox="1"/>
              <p:nvPr/>
            </p:nvSpPr>
            <p:spPr>
              <a:xfrm>
                <a:off x="865467" y="5093816"/>
                <a:ext cx="1622439" cy="4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④</a:t>
                </a:r>
                <a:r>
                  <a:rPr lang="zh-CN" altLang="en-US" sz="1200" dirty="0"/>
                  <a:t>更新建筑物干扰等信息</a:t>
                </a:r>
              </a:p>
            </p:txBody>
          </p:sp>
        </p:grp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F583C7B1-209E-4892-9EBB-5931AEB4A7A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7492409" y="1821712"/>
              <a:ext cx="2823" cy="19409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9276549B-A5B4-49F6-AC87-D1270895E456}"/>
                </a:ext>
              </a:extLst>
            </p:cNvPr>
            <p:cNvCxnSpPr>
              <a:cxnSpLocks/>
            </p:cNvCxnSpPr>
            <p:nvPr/>
          </p:nvCxnSpPr>
          <p:spPr>
            <a:xfrm>
              <a:off x="8286248" y="2828260"/>
              <a:ext cx="0" cy="9498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7D06EE6-192F-45DC-B502-6DC8ACDC767C}"/>
                </a:ext>
              </a:extLst>
            </p:cNvPr>
            <p:cNvSpPr txBox="1"/>
            <p:nvPr/>
          </p:nvSpPr>
          <p:spPr>
            <a:xfrm>
              <a:off x="6878312" y="630190"/>
              <a:ext cx="171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顶层全局规划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D776B5B-7D47-4A58-97E1-148B4D750841}"/>
                </a:ext>
              </a:extLst>
            </p:cNvPr>
            <p:cNvSpPr txBox="1"/>
            <p:nvPr/>
          </p:nvSpPr>
          <p:spPr>
            <a:xfrm>
              <a:off x="6783573" y="5494530"/>
              <a:ext cx="1644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底层局部规划</a:t>
              </a:r>
            </a:p>
          </p:txBody>
        </p: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72F19A79-5990-4710-920E-DCA16FD4267E}"/>
                </a:ext>
              </a:extLst>
            </p:cNvPr>
            <p:cNvGrpSpPr/>
            <p:nvPr/>
          </p:nvGrpSpPr>
          <p:grpSpPr>
            <a:xfrm>
              <a:off x="8402214" y="850843"/>
              <a:ext cx="2568626" cy="1381601"/>
              <a:chOff x="6925394" y="832129"/>
              <a:chExt cx="2568626" cy="1381601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81F6904-E6DD-4A0C-B0E6-A4CC433B9DD0}"/>
                  </a:ext>
                </a:extLst>
              </p:cNvPr>
              <p:cNvGrpSpPr/>
              <p:nvPr/>
            </p:nvGrpSpPr>
            <p:grpSpPr>
              <a:xfrm>
                <a:off x="6925394" y="832129"/>
                <a:ext cx="2512219" cy="1381601"/>
                <a:chOff x="9834458" y="2250624"/>
                <a:chExt cx="2613234" cy="708382"/>
              </a:xfrm>
            </p:grpSpPr>
            <p:sp>
              <p:nvSpPr>
                <p:cNvPr id="22" name="矩形: 圆角 21">
                  <a:extLst>
                    <a:ext uri="{FF2B5EF4-FFF2-40B4-BE49-F238E27FC236}">
                      <a16:creationId xmlns:a16="http://schemas.microsoft.com/office/drawing/2014/main" id="{D3374A74-DB25-49C0-AF36-D59A9CBA8CDD}"/>
                    </a:ext>
                  </a:extLst>
                </p:cNvPr>
                <p:cNvSpPr/>
                <p:nvPr/>
              </p:nvSpPr>
              <p:spPr>
                <a:xfrm>
                  <a:off x="9834458" y="2250624"/>
                  <a:ext cx="2613234" cy="70838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140C2F8-5568-4B16-82ED-AF1F99001073}"/>
                    </a:ext>
                  </a:extLst>
                </p:cNvPr>
                <p:cNvSpPr txBox="1"/>
                <p:nvPr/>
              </p:nvSpPr>
              <p:spPr>
                <a:xfrm>
                  <a:off x="9850607" y="2400597"/>
                  <a:ext cx="779241" cy="4260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⑥</a:t>
                  </a:r>
                  <a:r>
                    <a:rPr lang="zh-CN" altLang="en-US" sz="1200" dirty="0"/>
                    <a:t>计算</a:t>
                  </a:r>
                  <a:r>
                    <a:rPr lang="en-US" altLang="zh-CN" sz="1200" dirty="0"/>
                    <a:t>frechet</a:t>
                  </a:r>
                  <a:r>
                    <a:rPr lang="zh-CN" altLang="en-US" sz="1200" dirty="0"/>
                    <a:t>距离进行校验</a:t>
                  </a:r>
                </a:p>
              </p:txBody>
            </p:sp>
          </p:grpSp>
          <p:grpSp>
            <p:nvGrpSpPr>
              <p:cNvPr id="307" name="组合 306">
                <a:extLst>
                  <a:ext uri="{FF2B5EF4-FFF2-40B4-BE49-F238E27FC236}">
                    <a16:creationId xmlns:a16="http://schemas.microsoft.com/office/drawing/2014/main" id="{A01F8B7C-9C7A-4927-8127-5243A07FFE71}"/>
                  </a:ext>
                </a:extLst>
              </p:cNvPr>
              <p:cNvGrpSpPr/>
              <p:nvPr/>
            </p:nvGrpSpPr>
            <p:grpSpPr>
              <a:xfrm>
                <a:off x="7707807" y="870984"/>
                <a:ext cx="1786213" cy="1231344"/>
                <a:chOff x="7559461" y="1481284"/>
                <a:chExt cx="3068164" cy="1876425"/>
              </a:xfrm>
            </p:grpSpPr>
            <p:grpSp>
              <p:nvGrpSpPr>
                <p:cNvPr id="308" name="组合 307">
                  <a:extLst>
                    <a:ext uri="{FF2B5EF4-FFF2-40B4-BE49-F238E27FC236}">
                      <a16:creationId xmlns:a16="http://schemas.microsoft.com/office/drawing/2014/main" id="{9B009CC8-B441-4310-8768-6FEC69511B42}"/>
                    </a:ext>
                  </a:extLst>
                </p:cNvPr>
                <p:cNvGrpSpPr/>
                <p:nvPr/>
              </p:nvGrpSpPr>
              <p:grpSpPr>
                <a:xfrm>
                  <a:off x="7559461" y="1481284"/>
                  <a:ext cx="2733685" cy="1876425"/>
                  <a:chOff x="7496118" y="1046363"/>
                  <a:chExt cx="2733685" cy="1876425"/>
                </a:xfrm>
              </p:grpSpPr>
              <p:sp>
                <p:nvSpPr>
                  <p:cNvPr id="315" name="矩形 314">
                    <a:extLst>
                      <a:ext uri="{FF2B5EF4-FFF2-40B4-BE49-F238E27FC236}">
                        <a16:creationId xmlns:a16="http://schemas.microsoft.com/office/drawing/2014/main" id="{F32FAF7C-C472-4930-A959-A115608E8E90}"/>
                      </a:ext>
                    </a:extLst>
                  </p:cNvPr>
                  <p:cNvSpPr/>
                  <p:nvPr/>
                </p:nvSpPr>
                <p:spPr>
                  <a:xfrm>
                    <a:off x="7496118" y="1046363"/>
                    <a:ext cx="2733685" cy="187642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  <p:grpSp>
                <p:nvGrpSpPr>
                  <p:cNvPr id="316" name="组合 315">
                    <a:extLst>
                      <a:ext uri="{FF2B5EF4-FFF2-40B4-BE49-F238E27FC236}">
                        <a16:creationId xmlns:a16="http://schemas.microsoft.com/office/drawing/2014/main" id="{2BA7DEAA-F75D-4219-826E-DE1E8B1FD5EB}"/>
                      </a:ext>
                    </a:extLst>
                  </p:cNvPr>
                  <p:cNvGrpSpPr/>
                  <p:nvPr/>
                </p:nvGrpSpPr>
                <p:grpSpPr>
                  <a:xfrm>
                    <a:off x="8144142" y="1984575"/>
                    <a:ext cx="2085661" cy="801356"/>
                    <a:chOff x="8083419" y="1371080"/>
                    <a:chExt cx="2213924" cy="1526083"/>
                  </a:xfrm>
                </p:grpSpPr>
                <p:sp>
                  <p:nvSpPr>
                    <p:cNvPr id="335" name="星形: 五角 334">
                      <a:extLst>
                        <a:ext uri="{FF2B5EF4-FFF2-40B4-BE49-F238E27FC236}">
                          <a16:creationId xmlns:a16="http://schemas.microsoft.com/office/drawing/2014/main" id="{FFFEE9DA-1385-4C1F-852A-FE30FB63D8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688" y="211907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36" name="星形: 五角 335">
                      <a:extLst>
                        <a:ext uri="{FF2B5EF4-FFF2-40B4-BE49-F238E27FC236}">
                          <a16:creationId xmlns:a16="http://schemas.microsoft.com/office/drawing/2014/main" id="{51F9640B-4708-40B5-8148-04F269E9A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39608" y="147899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37" name="直接箭头连接符 336">
                      <a:extLst>
                        <a:ext uri="{FF2B5EF4-FFF2-40B4-BE49-F238E27FC236}">
                          <a16:creationId xmlns:a16="http://schemas.microsoft.com/office/drawing/2014/main" id="{1E5CC842-EA89-46D5-A697-92D8CAE91E7A}"/>
                        </a:ext>
                      </a:extLst>
                    </p:cNvPr>
                    <p:cNvCxnSpPr>
                      <a:cxnSpLocks/>
                      <a:endCxn id="335" idx="2"/>
                    </p:cNvCxnSpPr>
                    <p:nvPr/>
                  </p:nvCxnSpPr>
                  <p:spPr>
                    <a:xfrm flipV="1">
                      <a:off x="8083419" y="2256233"/>
                      <a:ext cx="779464" cy="64093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直接箭头连接符 337">
                      <a:extLst>
                        <a:ext uri="{FF2B5EF4-FFF2-40B4-BE49-F238E27FC236}">
                          <a16:creationId xmlns:a16="http://schemas.microsoft.com/office/drawing/2014/main" id="{33E500BF-F64B-4908-B9F6-1044241165BA}"/>
                        </a:ext>
                      </a:extLst>
                    </p:cNvPr>
                    <p:cNvCxnSpPr>
                      <a:cxnSpLocks/>
                      <a:stCxn id="335" idx="4"/>
                      <a:endCxn id="336" idx="2"/>
                    </p:cNvCxnSpPr>
                    <p:nvPr/>
                  </p:nvCxnSpPr>
                  <p:spPr>
                    <a:xfrm flipV="1">
                      <a:off x="8973848" y="1616153"/>
                      <a:ext cx="391955" cy="55531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9" name="直接箭头连接符 338">
                      <a:extLst>
                        <a:ext uri="{FF2B5EF4-FFF2-40B4-BE49-F238E27FC236}">
                          <a16:creationId xmlns:a16="http://schemas.microsoft.com/office/drawing/2014/main" id="{2991BFEB-4D72-4023-8804-3BD626EF0848}"/>
                        </a:ext>
                      </a:extLst>
                    </p:cNvPr>
                    <p:cNvCxnSpPr>
                      <a:cxnSpLocks/>
                      <a:stCxn id="336" idx="4"/>
                      <a:endCxn id="315" idx="3"/>
                    </p:cNvCxnSpPr>
                    <p:nvPr/>
                  </p:nvCxnSpPr>
                  <p:spPr>
                    <a:xfrm flipV="1">
                      <a:off x="9476768" y="1371080"/>
                      <a:ext cx="820575" cy="160303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7" name="组合 316">
                    <a:extLst>
                      <a:ext uri="{FF2B5EF4-FFF2-40B4-BE49-F238E27FC236}">
                        <a16:creationId xmlns:a16="http://schemas.microsoft.com/office/drawing/2014/main" id="{6DD2015F-D327-43AC-ABFD-C79BF4CD3CCA}"/>
                      </a:ext>
                    </a:extLst>
                  </p:cNvPr>
                  <p:cNvGrpSpPr/>
                  <p:nvPr/>
                </p:nvGrpSpPr>
                <p:grpSpPr>
                  <a:xfrm>
                    <a:off x="7853584" y="1580891"/>
                    <a:ext cx="2287916" cy="1179400"/>
                    <a:chOff x="8015175" y="1028264"/>
                    <a:chExt cx="1989712" cy="1961979"/>
                  </a:xfrm>
                </p:grpSpPr>
                <p:sp>
                  <p:nvSpPr>
                    <p:cNvPr id="330" name="星形: 五角 329">
                      <a:extLst>
                        <a:ext uri="{FF2B5EF4-FFF2-40B4-BE49-F238E27FC236}">
                          <a16:creationId xmlns:a16="http://schemas.microsoft.com/office/drawing/2014/main" id="{B6E6699F-DD16-4B22-BD3F-0C9B0833A01A}"/>
                        </a:ext>
                      </a:extLst>
                    </p:cNvPr>
                    <p:cNvSpPr/>
                    <p:nvPr/>
                  </p:nvSpPr>
                  <p:spPr>
                    <a:xfrm rot="3880281">
                      <a:off x="8243895" y="2078195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31" name="星形: 五角 330">
                      <a:extLst>
                        <a:ext uri="{FF2B5EF4-FFF2-40B4-BE49-F238E27FC236}">
                          <a16:creationId xmlns:a16="http://schemas.microsoft.com/office/drawing/2014/main" id="{649DDA53-C2FE-4238-89C1-799A4265D6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1595" y="1422875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32" name="直接箭头连接符 331">
                      <a:extLst>
                        <a:ext uri="{FF2B5EF4-FFF2-40B4-BE49-F238E27FC236}">
                          <a16:creationId xmlns:a16="http://schemas.microsoft.com/office/drawing/2014/main" id="{30C40080-90E2-45CD-BA58-2AEE32A10010}"/>
                        </a:ext>
                      </a:extLst>
                    </p:cNvPr>
                    <p:cNvCxnSpPr>
                      <a:cxnSpLocks/>
                      <a:endCxn id="330" idx="3"/>
                    </p:cNvCxnSpPr>
                    <p:nvPr/>
                  </p:nvCxnSpPr>
                  <p:spPr>
                    <a:xfrm flipV="1">
                      <a:off x="8015175" y="2214425"/>
                      <a:ext cx="253445" cy="775818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3" name="直接箭头连接符 332">
                      <a:extLst>
                        <a:ext uri="{FF2B5EF4-FFF2-40B4-BE49-F238E27FC236}">
                          <a16:creationId xmlns:a16="http://schemas.microsoft.com/office/drawing/2014/main" id="{D05674E3-A2AD-4C67-BB43-30920C99AA66}"/>
                        </a:ext>
                      </a:extLst>
                    </p:cNvPr>
                    <p:cNvCxnSpPr>
                      <a:cxnSpLocks/>
                      <a:stCxn id="330" idx="0"/>
                      <a:endCxn id="331" idx="2"/>
                    </p:cNvCxnSpPr>
                    <p:nvPr/>
                  </p:nvCxnSpPr>
                  <p:spPr>
                    <a:xfrm flipV="1">
                      <a:off x="8374462" y="1560035"/>
                      <a:ext cx="543328" cy="557401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4" name="直接箭头连接符 333">
                      <a:extLst>
                        <a:ext uri="{FF2B5EF4-FFF2-40B4-BE49-F238E27FC236}">
                          <a16:creationId xmlns:a16="http://schemas.microsoft.com/office/drawing/2014/main" id="{8991C756-F948-4F04-B3A5-8CA3FDF782E6}"/>
                        </a:ext>
                      </a:extLst>
                    </p:cNvPr>
                    <p:cNvCxnSpPr>
                      <a:cxnSpLocks/>
                      <a:stCxn id="331" idx="4"/>
                    </p:cNvCxnSpPr>
                    <p:nvPr/>
                  </p:nvCxnSpPr>
                  <p:spPr>
                    <a:xfrm flipV="1">
                      <a:off x="9028755" y="1028264"/>
                      <a:ext cx="976132" cy="447004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8" name="组合 317">
                    <a:extLst>
                      <a:ext uri="{FF2B5EF4-FFF2-40B4-BE49-F238E27FC236}">
                        <a16:creationId xmlns:a16="http://schemas.microsoft.com/office/drawing/2014/main" id="{A963604F-4C39-4140-B08E-5E33097E1370}"/>
                      </a:ext>
                    </a:extLst>
                  </p:cNvPr>
                  <p:cNvGrpSpPr/>
                  <p:nvPr/>
                </p:nvGrpSpPr>
                <p:grpSpPr>
                  <a:xfrm>
                    <a:off x="7622849" y="1062399"/>
                    <a:ext cx="1812445" cy="792038"/>
                    <a:chOff x="7585441" y="458744"/>
                    <a:chExt cx="2913527" cy="1650405"/>
                  </a:xfrm>
                  <a:solidFill>
                    <a:srgbClr val="C00000"/>
                  </a:solidFill>
                </p:grpSpPr>
                <p:sp>
                  <p:nvSpPr>
                    <p:cNvPr id="325" name="星形: 五角 324">
                      <a:extLst>
                        <a:ext uri="{FF2B5EF4-FFF2-40B4-BE49-F238E27FC236}">
                          <a16:creationId xmlns:a16="http://schemas.microsoft.com/office/drawing/2014/main" id="{C65E6E85-0919-4022-B9B4-3CE73D0696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6941" y="1622419"/>
                      <a:ext cx="121920" cy="137160"/>
                    </a:xfrm>
                    <a:prstGeom prst="star5">
                      <a:avLst/>
                    </a:prstGeom>
                    <a:grpFill/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26" name="星形: 五角 325">
                      <a:extLst>
                        <a:ext uri="{FF2B5EF4-FFF2-40B4-BE49-F238E27FC236}">
                          <a16:creationId xmlns:a16="http://schemas.microsoft.com/office/drawing/2014/main" id="{35634E1D-0376-4067-88DF-A34F8D717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166" y="807079"/>
                      <a:ext cx="121920" cy="137160"/>
                    </a:xfrm>
                    <a:prstGeom prst="star5">
                      <a:avLst/>
                    </a:prstGeom>
                    <a:grpFill/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27" name="直接箭头连接符 326">
                      <a:extLst>
                        <a:ext uri="{FF2B5EF4-FFF2-40B4-BE49-F238E27FC236}">
                          <a16:creationId xmlns:a16="http://schemas.microsoft.com/office/drawing/2014/main" id="{2FD0CAD3-A227-4D0C-8834-763F217EC165}"/>
                        </a:ext>
                      </a:extLst>
                    </p:cNvPr>
                    <p:cNvCxnSpPr>
                      <a:cxnSpLocks/>
                      <a:endCxn id="325" idx="2"/>
                    </p:cNvCxnSpPr>
                    <p:nvPr/>
                  </p:nvCxnSpPr>
                  <p:spPr>
                    <a:xfrm flipV="1">
                      <a:off x="7585441" y="1759579"/>
                      <a:ext cx="594785" cy="349570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直接箭头连接符 327">
                      <a:extLst>
                        <a:ext uri="{FF2B5EF4-FFF2-40B4-BE49-F238E27FC236}">
                          <a16:creationId xmlns:a16="http://schemas.microsoft.com/office/drawing/2014/main" id="{97A0CD3C-4715-46D2-AE45-DE3B5A9968A5}"/>
                        </a:ext>
                      </a:extLst>
                    </p:cNvPr>
                    <p:cNvCxnSpPr>
                      <a:cxnSpLocks/>
                      <a:stCxn id="325" idx="4"/>
                      <a:endCxn id="326" idx="2"/>
                    </p:cNvCxnSpPr>
                    <p:nvPr/>
                  </p:nvCxnSpPr>
                  <p:spPr>
                    <a:xfrm flipV="1">
                      <a:off x="8278861" y="944239"/>
                      <a:ext cx="587590" cy="730570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直接箭头连接符 328">
                      <a:extLst>
                        <a:ext uri="{FF2B5EF4-FFF2-40B4-BE49-F238E27FC236}">
                          <a16:creationId xmlns:a16="http://schemas.microsoft.com/office/drawing/2014/main" id="{1B38D286-6372-4970-AE03-EDE2DDD518AE}"/>
                        </a:ext>
                      </a:extLst>
                    </p:cNvPr>
                    <p:cNvCxnSpPr>
                      <a:cxnSpLocks/>
                      <a:stCxn id="326" idx="4"/>
                    </p:cNvCxnSpPr>
                    <p:nvPr/>
                  </p:nvCxnSpPr>
                  <p:spPr>
                    <a:xfrm flipV="1">
                      <a:off x="8965087" y="458744"/>
                      <a:ext cx="1533881" cy="400727"/>
                    </a:xfrm>
                    <a:prstGeom prst="straightConnector1">
                      <a:avLst/>
                    </a:prstGeom>
                    <a:grpFill/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9" name="组合 318">
                    <a:extLst>
                      <a:ext uri="{FF2B5EF4-FFF2-40B4-BE49-F238E27FC236}">
                        <a16:creationId xmlns:a16="http://schemas.microsoft.com/office/drawing/2014/main" id="{F5685893-5AC5-48DB-9CDF-0D21AE176EFC}"/>
                      </a:ext>
                    </a:extLst>
                  </p:cNvPr>
                  <p:cNvGrpSpPr/>
                  <p:nvPr/>
                </p:nvGrpSpPr>
                <p:grpSpPr>
                  <a:xfrm>
                    <a:off x="8595363" y="2224911"/>
                    <a:ext cx="1521787" cy="571630"/>
                    <a:chOff x="8083419" y="1478993"/>
                    <a:chExt cx="1980718" cy="1418170"/>
                  </a:xfrm>
                </p:grpSpPr>
                <p:sp>
                  <p:nvSpPr>
                    <p:cNvPr id="320" name="星形: 五角 319">
                      <a:extLst>
                        <a:ext uri="{FF2B5EF4-FFF2-40B4-BE49-F238E27FC236}">
                          <a16:creationId xmlns:a16="http://schemas.microsoft.com/office/drawing/2014/main" id="{FFEB5018-476D-450C-BF2B-E6C09AC39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688" y="211907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sp>
                  <p:nvSpPr>
                    <p:cNvPr id="321" name="星形: 五角 320">
                      <a:extLst>
                        <a:ext uri="{FF2B5EF4-FFF2-40B4-BE49-F238E27FC236}">
                          <a16:creationId xmlns:a16="http://schemas.microsoft.com/office/drawing/2014/main" id="{C936E261-E027-4D21-9685-5392681C5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39608" y="1478993"/>
                      <a:ext cx="137160" cy="137160"/>
                    </a:xfrm>
                    <a:prstGeom prst="star5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cxnSp>
                  <p:nvCxnSpPr>
                    <p:cNvPr id="322" name="直接箭头连接符 321">
                      <a:extLst>
                        <a:ext uri="{FF2B5EF4-FFF2-40B4-BE49-F238E27FC236}">
                          <a16:creationId xmlns:a16="http://schemas.microsoft.com/office/drawing/2014/main" id="{81BF570C-582F-48AF-A10C-21EA4638FD89}"/>
                        </a:ext>
                      </a:extLst>
                    </p:cNvPr>
                    <p:cNvCxnSpPr>
                      <a:cxnSpLocks/>
                      <a:endCxn id="320" idx="2"/>
                    </p:cNvCxnSpPr>
                    <p:nvPr/>
                  </p:nvCxnSpPr>
                  <p:spPr>
                    <a:xfrm flipV="1">
                      <a:off x="8083419" y="2256233"/>
                      <a:ext cx="779464" cy="64093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3" name="直接箭头连接符 322">
                      <a:extLst>
                        <a:ext uri="{FF2B5EF4-FFF2-40B4-BE49-F238E27FC236}">
                          <a16:creationId xmlns:a16="http://schemas.microsoft.com/office/drawing/2014/main" id="{52D4F18D-A1C9-4D56-B9DD-6DF58C393681}"/>
                        </a:ext>
                      </a:extLst>
                    </p:cNvPr>
                    <p:cNvCxnSpPr>
                      <a:cxnSpLocks/>
                      <a:stCxn id="320" idx="4"/>
                      <a:endCxn id="321" idx="2"/>
                    </p:cNvCxnSpPr>
                    <p:nvPr/>
                  </p:nvCxnSpPr>
                  <p:spPr>
                    <a:xfrm flipV="1">
                      <a:off x="8973848" y="1616153"/>
                      <a:ext cx="391955" cy="55531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4" name="直接箭头连接符 323">
                      <a:extLst>
                        <a:ext uri="{FF2B5EF4-FFF2-40B4-BE49-F238E27FC236}">
                          <a16:creationId xmlns:a16="http://schemas.microsoft.com/office/drawing/2014/main" id="{FFBB44CA-37A7-4D2A-906A-4D3FD9329BE0}"/>
                        </a:ext>
                      </a:extLst>
                    </p:cNvPr>
                    <p:cNvCxnSpPr>
                      <a:cxnSpLocks/>
                      <a:stCxn id="321" idx="4"/>
                    </p:cNvCxnSpPr>
                    <p:nvPr/>
                  </p:nvCxnSpPr>
                  <p:spPr>
                    <a:xfrm>
                      <a:off x="9476769" y="1531385"/>
                      <a:ext cx="587368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6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09" name="文本框 308">
                  <a:extLst>
                    <a:ext uri="{FF2B5EF4-FFF2-40B4-BE49-F238E27FC236}">
                      <a16:creationId xmlns:a16="http://schemas.microsoft.com/office/drawing/2014/main" id="{B35CE7BA-C336-4F05-B501-78DC4477DF57}"/>
                    </a:ext>
                  </a:extLst>
                </p:cNvPr>
                <p:cNvSpPr txBox="1"/>
                <p:nvPr/>
              </p:nvSpPr>
              <p:spPr>
                <a:xfrm>
                  <a:off x="8368555" y="1644767"/>
                  <a:ext cx="2259070" cy="3517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需重新规划的簇路径</a:t>
                  </a:r>
                </a:p>
              </p:txBody>
            </p:sp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B9D247F0-F0C9-4CD5-89D9-FEC9A4077AEB}"/>
                    </a:ext>
                  </a:extLst>
                </p:cNvPr>
                <p:cNvSpPr txBox="1"/>
                <p:nvPr/>
              </p:nvSpPr>
              <p:spPr>
                <a:xfrm>
                  <a:off x="9164685" y="2831191"/>
                  <a:ext cx="1315684" cy="3517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无需重规划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1" name="文本框 310">
                      <a:extLst>
                        <a:ext uri="{FF2B5EF4-FFF2-40B4-BE49-F238E27FC236}">
                          <a16:creationId xmlns:a16="http://schemas.microsoft.com/office/drawing/2014/main" id="{0672249F-75B3-4D7B-A3DA-F87A69D4D8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19999" y="2606040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1" name="文本框 310">
                      <a:extLst>
                        <a:ext uri="{FF2B5EF4-FFF2-40B4-BE49-F238E27FC236}">
                          <a16:creationId xmlns:a16="http://schemas.microsoft.com/office/drawing/2014/main" id="{0672249F-75B3-4D7B-A3DA-F87A69D4D8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19999" y="2606040"/>
                      <a:ext cx="569966" cy="35176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2" name="文本框 311">
                      <a:extLst>
                        <a:ext uri="{FF2B5EF4-FFF2-40B4-BE49-F238E27FC236}">
                          <a16:creationId xmlns:a16="http://schemas.microsoft.com/office/drawing/2014/main" id="{8BEFE2AE-3790-49C0-90C9-D21F3D41ED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87843" y="2932613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2" name="文本框 311">
                      <a:extLst>
                        <a:ext uri="{FF2B5EF4-FFF2-40B4-BE49-F238E27FC236}">
                          <a16:creationId xmlns:a16="http://schemas.microsoft.com/office/drawing/2014/main" id="{8BEFE2AE-3790-49C0-90C9-D21F3D41ED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87843" y="2932613"/>
                      <a:ext cx="569966" cy="35176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3" name="文本框 312">
                      <a:extLst>
                        <a:ext uri="{FF2B5EF4-FFF2-40B4-BE49-F238E27FC236}">
                          <a16:creationId xmlns:a16="http://schemas.microsoft.com/office/drawing/2014/main" id="{4CA7014A-6CD5-45D9-900F-2263A1BB1C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96752" y="1714887"/>
                      <a:ext cx="565341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3" name="文本框 312">
                      <a:extLst>
                        <a:ext uri="{FF2B5EF4-FFF2-40B4-BE49-F238E27FC236}">
                          <a16:creationId xmlns:a16="http://schemas.microsoft.com/office/drawing/2014/main" id="{4CA7014A-6CD5-45D9-900F-2263A1BB1C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96752" y="1714887"/>
                      <a:ext cx="565341" cy="35176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4" name="文本框 313">
                      <a:extLst>
                        <a:ext uri="{FF2B5EF4-FFF2-40B4-BE49-F238E27FC236}">
                          <a16:creationId xmlns:a16="http://schemas.microsoft.com/office/drawing/2014/main" id="{5FF2C4F5-F156-4FC5-8C4C-8CB74C236C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38855" y="2629288"/>
                      <a:ext cx="569966" cy="35176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14" name="文本框 313">
                      <a:extLst>
                        <a:ext uri="{FF2B5EF4-FFF2-40B4-BE49-F238E27FC236}">
                          <a16:creationId xmlns:a16="http://schemas.microsoft.com/office/drawing/2014/main" id="{5FF2C4F5-F156-4FC5-8C4C-8CB74C236C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38855" y="2629288"/>
                      <a:ext cx="569966" cy="35176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86" name="组合 485">
              <a:extLst>
                <a:ext uri="{FF2B5EF4-FFF2-40B4-BE49-F238E27FC236}">
                  <a16:creationId xmlns:a16="http://schemas.microsoft.com/office/drawing/2014/main" id="{F51629AA-9783-42B9-B91E-4B8652F1AADD}"/>
                </a:ext>
              </a:extLst>
            </p:cNvPr>
            <p:cNvGrpSpPr/>
            <p:nvPr/>
          </p:nvGrpSpPr>
          <p:grpSpPr>
            <a:xfrm>
              <a:off x="8289949" y="3512621"/>
              <a:ext cx="2966923" cy="2386009"/>
              <a:chOff x="6695456" y="3543301"/>
              <a:chExt cx="2966923" cy="2386009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3C477CEE-B424-43C9-AC58-2FFDB5D7B69A}"/>
                  </a:ext>
                </a:extLst>
              </p:cNvPr>
              <p:cNvGrpSpPr/>
              <p:nvPr/>
            </p:nvGrpSpPr>
            <p:grpSpPr>
              <a:xfrm>
                <a:off x="6695456" y="4493418"/>
                <a:ext cx="2584280" cy="1435892"/>
                <a:chOff x="1262765" y="5808812"/>
                <a:chExt cx="1518729" cy="562165"/>
              </a:xfrm>
            </p:grpSpPr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27E0080A-BF62-49E5-A290-7AE6CCFAE50F}"/>
                    </a:ext>
                  </a:extLst>
                </p:cNvPr>
                <p:cNvSpPr/>
                <p:nvPr/>
              </p:nvSpPr>
              <p:spPr>
                <a:xfrm>
                  <a:off x="1264442" y="5808812"/>
                  <a:ext cx="1517052" cy="5621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B69F0E1-78A3-4487-9ABE-27F28726D042}"/>
                    </a:ext>
                  </a:extLst>
                </p:cNvPr>
                <p:cNvSpPr txBox="1"/>
                <p:nvPr/>
              </p:nvSpPr>
              <p:spPr>
                <a:xfrm>
                  <a:off x="1262765" y="5950746"/>
                  <a:ext cx="368411" cy="325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③</a:t>
                  </a:r>
                  <a:r>
                    <a:rPr lang="zh-CN" altLang="en-US" sz="1200" dirty="0"/>
                    <a:t>执行单步决策</a:t>
                  </a:r>
                </a:p>
              </p:txBody>
            </p:sp>
          </p:grpSp>
          <p:grpSp>
            <p:nvGrpSpPr>
              <p:cNvPr id="340" name="组合 339">
                <a:extLst>
                  <a:ext uri="{FF2B5EF4-FFF2-40B4-BE49-F238E27FC236}">
                    <a16:creationId xmlns:a16="http://schemas.microsoft.com/office/drawing/2014/main" id="{A8DC95FE-ED7F-4EC3-A029-7D38980E4203}"/>
                  </a:ext>
                </a:extLst>
              </p:cNvPr>
              <p:cNvGrpSpPr/>
              <p:nvPr/>
            </p:nvGrpSpPr>
            <p:grpSpPr>
              <a:xfrm>
                <a:off x="7232965" y="3543301"/>
                <a:ext cx="2429414" cy="2276628"/>
                <a:chOff x="7567480" y="2362324"/>
                <a:chExt cx="3516505" cy="3508251"/>
              </a:xfrm>
            </p:grpSpPr>
            <p:grpSp>
              <p:nvGrpSpPr>
                <p:cNvPr id="341" name="组合 340">
                  <a:extLst>
                    <a:ext uri="{FF2B5EF4-FFF2-40B4-BE49-F238E27FC236}">
                      <a16:creationId xmlns:a16="http://schemas.microsoft.com/office/drawing/2014/main" id="{E5E53631-767D-4D9D-B2D3-F41F6E659A36}"/>
                    </a:ext>
                  </a:extLst>
                </p:cNvPr>
                <p:cNvGrpSpPr/>
                <p:nvPr/>
              </p:nvGrpSpPr>
              <p:grpSpPr>
                <a:xfrm>
                  <a:off x="7567480" y="2362324"/>
                  <a:ext cx="3516505" cy="3508251"/>
                  <a:chOff x="9386755" y="1371724"/>
                  <a:chExt cx="3516505" cy="3508251"/>
                </a:xfrm>
              </p:grpSpPr>
              <p:grpSp>
                <p:nvGrpSpPr>
                  <p:cNvPr id="348" name="组合 347">
                    <a:extLst>
                      <a:ext uri="{FF2B5EF4-FFF2-40B4-BE49-F238E27FC236}">
                        <a16:creationId xmlns:a16="http://schemas.microsoft.com/office/drawing/2014/main" id="{3F039BFB-38CD-4659-9217-D81153ABC598}"/>
                      </a:ext>
                    </a:extLst>
                  </p:cNvPr>
                  <p:cNvGrpSpPr/>
                  <p:nvPr/>
                </p:nvGrpSpPr>
                <p:grpSpPr>
                  <a:xfrm>
                    <a:off x="9386755" y="3003550"/>
                    <a:ext cx="2743200" cy="1876425"/>
                    <a:chOff x="7417802" y="4095750"/>
                    <a:chExt cx="2743200" cy="1876425"/>
                  </a:xfrm>
                </p:grpSpPr>
                <p:sp>
                  <p:nvSpPr>
                    <p:cNvPr id="350" name="矩形 349">
                      <a:extLst>
                        <a:ext uri="{FF2B5EF4-FFF2-40B4-BE49-F238E27FC236}">
                          <a16:creationId xmlns:a16="http://schemas.microsoft.com/office/drawing/2014/main" id="{A1EE6CBA-BA82-4758-A6FB-37154B204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7802" y="4095750"/>
                      <a:ext cx="2743200" cy="1876425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 dirty="0"/>
                    </a:p>
                  </p:txBody>
                </p:sp>
                <p:sp>
                  <p:nvSpPr>
                    <p:cNvPr id="351" name="矩形 350">
                      <a:extLst>
                        <a:ext uri="{FF2B5EF4-FFF2-40B4-BE49-F238E27FC236}">
                          <a16:creationId xmlns:a16="http://schemas.microsoft.com/office/drawing/2014/main" id="{54F2989B-0D4D-4AAF-AD32-2F5A3878F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6219" y="4902179"/>
                      <a:ext cx="679450" cy="71374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900"/>
                    </a:p>
                  </p:txBody>
                </p:sp>
                <p:pic>
                  <p:nvPicPr>
                    <p:cNvPr id="352" name="图片 351">
                      <a:extLst>
                        <a:ext uri="{FF2B5EF4-FFF2-40B4-BE49-F238E27FC236}">
                          <a16:creationId xmlns:a16="http://schemas.microsoft.com/office/drawing/2014/main" id="{40D2D2D9-6237-498B-AEEA-56AED9EAC7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723683" y="5373685"/>
                      <a:ext cx="260463" cy="26046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3" name="图片 352">
                      <a:extLst>
                        <a:ext uri="{FF2B5EF4-FFF2-40B4-BE49-F238E27FC236}">
                          <a16:creationId xmlns:a16="http://schemas.microsoft.com/office/drawing/2014/main" id="{EFF266B7-B201-4711-908E-CE63DC47DF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751309" y="4716624"/>
                      <a:ext cx="268397" cy="26839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4" name="图片 353">
                      <a:extLst>
                        <a:ext uri="{FF2B5EF4-FFF2-40B4-BE49-F238E27FC236}">
                          <a16:creationId xmlns:a16="http://schemas.microsoft.com/office/drawing/2014/main" id="{7A8D5013-BABA-4B10-8AF7-C5B41E82F1D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485797" y="5277122"/>
                      <a:ext cx="304800" cy="30480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355" name="直接箭头连接符 354">
                      <a:extLst>
                        <a:ext uri="{FF2B5EF4-FFF2-40B4-BE49-F238E27FC236}">
                          <a16:creationId xmlns:a16="http://schemas.microsoft.com/office/drawing/2014/main" id="{479B1EA9-E8DD-4F56-A33A-F853BA330E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458200" y="5626100"/>
                      <a:ext cx="120650" cy="31750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6" name="直接箭头连接符 355">
                      <a:extLst>
                        <a:ext uri="{FF2B5EF4-FFF2-40B4-BE49-F238E27FC236}">
                          <a16:creationId xmlns:a16="http://schemas.microsoft.com/office/drawing/2014/main" id="{565ACE5D-6FCA-42E7-ABE3-6AA0A20AC4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039100" y="5016500"/>
                      <a:ext cx="453047" cy="298722"/>
                    </a:xfrm>
                    <a:prstGeom prst="straightConnector1">
                      <a:avLst/>
                    </a:prstGeom>
                    <a:ln w="127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7" name="直接箭头连接符 356">
                      <a:extLst>
                        <a:ext uri="{FF2B5EF4-FFF2-40B4-BE49-F238E27FC236}">
                          <a16:creationId xmlns:a16="http://schemas.microsoft.com/office/drawing/2014/main" id="{9DABB258-5F89-4335-92A3-F555C9FAFB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064500" y="5473700"/>
                      <a:ext cx="361950" cy="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8" name="直接箭头连接符 357">
                      <a:extLst>
                        <a:ext uri="{FF2B5EF4-FFF2-40B4-BE49-F238E27FC236}">
                          <a16:creationId xmlns:a16="http://schemas.microsoft.com/office/drawing/2014/main" id="{F6E8610F-3CEA-47EB-96CA-C31B5E301E87}"/>
                        </a:ext>
                      </a:extLst>
                    </p:cNvPr>
                    <p:cNvCxnSpPr>
                      <a:cxnSpLocks/>
                      <a:endCxn id="345" idx="1"/>
                    </p:cNvCxnSpPr>
                    <p:nvPr/>
                  </p:nvCxnSpPr>
                  <p:spPr>
                    <a:xfrm>
                      <a:off x="8715636" y="5590312"/>
                      <a:ext cx="329171" cy="164289"/>
                    </a:xfrm>
                    <a:prstGeom prst="straightConnector1">
                      <a:avLst/>
                    </a:prstGeom>
                    <a:ln w="127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49" name="弧形 348">
                    <a:extLst>
                      <a:ext uri="{FF2B5EF4-FFF2-40B4-BE49-F238E27FC236}">
                        <a16:creationId xmlns:a16="http://schemas.microsoft.com/office/drawing/2014/main" id="{B80157C9-562D-4C96-AFFC-67CFB62E2B86}"/>
                      </a:ext>
                    </a:extLst>
                  </p:cNvPr>
                  <p:cNvSpPr/>
                  <p:nvPr/>
                </p:nvSpPr>
                <p:spPr>
                  <a:xfrm rot="10598637">
                    <a:off x="9962226" y="1371724"/>
                    <a:ext cx="2941034" cy="2863850"/>
                  </a:xfrm>
                  <a:prstGeom prst="arc">
                    <a:avLst>
                      <a:gd name="adj1" fmla="val 14444823"/>
                      <a:gd name="adj2" fmla="val 21386217"/>
                    </a:avLst>
                  </a:prstGeom>
                  <a:ln w="12700">
                    <a:solidFill>
                      <a:srgbClr val="C00000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900" dirty="0"/>
                  </a:p>
                </p:txBody>
              </p:sp>
            </p:grpSp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43862A2C-44E2-4687-914A-2C23CA14965B}"/>
                    </a:ext>
                  </a:extLst>
                </p:cNvPr>
                <p:cNvSpPr txBox="1"/>
                <p:nvPr/>
              </p:nvSpPr>
              <p:spPr>
                <a:xfrm>
                  <a:off x="8134350" y="5454650"/>
                  <a:ext cx="415498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斥力</a:t>
                  </a:r>
                </a:p>
              </p:txBody>
            </p:sp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870C0CA1-C03C-4E17-8766-39F1B71078D1}"/>
                    </a:ext>
                  </a:extLst>
                </p:cNvPr>
                <p:cNvSpPr txBox="1"/>
                <p:nvPr/>
              </p:nvSpPr>
              <p:spPr>
                <a:xfrm>
                  <a:off x="7614129" y="5029022"/>
                  <a:ext cx="1528835" cy="299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MST</a:t>
                  </a:r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通信力</a:t>
                  </a:r>
                </a:p>
              </p:txBody>
            </p:sp>
            <p:sp>
              <p:nvSpPr>
                <p:cNvPr id="345" name="文本框 344">
                  <a:extLst>
                    <a:ext uri="{FF2B5EF4-FFF2-40B4-BE49-F238E27FC236}">
                      <a16:creationId xmlns:a16="http://schemas.microsoft.com/office/drawing/2014/main" id="{B51FF4E2-D787-4252-B110-67A83AAF2F4E}"/>
                    </a:ext>
                  </a:extLst>
                </p:cNvPr>
                <p:cNvSpPr txBox="1"/>
                <p:nvPr/>
              </p:nvSpPr>
              <p:spPr>
                <a:xfrm>
                  <a:off x="9194485" y="5503361"/>
                  <a:ext cx="1323524" cy="299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9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目标吸引力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6" name="文本框 345">
                      <a:extLst>
                        <a:ext uri="{FF2B5EF4-FFF2-40B4-BE49-F238E27FC236}">
                          <a16:creationId xmlns:a16="http://schemas.microsoft.com/office/drawing/2014/main" id="{69F627FF-605B-4B3F-943D-8E590252D7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23960" y="5105400"/>
                      <a:ext cx="396240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46" name="文本框 345">
                      <a:extLst>
                        <a:ext uri="{FF2B5EF4-FFF2-40B4-BE49-F238E27FC236}">
                          <a16:creationId xmlns:a16="http://schemas.microsoft.com/office/drawing/2014/main" id="{69F627FF-605B-4B3F-943D-8E590252D7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23960" y="5105400"/>
                      <a:ext cx="396240" cy="2308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4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7" name="文本框 346">
                      <a:extLst>
                        <a:ext uri="{FF2B5EF4-FFF2-40B4-BE49-F238E27FC236}">
                          <a16:creationId xmlns:a16="http://schemas.microsoft.com/office/drawing/2014/main" id="{20AB7E96-5056-4E39-BBC3-3D5E17A7CA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7620" y="5471160"/>
                      <a:ext cx="396240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47" name="文本框 346">
                      <a:extLst>
                        <a:ext uri="{FF2B5EF4-FFF2-40B4-BE49-F238E27FC236}">
                          <a16:creationId xmlns:a16="http://schemas.microsoft.com/office/drawing/2014/main" id="{20AB7E96-5056-4E39-BBC3-3D5E17A7CA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7620" y="5471160"/>
                      <a:ext cx="396240" cy="2308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0" name="文本框 359">
                      <a:extLst>
                        <a:ext uri="{FF2B5EF4-FFF2-40B4-BE49-F238E27FC236}">
                          <a16:creationId xmlns:a16="http://schemas.microsoft.com/office/drawing/2014/main" id="{763C8EFE-7360-41F6-9FFC-7847A17EC0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89312" y="4335967"/>
                      <a:ext cx="396240" cy="3359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900" dirty="0"/>
                    </a:p>
                  </p:txBody>
                </p:sp>
              </mc:Choice>
              <mc:Fallback xmlns="">
                <p:sp>
                  <p:nvSpPr>
                    <p:cNvPr id="360" name="文本框 359">
                      <a:extLst>
                        <a:ext uri="{FF2B5EF4-FFF2-40B4-BE49-F238E27FC236}">
                          <a16:creationId xmlns:a16="http://schemas.microsoft.com/office/drawing/2014/main" id="{763C8EFE-7360-41F6-9FFC-7847A17EC0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89312" y="4335967"/>
                      <a:ext cx="396240" cy="3359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E11A632F-599E-4335-B56D-7EA07DD37E62}"/>
                </a:ext>
              </a:extLst>
            </p:cNvPr>
            <p:cNvSpPr txBox="1"/>
            <p:nvPr/>
          </p:nvSpPr>
          <p:spPr>
            <a:xfrm>
              <a:off x="9398805" y="2178166"/>
              <a:ext cx="3609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200" dirty="0"/>
            </a:p>
          </p:txBody>
        </p:sp>
        <p:sp>
          <p:nvSpPr>
            <p:cNvPr id="485" name="文本框 484">
              <a:extLst>
                <a:ext uri="{FF2B5EF4-FFF2-40B4-BE49-F238E27FC236}">
                  <a16:creationId xmlns:a16="http://schemas.microsoft.com/office/drawing/2014/main" id="{4328DF00-7F31-4713-8DC6-70C9A78F44D9}"/>
                </a:ext>
              </a:extLst>
            </p:cNvPr>
            <p:cNvSpPr txBox="1"/>
            <p:nvPr/>
          </p:nvSpPr>
          <p:spPr>
            <a:xfrm>
              <a:off x="7783033" y="3127056"/>
              <a:ext cx="506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</a:t>
              </a:r>
            </a:p>
          </p:txBody>
        </p:sp>
        <p:cxnSp>
          <p:nvCxnSpPr>
            <p:cNvPr id="491" name="连接符: 肘形 490">
              <a:extLst>
                <a:ext uri="{FF2B5EF4-FFF2-40B4-BE49-F238E27FC236}">
                  <a16:creationId xmlns:a16="http://schemas.microsoft.com/office/drawing/2014/main" id="{272F8110-0DE7-4690-98B9-3607BEFE6B99}"/>
                </a:ext>
              </a:extLst>
            </p:cNvPr>
            <p:cNvCxnSpPr>
              <a:cxnSpLocks/>
              <a:stCxn id="23" idx="2"/>
              <a:endCxn id="27" idx="1"/>
            </p:cNvCxnSpPr>
            <p:nvPr/>
          </p:nvCxnSpPr>
          <p:spPr>
            <a:xfrm rot="16200000" flipH="1">
              <a:off x="7500013" y="4450831"/>
              <a:ext cx="1020920" cy="55895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B3C9DAEF-8513-42E4-A490-5FAE0BA739FA}"/>
                </a:ext>
              </a:extLst>
            </p:cNvPr>
            <p:cNvCxnSpPr>
              <a:cxnSpLocks/>
              <a:stCxn id="515" idx="2"/>
              <a:endCxn id="606" idx="4"/>
            </p:cNvCxnSpPr>
            <p:nvPr/>
          </p:nvCxnSpPr>
          <p:spPr>
            <a:xfrm flipH="1">
              <a:off x="666679" y="2796735"/>
              <a:ext cx="287655" cy="297821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3" name="组合 622">
              <a:extLst>
                <a:ext uri="{FF2B5EF4-FFF2-40B4-BE49-F238E27FC236}">
                  <a16:creationId xmlns:a16="http://schemas.microsoft.com/office/drawing/2014/main" id="{54FFE5ED-064A-4585-A70F-40D28E9DEE9F}"/>
                </a:ext>
              </a:extLst>
            </p:cNvPr>
            <p:cNvGrpSpPr/>
            <p:nvPr/>
          </p:nvGrpSpPr>
          <p:grpSpPr>
            <a:xfrm>
              <a:off x="286416" y="593881"/>
              <a:ext cx="6310057" cy="4845341"/>
              <a:chOff x="-243662" y="1238924"/>
              <a:chExt cx="6310057" cy="4845341"/>
            </a:xfrm>
          </p:grpSpPr>
          <p:sp>
            <p:nvSpPr>
              <p:cNvPr id="509" name="平行四边形 508">
                <a:extLst>
                  <a:ext uri="{FF2B5EF4-FFF2-40B4-BE49-F238E27FC236}">
                    <a16:creationId xmlns:a16="http://schemas.microsoft.com/office/drawing/2014/main" id="{495D0F38-C2C4-420A-9851-5F9B8A1B9F9C}"/>
                  </a:ext>
                </a:extLst>
              </p:cNvPr>
              <p:cNvSpPr/>
              <p:nvPr/>
            </p:nvSpPr>
            <p:spPr>
              <a:xfrm>
                <a:off x="-243662" y="1238924"/>
                <a:ext cx="6310057" cy="2289489"/>
              </a:xfrm>
              <a:prstGeom prst="parallelogram">
                <a:avLst>
                  <a:gd name="adj" fmla="val 8831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13" name="图片 512">
                <a:extLst>
                  <a:ext uri="{FF2B5EF4-FFF2-40B4-BE49-F238E27FC236}">
                    <a16:creationId xmlns:a16="http://schemas.microsoft.com/office/drawing/2014/main" id="{B6C3CDCB-7E7D-4EC2-B213-0DE569033E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202" y="260830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4" name="图片 513">
                <a:extLst>
                  <a:ext uri="{FF2B5EF4-FFF2-40B4-BE49-F238E27FC236}">
                    <a16:creationId xmlns:a16="http://schemas.microsoft.com/office/drawing/2014/main" id="{27AB493E-4ECA-4AB7-843E-EFDC4D6C4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8517" y="226418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5" name="图片 514">
                <a:extLst>
                  <a:ext uri="{FF2B5EF4-FFF2-40B4-BE49-F238E27FC236}">
                    <a16:creationId xmlns:a16="http://schemas.microsoft.com/office/drawing/2014/main" id="{450A2A86-7142-43A1-85D0-0F1487AEA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856" y="313697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16" name="图片 515">
                <a:extLst>
                  <a:ext uri="{FF2B5EF4-FFF2-40B4-BE49-F238E27FC236}">
                    <a16:creationId xmlns:a16="http://schemas.microsoft.com/office/drawing/2014/main" id="{FD79633A-0ACD-46DF-8619-FC8F27473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7401" y="3063454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19" name="平行四边形 518">
                <a:extLst>
                  <a:ext uri="{FF2B5EF4-FFF2-40B4-BE49-F238E27FC236}">
                    <a16:creationId xmlns:a16="http://schemas.microsoft.com/office/drawing/2014/main" id="{D1BC4AB5-56F8-4BC6-B4C4-008A67EBA2D9}"/>
                  </a:ext>
                </a:extLst>
              </p:cNvPr>
              <p:cNvSpPr/>
              <p:nvPr/>
            </p:nvSpPr>
            <p:spPr>
              <a:xfrm>
                <a:off x="1743416" y="3282587"/>
                <a:ext cx="525780" cy="251460"/>
              </a:xfrm>
              <a:prstGeom prst="parallelogram">
                <a:avLst>
                  <a:gd name="adj" fmla="val 7316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0" name="平行四边形 519">
                <a:extLst>
                  <a:ext uri="{FF2B5EF4-FFF2-40B4-BE49-F238E27FC236}">
                    <a16:creationId xmlns:a16="http://schemas.microsoft.com/office/drawing/2014/main" id="{4EB1949E-3B9F-445B-93B6-EDD7BD6E0B2B}"/>
                  </a:ext>
                </a:extLst>
              </p:cNvPr>
              <p:cNvSpPr/>
              <p:nvPr/>
            </p:nvSpPr>
            <p:spPr>
              <a:xfrm>
                <a:off x="3640796" y="3023507"/>
                <a:ext cx="510540" cy="236220"/>
              </a:xfrm>
              <a:prstGeom prst="parallelogram">
                <a:avLst>
                  <a:gd name="adj" fmla="val 75724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1" name="平行四边形 520">
                <a:extLst>
                  <a:ext uri="{FF2B5EF4-FFF2-40B4-BE49-F238E27FC236}">
                    <a16:creationId xmlns:a16="http://schemas.microsoft.com/office/drawing/2014/main" id="{252C5B35-42C1-44F7-8A8F-2A2E8A1C18E2}"/>
                  </a:ext>
                </a:extLst>
              </p:cNvPr>
              <p:cNvSpPr/>
              <p:nvPr/>
            </p:nvSpPr>
            <p:spPr>
              <a:xfrm>
                <a:off x="1065236" y="2025287"/>
                <a:ext cx="373380" cy="205740"/>
              </a:xfrm>
              <a:prstGeom prst="parallelogram">
                <a:avLst>
                  <a:gd name="adj" fmla="val 75958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平行四边形 521">
                <a:extLst>
                  <a:ext uri="{FF2B5EF4-FFF2-40B4-BE49-F238E27FC236}">
                    <a16:creationId xmlns:a16="http://schemas.microsoft.com/office/drawing/2014/main" id="{6E7E4B67-F912-450E-AC84-47BEC84DA7AA}"/>
                  </a:ext>
                </a:extLst>
              </p:cNvPr>
              <p:cNvSpPr/>
              <p:nvPr/>
            </p:nvSpPr>
            <p:spPr>
              <a:xfrm>
                <a:off x="4559006" y="2208167"/>
                <a:ext cx="632460" cy="251460"/>
              </a:xfrm>
              <a:prstGeom prst="parallelogram">
                <a:avLst>
                  <a:gd name="adj" fmla="val 8784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3" name="平行四边形 522">
                <a:extLst>
                  <a:ext uri="{FF2B5EF4-FFF2-40B4-BE49-F238E27FC236}">
                    <a16:creationId xmlns:a16="http://schemas.microsoft.com/office/drawing/2014/main" id="{D7A203F1-C8A7-434A-9F29-113E6A6BC0C8}"/>
                  </a:ext>
                </a:extLst>
              </p:cNvPr>
              <p:cNvSpPr/>
              <p:nvPr/>
            </p:nvSpPr>
            <p:spPr>
              <a:xfrm>
                <a:off x="2078696" y="1682387"/>
                <a:ext cx="464820" cy="251460"/>
              </a:xfrm>
              <a:prstGeom prst="parallelogram">
                <a:avLst>
                  <a:gd name="adj" fmla="val 65468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平行四边形 523">
                <a:extLst>
                  <a:ext uri="{FF2B5EF4-FFF2-40B4-BE49-F238E27FC236}">
                    <a16:creationId xmlns:a16="http://schemas.microsoft.com/office/drawing/2014/main" id="{75DD4F33-C659-446A-ACEC-A55EAF8221EA}"/>
                  </a:ext>
                </a:extLst>
              </p:cNvPr>
              <p:cNvSpPr/>
              <p:nvPr/>
            </p:nvSpPr>
            <p:spPr>
              <a:xfrm>
                <a:off x="3473156" y="1529987"/>
                <a:ext cx="236220" cy="137160"/>
              </a:xfrm>
              <a:prstGeom prst="parallelogram">
                <a:avLst>
                  <a:gd name="adj" fmla="val 7051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5" name="椭圆 524">
                <a:extLst>
                  <a:ext uri="{FF2B5EF4-FFF2-40B4-BE49-F238E27FC236}">
                    <a16:creationId xmlns:a16="http://schemas.microsoft.com/office/drawing/2014/main" id="{B9FB6CEA-2A36-45F9-9A4C-17CA32CDD5E8}"/>
                  </a:ext>
                </a:extLst>
              </p:cNvPr>
              <p:cNvSpPr/>
              <p:nvPr/>
            </p:nvSpPr>
            <p:spPr>
              <a:xfrm rot="21014316">
                <a:off x="1952904" y="1797016"/>
                <a:ext cx="1790162" cy="109595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等腰三角形 525">
                <a:extLst>
                  <a:ext uri="{FF2B5EF4-FFF2-40B4-BE49-F238E27FC236}">
                    <a16:creationId xmlns:a16="http://schemas.microsoft.com/office/drawing/2014/main" id="{D070F142-A2D6-4346-A177-17F0D7D5DCA4}"/>
                  </a:ext>
                </a:extLst>
              </p:cNvPr>
              <p:cNvSpPr/>
              <p:nvPr/>
            </p:nvSpPr>
            <p:spPr>
              <a:xfrm>
                <a:off x="2794976" y="2284367"/>
                <a:ext cx="99060" cy="99060"/>
              </a:xfrm>
              <a:prstGeom prst="triangl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7" name="等腰三角形 526">
                <a:extLst>
                  <a:ext uri="{FF2B5EF4-FFF2-40B4-BE49-F238E27FC236}">
                    <a16:creationId xmlns:a16="http://schemas.microsoft.com/office/drawing/2014/main" id="{0A8CA655-7784-41DC-9519-29D2974A776C}"/>
                  </a:ext>
                </a:extLst>
              </p:cNvPr>
              <p:cNvSpPr/>
              <p:nvPr/>
            </p:nvSpPr>
            <p:spPr>
              <a:xfrm>
                <a:off x="5561036" y="1358537"/>
                <a:ext cx="99060" cy="99060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8" name="平行四边形 527">
                <a:extLst>
                  <a:ext uri="{FF2B5EF4-FFF2-40B4-BE49-F238E27FC236}">
                    <a16:creationId xmlns:a16="http://schemas.microsoft.com/office/drawing/2014/main" id="{7DB1E4C7-D72F-4B32-9118-10FAF9DEC06E}"/>
                  </a:ext>
                </a:extLst>
              </p:cNvPr>
              <p:cNvSpPr/>
              <p:nvPr/>
            </p:nvSpPr>
            <p:spPr>
              <a:xfrm>
                <a:off x="2619716" y="2688227"/>
                <a:ext cx="388620" cy="220980"/>
              </a:xfrm>
              <a:prstGeom prst="parallelogram">
                <a:avLst>
                  <a:gd name="adj" fmla="val 55212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6" name="星形: 五角 535">
                <a:extLst>
                  <a:ext uri="{FF2B5EF4-FFF2-40B4-BE49-F238E27FC236}">
                    <a16:creationId xmlns:a16="http://schemas.microsoft.com/office/drawing/2014/main" id="{46A3CE48-94DA-40B0-BA23-E6B6766C34E0}"/>
                  </a:ext>
                </a:extLst>
              </p:cNvPr>
              <p:cNvSpPr/>
              <p:nvPr/>
            </p:nvSpPr>
            <p:spPr>
              <a:xfrm rot="1976744">
                <a:off x="3194551" y="32368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7" name="星形: 五角 536">
                <a:extLst>
                  <a:ext uri="{FF2B5EF4-FFF2-40B4-BE49-F238E27FC236}">
                    <a16:creationId xmlns:a16="http://schemas.microsoft.com/office/drawing/2014/main" id="{845B4B5B-FF61-4583-BBCF-D59AAB9FCA3F}"/>
                  </a:ext>
                </a:extLst>
              </p:cNvPr>
              <p:cNvSpPr/>
              <p:nvPr/>
            </p:nvSpPr>
            <p:spPr>
              <a:xfrm>
                <a:off x="4082756" y="25510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星形: 五角 537">
                <a:extLst>
                  <a:ext uri="{FF2B5EF4-FFF2-40B4-BE49-F238E27FC236}">
                    <a16:creationId xmlns:a16="http://schemas.microsoft.com/office/drawing/2014/main" id="{B7389E18-E6D0-49AA-B308-0D4F418F0679}"/>
                  </a:ext>
                </a:extLst>
              </p:cNvPr>
              <p:cNvSpPr/>
              <p:nvPr/>
            </p:nvSpPr>
            <p:spPr>
              <a:xfrm>
                <a:off x="4585676" y="191098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星形: 五角 539">
                <a:extLst>
                  <a:ext uri="{FF2B5EF4-FFF2-40B4-BE49-F238E27FC236}">
                    <a16:creationId xmlns:a16="http://schemas.microsoft.com/office/drawing/2014/main" id="{A9E37E7C-CDDD-4323-858B-D9F2B1378320}"/>
                  </a:ext>
                </a:extLst>
              </p:cNvPr>
              <p:cNvSpPr/>
              <p:nvPr/>
            </p:nvSpPr>
            <p:spPr>
              <a:xfrm rot="5609243">
                <a:off x="2492641" y="300826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1" name="星形: 五角 540">
                <a:extLst>
                  <a:ext uri="{FF2B5EF4-FFF2-40B4-BE49-F238E27FC236}">
                    <a16:creationId xmlns:a16="http://schemas.microsoft.com/office/drawing/2014/main" id="{3417FB1D-0BD5-4EAC-9079-B442A4F86D42}"/>
                  </a:ext>
                </a:extLst>
              </p:cNvPr>
              <p:cNvSpPr/>
              <p:nvPr/>
            </p:nvSpPr>
            <p:spPr>
              <a:xfrm rot="3880281">
                <a:off x="3686516" y="253582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2" name="星形: 五角 541">
                <a:extLst>
                  <a:ext uri="{FF2B5EF4-FFF2-40B4-BE49-F238E27FC236}">
                    <a16:creationId xmlns:a16="http://schemas.microsoft.com/office/drawing/2014/main" id="{FD8E6C77-3019-43CF-A7EC-F29CCDA883CF}"/>
                  </a:ext>
                </a:extLst>
              </p:cNvPr>
              <p:cNvSpPr/>
              <p:nvPr/>
            </p:nvSpPr>
            <p:spPr>
              <a:xfrm>
                <a:off x="4334216" y="188050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4" name="直接箭头连接符 543">
                <a:extLst>
                  <a:ext uri="{FF2B5EF4-FFF2-40B4-BE49-F238E27FC236}">
                    <a16:creationId xmlns:a16="http://schemas.microsoft.com/office/drawing/2014/main" id="{A6AD42FE-7907-4C10-A3D3-127A1C996437}"/>
                  </a:ext>
                </a:extLst>
              </p:cNvPr>
              <p:cNvCxnSpPr>
                <a:cxnSpLocks/>
                <a:endCxn id="535" idx="1"/>
              </p:cNvCxnSpPr>
              <p:nvPr/>
            </p:nvCxnSpPr>
            <p:spPr>
              <a:xfrm flipV="1">
                <a:off x="1423376" y="3133812"/>
                <a:ext cx="592588" cy="125914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接箭头连接符 544">
                <a:extLst>
                  <a:ext uri="{FF2B5EF4-FFF2-40B4-BE49-F238E27FC236}">
                    <a16:creationId xmlns:a16="http://schemas.microsoft.com/office/drawing/2014/main" id="{2B7F3B58-C17D-44D8-99A5-ACF84E2E6998}"/>
                  </a:ext>
                </a:extLst>
              </p:cNvPr>
              <p:cNvCxnSpPr>
                <a:cxnSpLocks/>
                <a:stCxn id="535" idx="4"/>
                <a:endCxn id="536" idx="2"/>
              </p:cNvCxnSpPr>
              <p:nvPr/>
            </p:nvCxnSpPr>
            <p:spPr>
              <a:xfrm>
                <a:off x="2151026" y="3109915"/>
                <a:ext cx="1039239" cy="230033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箭头连接符 545">
                <a:extLst>
                  <a:ext uri="{FF2B5EF4-FFF2-40B4-BE49-F238E27FC236}">
                    <a16:creationId xmlns:a16="http://schemas.microsoft.com/office/drawing/2014/main" id="{0EDA552D-577F-4C8B-B8CF-13216DBD4F7B}"/>
                  </a:ext>
                </a:extLst>
              </p:cNvPr>
              <p:cNvCxnSpPr>
                <a:cxnSpLocks/>
                <a:stCxn id="536" idx="4"/>
                <a:endCxn id="537" idx="2"/>
              </p:cNvCxnSpPr>
              <p:nvPr/>
            </p:nvCxnSpPr>
            <p:spPr>
              <a:xfrm flipV="1">
                <a:off x="3329487" y="2688227"/>
                <a:ext cx="779464" cy="64093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785F3EA7-F450-4A25-997A-89679D96B1AC}"/>
                  </a:ext>
                </a:extLst>
              </p:cNvPr>
              <p:cNvCxnSpPr>
                <a:cxnSpLocks/>
                <a:stCxn id="537" idx="4"/>
                <a:endCxn id="538" idx="2"/>
              </p:cNvCxnSpPr>
              <p:nvPr/>
            </p:nvCxnSpPr>
            <p:spPr>
              <a:xfrm flipV="1">
                <a:off x="4219916" y="2048147"/>
                <a:ext cx="391955" cy="55531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接箭头连接符 547">
                <a:extLst>
                  <a:ext uri="{FF2B5EF4-FFF2-40B4-BE49-F238E27FC236}">
                    <a16:creationId xmlns:a16="http://schemas.microsoft.com/office/drawing/2014/main" id="{758FD970-C70B-440E-B967-2A299790A9D7}"/>
                  </a:ext>
                </a:extLst>
              </p:cNvPr>
              <p:cNvCxnSpPr>
                <a:cxnSpLocks/>
                <a:stCxn id="538" idx="4"/>
                <a:endCxn id="527" idx="2"/>
              </p:cNvCxnSpPr>
              <p:nvPr/>
            </p:nvCxnSpPr>
            <p:spPr>
              <a:xfrm flipV="1">
                <a:off x="4722836" y="1457597"/>
                <a:ext cx="838200" cy="50578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接箭头连接符 548">
                <a:extLst>
                  <a:ext uri="{FF2B5EF4-FFF2-40B4-BE49-F238E27FC236}">
                    <a16:creationId xmlns:a16="http://schemas.microsoft.com/office/drawing/2014/main" id="{031EDED0-A64E-4FE4-8615-7DC73B84FE31}"/>
                  </a:ext>
                </a:extLst>
              </p:cNvPr>
              <p:cNvCxnSpPr>
                <a:cxnSpLocks/>
                <a:stCxn id="515" idx="3"/>
                <a:endCxn id="539" idx="2"/>
              </p:cNvCxnSpPr>
              <p:nvPr/>
            </p:nvCxnSpPr>
            <p:spPr>
              <a:xfrm flipV="1">
                <a:off x="576656" y="2982972"/>
                <a:ext cx="1136844" cy="306406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接箭头连接符 549">
                <a:extLst>
                  <a:ext uri="{FF2B5EF4-FFF2-40B4-BE49-F238E27FC236}">
                    <a16:creationId xmlns:a16="http://schemas.microsoft.com/office/drawing/2014/main" id="{9143BD81-B6C0-4859-82B8-0292EB2CBD2E}"/>
                  </a:ext>
                </a:extLst>
              </p:cNvPr>
              <p:cNvCxnSpPr>
                <a:cxnSpLocks/>
                <a:stCxn id="539" idx="4"/>
                <a:endCxn id="540" idx="2"/>
              </p:cNvCxnSpPr>
              <p:nvPr/>
            </p:nvCxnSpPr>
            <p:spPr>
              <a:xfrm>
                <a:off x="1850304" y="2954971"/>
                <a:ext cx="645042" cy="75398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星形: 五角 550">
                <a:extLst>
                  <a:ext uri="{FF2B5EF4-FFF2-40B4-BE49-F238E27FC236}">
                    <a16:creationId xmlns:a16="http://schemas.microsoft.com/office/drawing/2014/main" id="{F9601510-4DBE-4314-B06F-E43ABB10E192}"/>
                  </a:ext>
                </a:extLst>
              </p:cNvPr>
              <p:cNvSpPr/>
              <p:nvPr/>
            </p:nvSpPr>
            <p:spPr>
              <a:xfrm rot="372011">
                <a:off x="3319289" y="3387983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52" name="直接箭头连接符 551">
                <a:extLst>
                  <a:ext uri="{FF2B5EF4-FFF2-40B4-BE49-F238E27FC236}">
                    <a16:creationId xmlns:a16="http://schemas.microsoft.com/office/drawing/2014/main" id="{EB33193C-FD27-4B76-9A14-7E5540D1BDCC}"/>
                  </a:ext>
                </a:extLst>
              </p:cNvPr>
              <p:cNvCxnSpPr>
                <a:cxnSpLocks/>
                <a:stCxn id="540" idx="0"/>
                <a:endCxn id="551" idx="1"/>
              </p:cNvCxnSpPr>
              <p:nvPr/>
            </p:nvCxnSpPr>
            <p:spPr>
              <a:xfrm>
                <a:off x="2629674" y="3081019"/>
                <a:ext cx="691765" cy="352042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箭头连接符 552">
                <a:extLst>
                  <a:ext uri="{FF2B5EF4-FFF2-40B4-BE49-F238E27FC236}">
                    <a16:creationId xmlns:a16="http://schemas.microsoft.com/office/drawing/2014/main" id="{B0B5DDF0-326D-4431-8492-E5C4E21E6155}"/>
                  </a:ext>
                </a:extLst>
              </p:cNvPr>
              <p:cNvCxnSpPr>
                <a:cxnSpLocks/>
                <a:stCxn id="551" idx="4"/>
                <a:endCxn id="541" idx="3"/>
              </p:cNvCxnSpPr>
              <p:nvPr/>
            </p:nvCxnSpPr>
            <p:spPr>
              <a:xfrm flipV="1">
                <a:off x="3457796" y="2672057"/>
                <a:ext cx="253445" cy="775818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2A47E8A2-0442-4140-B8BA-684DF690EE74}"/>
                  </a:ext>
                </a:extLst>
              </p:cNvPr>
              <p:cNvCxnSpPr>
                <a:cxnSpLocks/>
                <a:stCxn id="541" idx="0"/>
                <a:endCxn id="542" idx="2"/>
              </p:cNvCxnSpPr>
              <p:nvPr/>
            </p:nvCxnSpPr>
            <p:spPr>
              <a:xfrm flipV="1">
                <a:off x="3817083" y="2017667"/>
                <a:ext cx="543328" cy="557401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直接箭头连接符 554">
                <a:extLst>
                  <a:ext uri="{FF2B5EF4-FFF2-40B4-BE49-F238E27FC236}">
                    <a16:creationId xmlns:a16="http://schemas.microsoft.com/office/drawing/2014/main" id="{F4A00F98-CB0D-484A-B318-AF61E99AF742}"/>
                  </a:ext>
                </a:extLst>
              </p:cNvPr>
              <p:cNvCxnSpPr>
                <a:cxnSpLocks/>
                <a:stCxn id="542" idx="4"/>
                <a:endCxn id="527" idx="2"/>
              </p:cNvCxnSpPr>
              <p:nvPr/>
            </p:nvCxnSpPr>
            <p:spPr>
              <a:xfrm flipV="1">
                <a:off x="4471376" y="1457597"/>
                <a:ext cx="1089660" cy="475300"/>
              </a:xfrm>
              <a:prstGeom prst="straightConnector1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6" name="星形: 五角 555">
                <a:extLst>
                  <a:ext uri="{FF2B5EF4-FFF2-40B4-BE49-F238E27FC236}">
                    <a16:creationId xmlns:a16="http://schemas.microsoft.com/office/drawing/2014/main" id="{807DF924-D8D3-480B-AA1A-16AD52DE5D02}"/>
                  </a:ext>
                </a:extLst>
              </p:cNvPr>
              <p:cNvSpPr/>
              <p:nvPr/>
            </p:nvSpPr>
            <p:spPr>
              <a:xfrm>
                <a:off x="3206456" y="284062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7" name="星形: 五角 556">
                <a:extLst>
                  <a:ext uri="{FF2B5EF4-FFF2-40B4-BE49-F238E27FC236}">
                    <a16:creationId xmlns:a16="http://schemas.microsoft.com/office/drawing/2014/main" id="{4BB73DA8-88D6-487E-89EC-8F0195BDFB3A}"/>
                  </a:ext>
                </a:extLst>
              </p:cNvPr>
              <p:cNvSpPr/>
              <p:nvPr/>
            </p:nvSpPr>
            <p:spPr>
              <a:xfrm>
                <a:off x="3892681" y="202528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9" name="星形: 五角 558">
                <a:extLst>
                  <a:ext uri="{FF2B5EF4-FFF2-40B4-BE49-F238E27FC236}">
                    <a16:creationId xmlns:a16="http://schemas.microsoft.com/office/drawing/2014/main" id="{0ACD0237-78D8-40E9-874F-CA2F0E828016}"/>
                  </a:ext>
                </a:extLst>
              </p:cNvPr>
              <p:cNvSpPr/>
              <p:nvPr/>
            </p:nvSpPr>
            <p:spPr>
              <a:xfrm>
                <a:off x="2513036" y="327496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0" name="直接箭头连接符 559">
                <a:extLst>
                  <a:ext uri="{FF2B5EF4-FFF2-40B4-BE49-F238E27FC236}">
                    <a16:creationId xmlns:a16="http://schemas.microsoft.com/office/drawing/2014/main" id="{88BAD02B-188D-4B57-965C-FDF2E1EC89D3}"/>
                  </a:ext>
                </a:extLst>
              </p:cNvPr>
              <p:cNvCxnSpPr>
                <a:cxnSpLocks/>
                <a:stCxn id="513" idx="3"/>
                <a:endCxn id="543" idx="1"/>
              </p:cNvCxnSpPr>
              <p:nvPr/>
            </p:nvCxnSpPr>
            <p:spPr>
              <a:xfrm>
                <a:off x="804002" y="2760705"/>
                <a:ext cx="764154" cy="18012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接箭头连接符 560">
                <a:extLst>
                  <a:ext uri="{FF2B5EF4-FFF2-40B4-BE49-F238E27FC236}">
                    <a16:creationId xmlns:a16="http://schemas.microsoft.com/office/drawing/2014/main" id="{DDD9E668-83CA-4482-945C-192F81BD3C17}"/>
                  </a:ext>
                </a:extLst>
              </p:cNvPr>
              <p:cNvCxnSpPr>
                <a:cxnSpLocks/>
                <a:stCxn id="543" idx="4"/>
                <a:endCxn id="559" idx="1"/>
              </p:cNvCxnSpPr>
              <p:nvPr/>
            </p:nvCxnSpPr>
            <p:spPr>
              <a:xfrm>
                <a:off x="1690076" y="2778717"/>
                <a:ext cx="822960" cy="54864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接箭头连接符 561">
                <a:extLst>
                  <a:ext uri="{FF2B5EF4-FFF2-40B4-BE49-F238E27FC236}">
                    <a16:creationId xmlns:a16="http://schemas.microsoft.com/office/drawing/2014/main" id="{960C1641-F3D0-4177-A431-80D76B529061}"/>
                  </a:ext>
                </a:extLst>
              </p:cNvPr>
              <p:cNvCxnSpPr>
                <a:cxnSpLocks/>
                <a:stCxn id="559" idx="4"/>
                <a:endCxn id="556" idx="2"/>
              </p:cNvCxnSpPr>
              <p:nvPr/>
            </p:nvCxnSpPr>
            <p:spPr>
              <a:xfrm flipV="1">
                <a:off x="2634956" y="2977787"/>
                <a:ext cx="594785" cy="34957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接箭头连接符 562">
                <a:extLst>
                  <a:ext uri="{FF2B5EF4-FFF2-40B4-BE49-F238E27FC236}">
                    <a16:creationId xmlns:a16="http://schemas.microsoft.com/office/drawing/2014/main" id="{5344E385-C520-40C1-9DDC-E3A37A463540}"/>
                  </a:ext>
                </a:extLst>
              </p:cNvPr>
              <p:cNvCxnSpPr>
                <a:cxnSpLocks/>
                <a:stCxn id="556" idx="4"/>
                <a:endCxn id="557" idx="2"/>
              </p:cNvCxnSpPr>
              <p:nvPr/>
            </p:nvCxnSpPr>
            <p:spPr>
              <a:xfrm flipV="1">
                <a:off x="3328376" y="2162447"/>
                <a:ext cx="587590" cy="730570"/>
              </a:xfrm>
              <a:prstGeom prst="straightConnector1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接箭头连接符 563">
                <a:extLst>
                  <a:ext uri="{FF2B5EF4-FFF2-40B4-BE49-F238E27FC236}">
                    <a16:creationId xmlns:a16="http://schemas.microsoft.com/office/drawing/2014/main" id="{590C21D8-8630-417F-85B4-29D857756960}"/>
                  </a:ext>
                </a:extLst>
              </p:cNvPr>
              <p:cNvCxnSpPr>
                <a:cxnSpLocks/>
                <a:stCxn id="557" idx="4"/>
                <a:endCxn id="527" idx="2"/>
              </p:cNvCxnSpPr>
              <p:nvPr/>
            </p:nvCxnSpPr>
            <p:spPr>
              <a:xfrm flipV="1">
                <a:off x="4014601" y="1457597"/>
                <a:ext cx="1546435" cy="620080"/>
              </a:xfrm>
              <a:prstGeom prst="straightConnector1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5" name="直接箭头连接符 564">
                <a:extLst>
                  <a:ext uri="{FF2B5EF4-FFF2-40B4-BE49-F238E27FC236}">
                    <a16:creationId xmlns:a16="http://schemas.microsoft.com/office/drawing/2014/main" id="{33A8CBC6-991E-4349-BF4E-A9CF505DB9B6}"/>
                  </a:ext>
                </a:extLst>
              </p:cNvPr>
              <p:cNvCxnSpPr>
                <a:cxnSpLocks/>
                <a:stCxn id="514" idx="3"/>
                <a:endCxn id="558" idx="2"/>
              </p:cNvCxnSpPr>
              <p:nvPr/>
            </p:nvCxnSpPr>
            <p:spPr>
              <a:xfrm flipV="1">
                <a:off x="1303317" y="1565029"/>
                <a:ext cx="679469" cy="851554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8" name="星形: 五角 567">
                <a:extLst>
                  <a:ext uri="{FF2B5EF4-FFF2-40B4-BE49-F238E27FC236}">
                    <a16:creationId xmlns:a16="http://schemas.microsoft.com/office/drawing/2014/main" id="{DFD28A0F-6AD2-455B-A5E3-4273155D5002}"/>
                  </a:ext>
                </a:extLst>
              </p:cNvPr>
              <p:cNvSpPr/>
              <p:nvPr/>
            </p:nvSpPr>
            <p:spPr>
              <a:xfrm rot="622673">
                <a:off x="3015642" y="1607021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69" name="直接箭头连接符 568">
                <a:extLst>
                  <a:ext uri="{FF2B5EF4-FFF2-40B4-BE49-F238E27FC236}">
                    <a16:creationId xmlns:a16="http://schemas.microsoft.com/office/drawing/2014/main" id="{ABCAA498-3A0F-4457-BD90-A3139F46B6A3}"/>
                  </a:ext>
                </a:extLst>
              </p:cNvPr>
              <p:cNvCxnSpPr>
                <a:cxnSpLocks/>
                <a:stCxn id="558" idx="4"/>
                <a:endCxn id="568" idx="1"/>
              </p:cNvCxnSpPr>
              <p:nvPr/>
            </p:nvCxnSpPr>
            <p:spPr>
              <a:xfrm>
                <a:off x="2108639" y="1597829"/>
                <a:ext cx="910917" cy="50866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接箭头连接符 569">
                <a:extLst>
                  <a:ext uri="{FF2B5EF4-FFF2-40B4-BE49-F238E27FC236}">
                    <a16:creationId xmlns:a16="http://schemas.microsoft.com/office/drawing/2014/main" id="{CB927F35-8889-4B94-AA47-50568A7C556B}"/>
                  </a:ext>
                </a:extLst>
              </p:cNvPr>
              <p:cNvCxnSpPr>
                <a:cxnSpLocks/>
                <a:stCxn id="568" idx="4"/>
                <a:endCxn id="571" idx="1"/>
              </p:cNvCxnSpPr>
              <p:nvPr/>
            </p:nvCxnSpPr>
            <p:spPr>
              <a:xfrm>
                <a:off x="3139481" y="1670657"/>
                <a:ext cx="748879" cy="111815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1" name="星形: 五角 570">
                <a:extLst>
                  <a:ext uri="{FF2B5EF4-FFF2-40B4-BE49-F238E27FC236}">
                    <a16:creationId xmlns:a16="http://schemas.microsoft.com/office/drawing/2014/main" id="{5BC05C1B-5472-4279-B952-6A6BABD36F1B}"/>
                  </a:ext>
                </a:extLst>
              </p:cNvPr>
              <p:cNvSpPr/>
              <p:nvPr/>
            </p:nvSpPr>
            <p:spPr>
              <a:xfrm rot="804682">
                <a:off x="3882942" y="1743780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2" name="直接箭头连接符 571">
                <a:extLst>
                  <a:ext uri="{FF2B5EF4-FFF2-40B4-BE49-F238E27FC236}">
                    <a16:creationId xmlns:a16="http://schemas.microsoft.com/office/drawing/2014/main" id="{12C5C2F2-A4BB-4EAA-9F80-BC36C816DBA2}"/>
                  </a:ext>
                </a:extLst>
              </p:cNvPr>
              <p:cNvCxnSpPr>
                <a:cxnSpLocks/>
                <a:stCxn id="571" idx="4"/>
                <a:endCxn id="527" idx="2"/>
              </p:cNvCxnSpPr>
              <p:nvPr/>
            </p:nvCxnSpPr>
            <p:spPr>
              <a:xfrm flipV="1">
                <a:off x="4006955" y="1457597"/>
                <a:ext cx="1554081" cy="353154"/>
              </a:xfrm>
              <a:prstGeom prst="straightConnector1">
                <a:avLst/>
              </a:prstGeom>
              <a:ln w="63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6" name="文本框 575">
                    <a:extLst>
                      <a:ext uri="{FF2B5EF4-FFF2-40B4-BE49-F238E27FC236}">
                        <a16:creationId xmlns:a16="http://schemas.microsoft.com/office/drawing/2014/main" id="{0C83C5E9-F2E6-4013-B705-BE86737BA0EA}"/>
                      </a:ext>
                    </a:extLst>
                  </p:cNvPr>
                  <p:cNvSpPr txBox="1"/>
                  <p:nvPr/>
                </p:nvSpPr>
                <p:spPr>
                  <a:xfrm>
                    <a:off x="597262" y="2120808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6" name="文本框 575">
                    <a:extLst>
                      <a:ext uri="{FF2B5EF4-FFF2-40B4-BE49-F238E27FC236}">
                        <a16:creationId xmlns:a16="http://schemas.microsoft.com/office/drawing/2014/main" id="{0C83C5E9-F2E6-4013-B705-BE86737BA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262" y="2120808"/>
                    <a:ext cx="473528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7" name="文本框 576">
                    <a:extLst>
                      <a:ext uri="{FF2B5EF4-FFF2-40B4-BE49-F238E27FC236}">
                        <a16:creationId xmlns:a16="http://schemas.microsoft.com/office/drawing/2014/main" id="{90D7FB6B-5DE4-4D0B-B943-F155C33C1258}"/>
                      </a:ext>
                    </a:extLst>
                  </p:cNvPr>
                  <p:cNvSpPr txBox="1"/>
                  <p:nvPr/>
                </p:nvSpPr>
                <p:spPr>
                  <a:xfrm>
                    <a:off x="182925" y="2720883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7" name="文本框 576">
                    <a:extLst>
                      <a:ext uri="{FF2B5EF4-FFF2-40B4-BE49-F238E27FC236}">
                        <a16:creationId xmlns:a16="http://schemas.microsoft.com/office/drawing/2014/main" id="{90D7FB6B-5DE4-4D0B-B943-F155C33C12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925" y="2720883"/>
                    <a:ext cx="473528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8" name="文本框 577">
                    <a:extLst>
                      <a:ext uri="{FF2B5EF4-FFF2-40B4-BE49-F238E27FC236}">
                        <a16:creationId xmlns:a16="http://schemas.microsoft.com/office/drawing/2014/main" id="{F929DCB4-FF36-4462-8B02-7D0095114FE5}"/>
                      </a:ext>
                    </a:extLst>
                  </p:cNvPr>
                  <p:cNvSpPr txBox="1"/>
                  <p:nvPr/>
                </p:nvSpPr>
                <p:spPr>
                  <a:xfrm>
                    <a:off x="-67107" y="3163797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8" name="文本框 577">
                    <a:extLst>
                      <a:ext uri="{FF2B5EF4-FFF2-40B4-BE49-F238E27FC236}">
                        <a16:creationId xmlns:a16="http://schemas.microsoft.com/office/drawing/2014/main" id="{F929DCB4-FF36-4462-8B02-7D0095114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7107" y="3163797"/>
                    <a:ext cx="473528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9" name="文本框 578">
                    <a:extLst>
                      <a:ext uri="{FF2B5EF4-FFF2-40B4-BE49-F238E27FC236}">
                        <a16:creationId xmlns:a16="http://schemas.microsoft.com/office/drawing/2014/main" id="{E640F0C9-AD98-444E-8FBB-7AF05798EE66}"/>
                      </a:ext>
                    </a:extLst>
                  </p:cNvPr>
                  <p:cNvSpPr txBox="1"/>
                  <p:nvPr/>
                </p:nvSpPr>
                <p:spPr>
                  <a:xfrm>
                    <a:off x="711561" y="3156654"/>
                    <a:ext cx="4735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79" name="文本框 578">
                    <a:extLst>
                      <a:ext uri="{FF2B5EF4-FFF2-40B4-BE49-F238E27FC236}">
                        <a16:creationId xmlns:a16="http://schemas.microsoft.com/office/drawing/2014/main" id="{E640F0C9-AD98-444E-8FBB-7AF05798EE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561" y="3156654"/>
                    <a:ext cx="47352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5" name="星形: 五角 534">
                <a:extLst>
                  <a:ext uri="{FF2B5EF4-FFF2-40B4-BE49-F238E27FC236}">
                    <a16:creationId xmlns:a16="http://schemas.microsoft.com/office/drawing/2014/main" id="{EB64C830-BC92-455E-9A86-864E5CBCEAC8}"/>
                  </a:ext>
                </a:extLst>
              </p:cNvPr>
              <p:cNvSpPr/>
              <p:nvPr/>
            </p:nvSpPr>
            <p:spPr>
              <a:xfrm rot="20997962">
                <a:off x="2017736" y="3069226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9" name="星形: 五角 538">
                <a:extLst>
                  <a:ext uri="{FF2B5EF4-FFF2-40B4-BE49-F238E27FC236}">
                    <a16:creationId xmlns:a16="http://schemas.microsoft.com/office/drawing/2014/main" id="{A40C4014-3338-489B-93E6-8CBEF61F1C99}"/>
                  </a:ext>
                </a:extLst>
              </p:cNvPr>
              <p:cNvSpPr/>
              <p:nvPr/>
            </p:nvSpPr>
            <p:spPr>
              <a:xfrm rot="1548584">
                <a:off x="1712936" y="2871107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3" name="星形: 五角 542">
                <a:extLst>
                  <a:ext uri="{FF2B5EF4-FFF2-40B4-BE49-F238E27FC236}">
                    <a16:creationId xmlns:a16="http://schemas.microsoft.com/office/drawing/2014/main" id="{5E743DD9-3FAB-4FEE-B30A-F063B81098A8}"/>
                  </a:ext>
                </a:extLst>
              </p:cNvPr>
              <p:cNvSpPr/>
              <p:nvPr/>
            </p:nvSpPr>
            <p:spPr>
              <a:xfrm>
                <a:off x="1568156" y="2726327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8" name="星形: 五角 557">
                <a:extLst>
                  <a:ext uri="{FF2B5EF4-FFF2-40B4-BE49-F238E27FC236}">
                    <a16:creationId xmlns:a16="http://schemas.microsoft.com/office/drawing/2014/main" id="{FD75D922-82DB-4DE8-8A0A-EBC4041D8C89}"/>
                  </a:ext>
                </a:extLst>
              </p:cNvPr>
              <p:cNvSpPr/>
              <p:nvPr/>
            </p:nvSpPr>
            <p:spPr>
              <a:xfrm rot="3317061">
                <a:off x="1999654" y="1488361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星形: 五角 229">
                <a:extLst>
                  <a:ext uri="{FF2B5EF4-FFF2-40B4-BE49-F238E27FC236}">
                    <a16:creationId xmlns:a16="http://schemas.microsoft.com/office/drawing/2014/main" id="{3FE5C256-0A58-4589-B30D-BDD46B0B02CB}"/>
                  </a:ext>
                </a:extLst>
              </p:cNvPr>
              <p:cNvSpPr/>
              <p:nvPr/>
            </p:nvSpPr>
            <p:spPr>
              <a:xfrm rot="20997962">
                <a:off x="2219005" y="5947105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星形: 五角 230">
                <a:extLst>
                  <a:ext uri="{FF2B5EF4-FFF2-40B4-BE49-F238E27FC236}">
                    <a16:creationId xmlns:a16="http://schemas.microsoft.com/office/drawing/2014/main" id="{626D8A72-9A71-4591-AD32-888567D6964A}"/>
                  </a:ext>
                </a:extLst>
              </p:cNvPr>
              <p:cNvSpPr/>
              <p:nvPr/>
            </p:nvSpPr>
            <p:spPr>
              <a:xfrm rot="1548584">
                <a:off x="1914205" y="5748986"/>
                <a:ext cx="13716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星形: 五角 231">
                <a:extLst>
                  <a:ext uri="{FF2B5EF4-FFF2-40B4-BE49-F238E27FC236}">
                    <a16:creationId xmlns:a16="http://schemas.microsoft.com/office/drawing/2014/main" id="{A50893CA-41A2-4CDD-B658-2C83AF59A789}"/>
                  </a:ext>
                </a:extLst>
              </p:cNvPr>
              <p:cNvSpPr/>
              <p:nvPr/>
            </p:nvSpPr>
            <p:spPr>
              <a:xfrm>
                <a:off x="1769425" y="5604206"/>
                <a:ext cx="121920" cy="137160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星形: 五角 232">
                <a:extLst>
                  <a:ext uri="{FF2B5EF4-FFF2-40B4-BE49-F238E27FC236}">
                    <a16:creationId xmlns:a16="http://schemas.microsoft.com/office/drawing/2014/main" id="{E34FB7BE-4125-4E2A-AAE1-FBD29E0A8B94}"/>
                  </a:ext>
                </a:extLst>
              </p:cNvPr>
              <p:cNvSpPr/>
              <p:nvPr/>
            </p:nvSpPr>
            <p:spPr>
              <a:xfrm rot="3317061">
                <a:off x="2200923" y="4366240"/>
                <a:ext cx="121920" cy="13716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4" name="组合 623">
              <a:extLst>
                <a:ext uri="{FF2B5EF4-FFF2-40B4-BE49-F238E27FC236}">
                  <a16:creationId xmlns:a16="http://schemas.microsoft.com/office/drawing/2014/main" id="{5E4C235A-0A53-4DA5-B92B-4B1A537E0194}"/>
                </a:ext>
              </a:extLst>
            </p:cNvPr>
            <p:cNvGrpSpPr/>
            <p:nvPr/>
          </p:nvGrpSpPr>
          <p:grpSpPr>
            <a:xfrm>
              <a:off x="381219" y="3645768"/>
              <a:ext cx="6310057" cy="2378489"/>
              <a:chOff x="-120284" y="3624061"/>
              <a:chExt cx="6310057" cy="2378489"/>
            </a:xfrm>
          </p:grpSpPr>
          <p:sp>
            <p:nvSpPr>
              <p:cNvPr id="507" name="平行四边形 506">
                <a:extLst>
                  <a:ext uri="{FF2B5EF4-FFF2-40B4-BE49-F238E27FC236}">
                    <a16:creationId xmlns:a16="http://schemas.microsoft.com/office/drawing/2014/main" id="{3C8FFEC6-F233-4304-87EC-35F9CBE02B22}"/>
                  </a:ext>
                </a:extLst>
              </p:cNvPr>
              <p:cNvSpPr/>
              <p:nvPr/>
            </p:nvSpPr>
            <p:spPr>
              <a:xfrm>
                <a:off x="-120284" y="3690822"/>
                <a:ext cx="6310057" cy="2289489"/>
              </a:xfrm>
              <a:prstGeom prst="parallelogram">
                <a:avLst>
                  <a:gd name="adj" fmla="val 8801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8" name="立方体 507">
                <a:extLst>
                  <a:ext uri="{FF2B5EF4-FFF2-40B4-BE49-F238E27FC236}">
                    <a16:creationId xmlns:a16="http://schemas.microsoft.com/office/drawing/2014/main" id="{3610096C-4E08-469E-A49C-96C4B95E0CA7}"/>
                  </a:ext>
                </a:extLst>
              </p:cNvPr>
              <p:cNvSpPr/>
              <p:nvPr/>
            </p:nvSpPr>
            <p:spPr>
              <a:xfrm>
                <a:off x="1327109" y="4280334"/>
                <a:ext cx="481630" cy="56699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立方体 509">
                <a:extLst>
                  <a:ext uri="{FF2B5EF4-FFF2-40B4-BE49-F238E27FC236}">
                    <a16:creationId xmlns:a16="http://schemas.microsoft.com/office/drawing/2014/main" id="{29F4CFFB-9C37-4C92-A490-60AE47E35DF9}"/>
                  </a:ext>
                </a:extLst>
              </p:cNvPr>
              <p:cNvSpPr/>
              <p:nvPr/>
            </p:nvSpPr>
            <p:spPr>
              <a:xfrm>
                <a:off x="3684480" y="3624061"/>
                <a:ext cx="308730" cy="50559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1" name="图片 510">
                <a:extLst>
                  <a:ext uri="{FF2B5EF4-FFF2-40B4-BE49-F238E27FC236}">
                    <a16:creationId xmlns:a16="http://schemas.microsoft.com/office/drawing/2014/main" id="{0D4ABCA1-DB54-4EB8-9814-5F038605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9635" y="4317039"/>
                <a:ext cx="395832" cy="395832"/>
              </a:xfrm>
              <a:prstGeom prst="rect">
                <a:avLst/>
              </a:prstGeom>
            </p:spPr>
          </p:pic>
          <p:pic>
            <p:nvPicPr>
              <p:cNvPr id="512" name="图片 511">
                <a:extLst>
                  <a:ext uri="{FF2B5EF4-FFF2-40B4-BE49-F238E27FC236}">
                    <a16:creationId xmlns:a16="http://schemas.microsoft.com/office/drawing/2014/main" id="{0C468D1B-1E57-4E4D-A16F-3732A5F43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6735" y="3726465"/>
                <a:ext cx="298111" cy="298111"/>
              </a:xfrm>
              <a:prstGeom prst="rect">
                <a:avLst/>
              </a:prstGeom>
            </p:spPr>
          </p:pic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411D3AC6-AC90-4859-8DE9-50404C3F2F3B}"/>
                  </a:ext>
                </a:extLst>
              </p:cNvPr>
              <p:cNvSpPr/>
              <p:nvPr/>
            </p:nvSpPr>
            <p:spPr>
              <a:xfrm rot="21014316">
                <a:off x="2089444" y="3866783"/>
                <a:ext cx="2249504" cy="141278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立方体 517">
                <a:extLst>
                  <a:ext uri="{FF2B5EF4-FFF2-40B4-BE49-F238E27FC236}">
                    <a16:creationId xmlns:a16="http://schemas.microsoft.com/office/drawing/2014/main" id="{280FE416-A4D5-405A-B1F7-FC0A27B2C9CA}"/>
                  </a:ext>
                </a:extLst>
              </p:cNvPr>
              <p:cNvSpPr/>
              <p:nvPr/>
            </p:nvSpPr>
            <p:spPr>
              <a:xfrm>
                <a:off x="2817836" y="4883943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6" name="立方体 565">
                <a:extLst>
                  <a:ext uri="{FF2B5EF4-FFF2-40B4-BE49-F238E27FC236}">
                    <a16:creationId xmlns:a16="http://schemas.microsoft.com/office/drawing/2014/main" id="{4D747C29-D793-4FD2-BB2D-8B1F2663F619}"/>
                  </a:ext>
                </a:extLst>
              </p:cNvPr>
              <p:cNvSpPr/>
              <p:nvPr/>
            </p:nvSpPr>
            <p:spPr>
              <a:xfrm>
                <a:off x="3730229" y="5190387"/>
                <a:ext cx="504174" cy="59491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立方体 566">
                <a:extLst>
                  <a:ext uri="{FF2B5EF4-FFF2-40B4-BE49-F238E27FC236}">
                    <a16:creationId xmlns:a16="http://schemas.microsoft.com/office/drawing/2014/main" id="{8AB430F3-C7AE-4726-B59F-D8E9E7B9C5EB}"/>
                  </a:ext>
                </a:extLst>
              </p:cNvPr>
              <p:cNvSpPr/>
              <p:nvPr/>
            </p:nvSpPr>
            <p:spPr>
              <a:xfrm>
                <a:off x="3809148" y="4225917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04F14F60-FAC2-401C-98CB-501ACE319721}"/>
                  </a:ext>
                </a:extLst>
              </p:cNvPr>
              <p:cNvSpPr/>
              <p:nvPr/>
            </p:nvSpPr>
            <p:spPr>
              <a:xfrm>
                <a:off x="1050132" y="4036219"/>
                <a:ext cx="4281488" cy="1393031"/>
              </a:xfrm>
              <a:custGeom>
                <a:avLst/>
                <a:gdLst>
                  <a:gd name="connsiteX0" fmla="*/ 0 w 3552825"/>
                  <a:gd name="connsiteY0" fmla="*/ 1485900 h 1563817"/>
                  <a:gd name="connsiteX1" fmla="*/ 466725 w 3552825"/>
                  <a:gd name="connsiteY1" fmla="*/ 1047750 h 1563817"/>
                  <a:gd name="connsiteX2" fmla="*/ 923925 w 3552825"/>
                  <a:gd name="connsiteY2" fmla="*/ 1543050 h 1563817"/>
                  <a:gd name="connsiteX3" fmla="*/ 1781175 w 3552825"/>
                  <a:gd name="connsiteY3" fmla="*/ 1371600 h 1563817"/>
                  <a:gd name="connsiteX4" fmla="*/ 2752725 w 3552825"/>
                  <a:gd name="connsiteY4" fmla="*/ 485775 h 1563817"/>
                  <a:gd name="connsiteX5" fmla="*/ 2952750 w 3552825"/>
                  <a:gd name="connsiteY5" fmla="*/ 238125 h 1563817"/>
                  <a:gd name="connsiteX6" fmla="*/ 3552825 w 3552825"/>
                  <a:gd name="connsiteY6" fmla="*/ 0 h 15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2825" h="1563817">
                    <a:moveTo>
                      <a:pt x="0" y="1485900"/>
                    </a:moveTo>
                    <a:cubicBezTo>
                      <a:pt x="156369" y="1262062"/>
                      <a:pt x="312738" y="1038225"/>
                      <a:pt x="466725" y="1047750"/>
                    </a:cubicBezTo>
                    <a:cubicBezTo>
                      <a:pt x="620712" y="1057275"/>
                      <a:pt x="704850" y="1489075"/>
                      <a:pt x="923925" y="1543050"/>
                    </a:cubicBezTo>
                    <a:cubicBezTo>
                      <a:pt x="1143000" y="1597025"/>
                      <a:pt x="1476375" y="1547813"/>
                      <a:pt x="1781175" y="1371600"/>
                    </a:cubicBezTo>
                    <a:cubicBezTo>
                      <a:pt x="2085975" y="1195387"/>
                      <a:pt x="2557463" y="674687"/>
                      <a:pt x="2752725" y="485775"/>
                    </a:cubicBezTo>
                    <a:cubicBezTo>
                      <a:pt x="2947987" y="296863"/>
                      <a:pt x="2819400" y="319087"/>
                      <a:pt x="2952750" y="238125"/>
                    </a:cubicBezTo>
                    <a:cubicBezTo>
                      <a:pt x="3086100" y="157163"/>
                      <a:pt x="3402012" y="23813"/>
                      <a:pt x="3552825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立方体 573">
                <a:extLst>
                  <a:ext uri="{FF2B5EF4-FFF2-40B4-BE49-F238E27FC236}">
                    <a16:creationId xmlns:a16="http://schemas.microsoft.com/office/drawing/2014/main" id="{89735A1E-690C-4086-A4E1-4CB3CA32F3A7}"/>
                  </a:ext>
                </a:extLst>
              </p:cNvPr>
              <p:cNvSpPr/>
              <p:nvPr/>
            </p:nvSpPr>
            <p:spPr>
              <a:xfrm>
                <a:off x="2379192" y="3802291"/>
                <a:ext cx="434373" cy="73221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DB16CA7D-6D64-44D1-A3D4-605FB67E18B7}"/>
                  </a:ext>
                </a:extLst>
              </p:cNvPr>
              <p:cNvGrpSpPr/>
              <p:nvPr/>
            </p:nvGrpSpPr>
            <p:grpSpPr>
              <a:xfrm>
                <a:off x="162779" y="4603296"/>
                <a:ext cx="1596047" cy="1399254"/>
                <a:chOff x="1412935" y="4481852"/>
                <a:chExt cx="1596047" cy="1399254"/>
              </a:xfrm>
            </p:grpSpPr>
            <p:sp>
              <p:nvSpPr>
                <p:cNvPr id="605" name="椭圆 604">
                  <a:extLst>
                    <a:ext uri="{FF2B5EF4-FFF2-40B4-BE49-F238E27FC236}">
                      <a16:creationId xmlns:a16="http://schemas.microsoft.com/office/drawing/2014/main" id="{9FC46889-CDE6-4D6E-A6D7-44F5B8CA140A}"/>
                    </a:ext>
                  </a:extLst>
                </p:cNvPr>
                <p:cNvSpPr/>
                <p:nvPr/>
              </p:nvSpPr>
              <p:spPr>
                <a:xfrm rot="5136353">
                  <a:off x="1595955" y="4801440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6" name="椭圆 605">
                  <a:extLst>
                    <a:ext uri="{FF2B5EF4-FFF2-40B4-BE49-F238E27FC236}">
                      <a16:creationId xmlns:a16="http://schemas.microsoft.com/office/drawing/2014/main" id="{06BEB97D-D22F-4DC9-AC2A-D5831DBBB9DA}"/>
                    </a:ext>
                  </a:extLst>
                </p:cNvPr>
                <p:cNvSpPr/>
                <p:nvPr/>
              </p:nvSpPr>
              <p:spPr>
                <a:xfrm rot="4993526">
                  <a:off x="1466417" y="5248009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07" name="椭圆 606">
                  <a:extLst>
                    <a:ext uri="{FF2B5EF4-FFF2-40B4-BE49-F238E27FC236}">
                      <a16:creationId xmlns:a16="http://schemas.microsoft.com/office/drawing/2014/main" id="{9E216099-FB19-4CAE-9807-BDB06CD189C9}"/>
                    </a:ext>
                  </a:extLst>
                </p:cNvPr>
                <p:cNvSpPr/>
                <p:nvPr/>
              </p:nvSpPr>
              <p:spPr>
                <a:xfrm rot="5162698">
                  <a:off x="2202687" y="4443302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8" name="图片 607">
                  <a:extLst>
                    <a:ext uri="{FF2B5EF4-FFF2-40B4-BE49-F238E27FC236}">
                      <a16:creationId xmlns:a16="http://schemas.microsoft.com/office/drawing/2014/main" id="{A1B30398-97F7-4887-A262-49C706745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7892" y="523104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9" name="图片 608">
                  <a:extLst>
                    <a:ext uri="{FF2B5EF4-FFF2-40B4-BE49-F238E27FC236}">
                      <a16:creationId xmlns:a16="http://schemas.microsoft.com/office/drawing/2014/main" id="{B5C29B32-99E5-4078-91CC-95B277F3A5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22431" y="5642725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610" name="图片 609">
                  <a:extLst>
                    <a:ext uri="{FF2B5EF4-FFF2-40B4-BE49-F238E27FC236}">
                      <a16:creationId xmlns:a16="http://schemas.microsoft.com/office/drawing/2014/main" id="{7325ED6B-0A7A-4ABC-BCD1-FE32595008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46947" y="4709432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1" name="图片 610">
                  <a:extLst>
                    <a:ext uri="{FF2B5EF4-FFF2-40B4-BE49-F238E27FC236}">
                      <a16:creationId xmlns:a16="http://schemas.microsoft.com/office/drawing/2014/main" id="{A07872B7-38FF-4F9F-856B-D82FE0E8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9500" y="5338244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612" name="图片 611">
                  <a:extLst>
                    <a:ext uri="{FF2B5EF4-FFF2-40B4-BE49-F238E27FC236}">
                      <a16:creationId xmlns:a16="http://schemas.microsoft.com/office/drawing/2014/main" id="{CE311B09-621D-443D-A4F9-897172EDF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85501" y="4537026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613" name="椭圆 612">
                  <a:extLst>
                    <a:ext uri="{FF2B5EF4-FFF2-40B4-BE49-F238E27FC236}">
                      <a16:creationId xmlns:a16="http://schemas.microsoft.com/office/drawing/2014/main" id="{2E69DF1B-5B99-4AC6-A7F7-511295BE4BFA}"/>
                    </a:ext>
                  </a:extLst>
                </p:cNvPr>
                <p:cNvSpPr/>
                <p:nvPr/>
              </p:nvSpPr>
              <p:spPr>
                <a:xfrm rot="5210808">
                  <a:off x="2263341" y="5061647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14" name="图片 613">
                  <a:extLst>
                    <a:ext uri="{FF2B5EF4-FFF2-40B4-BE49-F238E27FC236}">
                      <a16:creationId xmlns:a16="http://schemas.microsoft.com/office/drawing/2014/main" id="{4C463F0B-D9AF-40F9-9382-59BEB8905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77203" y="5395949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5" name="图片 614">
                  <a:extLst>
                    <a:ext uri="{FF2B5EF4-FFF2-40B4-BE49-F238E27FC236}">
                      <a16:creationId xmlns:a16="http://schemas.microsoft.com/office/drawing/2014/main" id="{BE44BBE9-FBC2-49CA-AE81-07E45113B1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8510" y="5402928"/>
                  <a:ext cx="281592" cy="281592"/>
                </a:xfrm>
                <a:prstGeom prst="rect">
                  <a:avLst/>
                </a:prstGeom>
              </p:spPr>
            </p:pic>
            <p:pic>
              <p:nvPicPr>
                <p:cNvPr id="616" name="图片 615">
                  <a:extLst>
                    <a:ext uri="{FF2B5EF4-FFF2-40B4-BE49-F238E27FC236}">
                      <a16:creationId xmlns:a16="http://schemas.microsoft.com/office/drawing/2014/main" id="{CCBE66FD-0308-4D20-8CCA-C1A71778A4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3678" y="491693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7" name="图片 616">
                  <a:extLst>
                    <a:ext uri="{FF2B5EF4-FFF2-40B4-BE49-F238E27FC236}">
                      <a16:creationId xmlns:a16="http://schemas.microsoft.com/office/drawing/2014/main" id="{1332BFBF-C166-4C98-95A5-635A10D9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2053" y="5047696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8" name="图片 617">
                  <a:extLst>
                    <a:ext uri="{FF2B5EF4-FFF2-40B4-BE49-F238E27FC236}">
                      <a16:creationId xmlns:a16="http://schemas.microsoft.com/office/drawing/2014/main" id="{CECB6CBC-08B4-4D79-A7DC-E446D7E035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24959" y="5199340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9" name="文本框 618">
                      <a:extLst>
                        <a:ext uri="{FF2B5EF4-FFF2-40B4-BE49-F238E27FC236}">
                          <a16:creationId xmlns:a16="http://schemas.microsoft.com/office/drawing/2014/main" id="{3D7B14A4-E4FA-4CD7-8482-F39228A2D7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50411" y="4481852"/>
                      <a:ext cx="3772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19" name="文本框 618">
                      <a:extLst>
                        <a:ext uri="{FF2B5EF4-FFF2-40B4-BE49-F238E27FC236}">
                          <a16:creationId xmlns:a16="http://schemas.microsoft.com/office/drawing/2014/main" id="{3D7B14A4-E4FA-4CD7-8482-F39228A2D7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50411" y="4481852"/>
                      <a:ext cx="377218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98004" y="4846062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8004" y="4846062"/>
                      <a:ext cx="380810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5415" y="5552446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5415" y="5552446"/>
                      <a:ext cx="380810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2" name="文本框 621">
                      <a:extLst>
                        <a:ext uri="{FF2B5EF4-FFF2-40B4-BE49-F238E27FC236}">
                          <a16:creationId xmlns:a16="http://schemas.microsoft.com/office/drawing/2014/main" id="{3D3AD1CD-ED10-4027-BDF2-745141CB04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8900" y="5434998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22" name="文本框 621">
                      <a:extLst>
                        <a:ext uri="{FF2B5EF4-FFF2-40B4-BE49-F238E27FC236}">
                          <a16:creationId xmlns:a16="http://schemas.microsoft.com/office/drawing/2014/main" id="{3D3AD1CD-ED10-4027-BDF2-745141CB04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58900" y="5434998"/>
                      <a:ext cx="380810" cy="276999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0" name="椭圆 579">
                <a:extLst>
                  <a:ext uri="{FF2B5EF4-FFF2-40B4-BE49-F238E27FC236}">
                    <a16:creationId xmlns:a16="http://schemas.microsoft.com/office/drawing/2014/main" id="{2FC82DAC-BD3A-4D1B-8B37-764D3FAE2CC3}"/>
                  </a:ext>
                </a:extLst>
              </p:cNvPr>
              <p:cNvSpPr/>
              <p:nvPr/>
            </p:nvSpPr>
            <p:spPr>
              <a:xfrm rot="5136353">
                <a:off x="3391418" y="455379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81" name="图片 580">
                <a:extLst>
                  <a:ext uri="{FF2B5EF4-FFF2-40B4-BE49-F238E27FC236}">
                    <a16:creationId xmlns:a16="http://schemas.microsoft.com/office/drawing/2014/main" id="{FFAA5F92-FA48-4838-A271-D133AF9CB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9141" y="466928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82" name="图片 581">
                <a:extLst>
                  <a:ext uri="{FF2B5EF4-FFF2-40B4-BE49-F238E27FC236}">
                    <a16:creationId xmlns:a16="http://schemas.microsoft.com/office/drawing/2014/main" id="{2E0859E2-855B-44B4-B181-7783AB33F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47516" y="4800047"/>
                <a:ext cx="304800" cy="304800"/>
              </a:xfrm>
              <a:prstGeom prst="rect">
                <a:avLst/>
              </a:prstGeom>
            </p:spPr>
          </p:pic>
          <p:grpSp>
            <p:nvGrpSpPr>
              <p:cNvPr id="583" name="组合 582">
                <a:extLst>
                  <a:ext uri="{FF2B5EF4-FFF2-40B4-BE49-F238E27FC236}">
                    <a16:creationId xmlns:a16="http://schemas.microsoft.com/office/drawing/2014/main" id="{FA9986D6-F31F-4575-A36E-6731132724F0}"/>
                  </a:ext>
                </a:extLst>
              </p:cNvPr>
              <p:cNvGrpSpPr/>
              <p:nvPr/>
            </p:nvGrpSpPr>
            <p:grpSpPr>
              <a:xfrm>
                <a:off x="4023250" y="4212771"/>
                <a:ext cx="686579" cy="594547"/>
                <a:chOff x="5266262" y="3984171"/>
                <a:chExt cx="686579" cy="594547"/>
              </a:xfrm>
            </p:grpSpPr>
            <p:sp>
              <p:nvSpPr>
                <p:cNvPr id="601" name="椭圆 600">
                  <a:extLst>
                    <a:ext uri="{FF2B5EF4-FFF2-40B4-BE49-F238E27FC236}">
                      <a16:creationId xmlns:a16="http://schemas.microsoft.com/office/drawing/2014/main" id="{8081EC4F-18E3-4300-9EF3-A387EE6822A7}"/>
                    </a:ext>
                  </a:extLst>
                </p:cNvPr>
                <p:cNvSpPr/>
                <p:nvPr/>
              </p:nvSpPr>
              <p:spPr>
                <a:xfrm rot="5162698">
                  <a:off x="5319744" y="3945621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2" name="图片 601">
                  <a:extLst>
                    <a:ext uri="{FF2B5EF4-FFF2-40B4-BE49-F238E27FC236}">
                      <a16:creationId xmlns:a16="http://schemas.microsoft.com/office/drawing/2014/main" id="{62EC9490-1B69-45DB-B578-AC015BB7B4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64004" y="4211751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3" name="图片 602">
                  <a:extLst>
                    <a:ext uri="{FF2B5EF4-FFF2-40B4-BE49-F238E27FC236}">
                      <a16:creationId xmlns:a16="http://schemas.microsoft.com/office/drawing/2014/main" id="{EB607072-CBD6-428E-8810-A5EF8EF1F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02558" y="4039345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4" name="文本框 603">
                      <a:extLst>
                        <a:ext uri="{FF2B5EF4-FFF2-40B4-BE49-F238E27FC236}">
                          <a16:creationId xmlns:a16="http://schemas.microsoft.com/office/drawing/2014/main" id="{E73C405D-2E79-4853-8E0E-3196099B9D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67468" y="3984171"/>
                      <a:ext cx="3772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04" name="文本框 603">
                      <a:extLst>
                        <a:ext uri="{FF2B5EF4-FFF2-40B4-BE49-F238E27FC236}">
                          <a16:creationId xmlns:a16="http://schemas.microsoft.com/office/drawing/2014/main" id="{E73C405D-2E79-4853-8E0E-3196099B9D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67468" y="3984171"/>
                      <a:ext cx="377218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3467" y="4598413"/>
                    <a:ext cx="380810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85" name="组合 584">
                <a:extLst>
                  <a:ext uri="{FF2B5EF4-FFF2-40B4-BE49-F238E27FC236}">
                    <a16:creationId xmlns:a16="http://schemas.microsoft.com/office/drawing/2014/main" id="{8ACAEF91-8140-4D2C-808E-F289C0595B1F}"/>
                  </a:ext>
                </a:extLst>
              </p:cNvPr>
              <p:cNvGrpSpPr/>
              <p:nvPr/>
            </p:nvGrpSpPr>
            <p:grpSpPr>
              <a:xfrm>
                <a:off x="3001230" y="5275298"/>
                <a:ext cx="773290" cy="579615"/>
                <a:chOff x="4529992" y="4803810"/>
                <a:chExt cx="773290" cy="579615"/>
              </a:xfrm>
            </p:grpSpPr>
            <p:sp>
              <p:nvSpPr>
                <p:cNvPr id="596" name="椭圆 595">
                  <a:extLst>
                    <a:ext uri="{FF2B5EF4-FFF2-40B4-BE49-F238E27FC236}">
                      <a16:creationId xmlns:a16="http://schemas.microsoft.com/office/drawing/2014/main" id="{DF3FC0D9-78B0-468A-B003-802B02A531F6}"/>
                    </a:ext>
                  </a:extLst>
                </p:cNvPr>
                <p:cNvSpPr/>
                <p:nvPr/>
              </p:nvSpPr>
              <p:spPr>
                <a:xfrm rot="4993526">
                  <a:off x="4583474" y="4750328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97" name="图片 596">
                  <a:extLst>
                    <a:ext uri="{FF2B5EF4-FFF2-40B4-BE49-F238E27FC236}">
                      <a16:creationId xmlns:a16="http://schemas.microsoft.com/office/drawing/2014/main" id="{B7BBB5BE-B4B0-41E3-B2CA-CF9CD4923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9488" y="5145044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598" name="图片 597">
                  <a:extLst>
                    <a:ext uri="{FF2B5EF4-FFF2-40B4-BE49-F238E27FC236}">
                      <a16:creationId xmlns:a16="http://schemas.microsoft.com/office/drawing/2014/main" id="{2AA70575-C301-4CAF-A6C0-3FAEABD16D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16557" y="4840563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599" name="图片 598">
                  <a:extLst>
                    <a:ext uri="{FF2B5EF4-FFF2-40B4-BE49-F238E27FC236}">
                      <a16:creationId xmlns:a16="http://schemas.microsoft.com/office/drawing/2014/main" id="{152626A9-C6AE-4885-A3B5-C72C573A3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5567" y="4905247"/>
                  <a:ext cx="281592" cy="28159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2472" y="5054765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2472" y="5054765"/>
                      <a:ext cx="380810" cy="276999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6" name="组合 585">
                <a:extLst>
                  <a:ext uri="{FF2B5EF4-FFF2-40B4-BE49-F238E27FC236}">
                    <a16:creationId xmlns:a16="http://schemas.microsoft.com/office/drawing/2014/main" id="{E2616EAB-C025-4E5A-A584-BCB6187BEAD0}"/>
                  </a:ext>
                </a:extLst>
              </p:cNvPr>
              <p:cNvGrpSpPr/>
              <p:nvPr/>
            </p:nvGrpSpPr>
            <p:grpSpPr>
              <a:xfrm>
                <a:off x="3974856" y="4833652"/>
                <a:ext cx="836733" cy="654549"/>
                <a:chOff x="5289306" y="4655058"/>
                <a:chExt cx="836733" cy="654549"/>
              </a:xfrm>
            </p:grpSpPr>
            <p:pic>
              <p:nvPicPr>
                <p:cNvPr id="591" name="图片 590">
                  <a:extLst>
                    <a:ext uri="{FF2B5EF4-FFF2-40B4-BE49-F238E27FC236}">
                      <a16:creationId xmlns:a16="http://schemas.microsoft.com/office/drawing/2014/main" id="{48008523-C8BD-41B3-837E-95A99DD55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74949" y="4733363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592" name="椭圆 591">
                  <a:extLst>
                    <a:ext uri="{FF2B5EF4-FFF2-40B4-BE49-F238E27FC236}">
                      <a16:creationId xmlns:a16="http://schemas.microsoft.com/office/drawing/2014/main" id="{39160B45-C6E9-44B4-9FE5-8D7BACC804FE}"/>
                    </a:ext>
                  </a:extLst>
                </p:cNvPr>
                <p:cNvSpPr/>
                <p:nvPr/>
              </p:nvSpPr>
              <p:spPr>
                <a:xfrm rot="5210808">
                  <a:off x="5380398" y="4563966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93" name="图片 592">
                  <a:extLst>
                    <a:ext uri="{FF2B5EF4-FFF2-40B4-BE49-F238E27FC236}">
                      <a16:creationId xmlns:a16="http://schemas.microsoft.com/office/drawing/2014/main" id="{9D591761-7555-4FF7-9B58-12663D9266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94260" y="4898268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94" name="图片 593">
                  <a:extLst>
                    <a:ext uri="{FF2B5EF4-FFF2-40B4-BE49-F238E27FC236}">
                      <a16:creationId xmlns:a16="http://schemas.microsoft.com/office/drawing/2014/main" id="{C5C83BDE-5349-4CFC-85B5-CDCD3B182A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2016" y="4701659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75957" y="4937317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75957" y="4937317"/>
                      <a:ext cx="380810" cy="276999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7" name="立方体 586">
                <a:extLst>
                  <a:ext uri="{FF2B5EF4-FFF2-40B4-BE49-F238E27FC236}">
                    <a16:creationId xmlns:a16="http://schemas.microsoft.com/office/drawing/2014/main" id="{143B46B2-8D27-4837-B61E-250C01194E23}"/>
                  </a:ext>
                </a:extLst>
              </p:cNvPr>
              <p:cNvSpPr/>
              <p:nvPr/>
            </p:nvSpPr>
            <p:spPr>
              <a:xfrm>
                <a:off x="1910705" y="5300077"/>
                <a:ext cx="539077" cy="699620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>
                <a:extLst>
                  <a:ext uri="{FF2B5EF4-FFF2-40B4-BE49-F238E27FC236}">
                    <a16:creationId xmlns:a16="http://schemas.microsoft.com/office/drawing/2014/main" id="{44105EF5-886F-4749-B45B-F40FD6841EBA}"/>
                  </a:ext>
                </a:extLst>
              </p:cNvPr>
              <p:cNvSpPr/>
              <p:nvPr/>
            </p:nvSpPr>
            <p:spPr>
              <a:xfrm>
                <a:off x="4677116" y="4289874"/>
                <a:ext cx="496637" cy="594917"/>
              </a:xfrm>
              <a:prstGeom prst="cube">
                <a:avLst>
                  <a:gd name="adj" fmla="val 1987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66FE54C9-FA5E-4067-87E9-4D83F7FAABFB}"/>
                </a:ext>
              </a:extLst>
            </p:cNvPr>
            <p:cNvCxnSpPr>
              <a:cxnSpLocks/>
              <a:stCxn id="516" idx="2"/>
              <a:endCxn id="613" idx="4"/>
            </p:cNvCxnSpPr>
            <p:nvPr/>
          </p:nvCxnSpPr>
          <p:spPr>
            <a:xfrm flipH="1">
              <a:off x="1424229" y="2723211"/>
              <a:ext cx="385650" cy="292296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48D72933-A91B-490F-80DB-8FA545F0E2CD}"/>
                </a:ext>
              </a:extLst>
            </p:cNvPr>
            <p:cNvCxnSpPr>
              <a:cxnSpLocks/>
              <a:stCxn id="513" idx="2"/>
              <a:endCxn id="605" idx="0"/>
            </p:cNvCxnSpPr>
            <p:nvPr/>
          </p:nvCxnSpPr>
          <p:spPr>
            <a:xfrm>
              <a:off x="1181680" y="2268062"/>
              <a:ext cx="297710" cy="299351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EB2F6783-3FC6-4DAC-B3C7-E90DC6A14249}"/>
                </a:ext>
              </a:extLst>
            </p:cNvPr>
            <p:cNvCxnSpPr>
              <a:cxnSpLocks/>
              <a:stCxn id="515" idx="2"/>
              <a:endCxn id="606" idx="0"/>
            </p:cNvCxnSpPr>
            <p:nvPr/>
          </p:nvCxnSpPr>
          <p:spPr>
            <a:xfrm>
              <a:off x="954334" y="2796735"/>
              <a:ext cx="394130" cy="289721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07446E2E-C9C5-426D-B3BE-468C03016796}"/>
                </a:ext>
              </a:extLst>
            </p:cNvPr>
            <p:cNvCxnSpPr>
              <a:cxnSpLocks/>
              <a:stCxn id="513" idx="2"/>
              <a:endCxn id="605" idx="4"/>
            </p:cNvCxnSpPr>
            <p:nvPr/>
          </p:nvCxnSpPr>
          <p:spPr>
            <a:xfrm flipH="1">
              <a:off x="794829" y="2268062"/>
              <a:ext cx="386851" cy="304612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395346CB-2F3E-41AA-8ACF-C10C3FD7C2CB}"/>
                </a:ext>
              </a:extLst>
            </p:cNvPr>
            <p:cNvCxnSpPr>
              <a:cxnSpLocks/>
              <a:stCxn id="514" idx="2"/>
              <a:endCxn id="607" idx="4"/>
            </p:cNvCxnSpPr>
            <p:nvPr/>
          </p:nvCxnSpPr>
          <p:spPr>
            <a:xfrm flipH="1">
              <a:off x="1401370" y="1923940"/>
              <a:ext cx="279625" cy="302948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0BD6D8E2-5586-4751-B171-D0737D114BDD}"/>
                </a:ext>
              </a:extLst>
            </p:cNvPr>
            <p:cNvCxnSpPr>
              <a:cxnSpLocks/>
              <a:stCxn id="514" idx="2"/>
              <a:endCxn id="607" idx="0"/>
            </p:cNvCxnSpPr>
            <p:nvPr/>
          </p:nvCxnSpPr>
          <p:spPr>
            <a:xfrm>
              <a:off x="1680995" y="1923940"/>
              <a:ext cx="405318" cy="2982125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5" name="箭头: 右 624">
              <a:extLst>
                <a:ext uri="{FF2B5EF4-FFF2-40B4-BE49-F238E27FC236}">
                  <a16:creationId xmlns:a16="http://schemas.microsoft.com/office/drawing/2014/main" id="{49C0FC55-71D6-429D-AE12-A43425E3F24F}"/>
                </a:ext>
              </a:extLst>
            </p:cNvPr>
            <p:cNvSpPr/>
            <p:nvPr/>
          </p:nvSpPr>
          <p:spPr>
            <a:xfrm>
              <a:off x="5854553" y="4774682"/>
              <a:ext cx="685800" cy="1905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箭头: 右 626">
              <a:extLst>
                <a:ext uri="{FF2B5EF4-FFF2-40B4-BE49-F238E27FC236}">
                  <a16:creationId xmlns:a16="http://schemas.microsoft.com/office/drawing/2014/main" id="{D57BB293-F80C-4B69-8FA0-AD2E7CF9A910}"/>
                </a:ext>
              </a:extLst>
            </p:cNvPr>
            <p:cNvSpPr/>
            <p:nvPr/>
          </p:nvSpPr>
          <p:spPr>
            <a:xfrm>
              <a:off x="5854553" y="1736207"/>
              <a:ext cx="685800" cy="19050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BDADE602-F8FA-4A31-BD89-A95360F3CC41}"/>
                </a:ext>
              </a:extLst>
            </p:cNvPr>
            <p:cNvCxnSpPr>
              <a:cxnSpLocks/>
              <a:stCxn id="516" idx="2"/>
              <a:endCxn id="613" idx="0"/>
            </p:cNvCxnSpPr>
            <p:nvPr/>
          </p:nvCxnSpPr>
          <p:spPr>
            <a:xfrm>
              <a:off x="1809879" y="2723211"/>
              <a:ext cx="449817" cy="287694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星形: 五角 233">
              <a:extLst>
                <a:ext uri="{FF2B5EF4-FFF2-40B4-BE49-F238E27FC236}">
                  <a16:creationId xmlns:a16="http://schemas.microsoft.com/office/drawing/2014/main" id="{7DDA0F1D-E154-46EB-BE54-A45463913591}"/>
                </a:ext>
              </a:extLst>
            </p:cNvPr>
            <p:cNvSpPr/>
            <p:nvPr/>
          </p:nvSpPr>
          <p:spPr>
            <a:xfrm rot="20997962">
              <a:off x="3124999" y="5634289"/>
              <a:ext cx="104245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星形: 五角 234">
              <a:extLst>
                <a:ext uri="{FF2B5EF4-FFF2-40B4-BE49-F238E27FC236}">
                  <a16:creationId xmlns:a16="http://schemas.microsoft.com/office/drawing/2014/main" id="{F7F58114-93DD-415F-A2C7-538384E520B9}"/>
                </a:ext>
              </a:extLst>
            </p:cNvPr>
            <p:cNvSpPr/>
            <p:nvPr/>
          </p:nvSpPr>
          <p:spPr>
            <a:xfrm rot="1548584">
              <a:off x="2485885" y="5127981"/>
              <a:ext cx="105269" cy="104245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星形: 五角 235">
              <a:extLst>
                <a:ext uri="{FF2B5EF4-FFF2-40B4-BE49-F238E27FC236}">
                  <a16:creationId xmlns:a16="http://schemas.microsoft.com/office/drawing/2014/main" id="{7895F05B-9B87-4F38-905E-C6ACFAC11FC1}"/>
                </a:ext>
              </a:extLst>
            </p:cNvPr>
            <p:cNvSpPr/>
            <p:nvPr/>
          </p:nvSpPr>
          <p:spPr>
            <a:xfrm>
              <a:off x="2204558" y="4905993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星形: 五角 236">
              <a:extLst>
                <a:ext uri="{FF2B5EF4-FFF2-40B4-BE49-F238E27FC236}">
                  <a16:creationId xmlns:a16="http://schemas.microsoft.com/office/drawing/2014/main" id="{05CB53BD-C7E1-448F-9925-98C494E6E7B1}"/>
                </a:ext>
              </a:extLst>
            </p:cNvPr>
            <p:cNvSpPr/>
            <p:nvPr/>
          </p:nvSpPr>
          <p:spPr>
            <a:xfrm rot="3317061">
              <a:off x="2460477" y="4113096"/>
              <a:ext cx="93572" cy="104245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箭头: 下 50">
              <a:extLst>
                <a:ext uri="{FF2B5EF4-FFF2-40B4-BE49-F238E27FC236}">
                  <a16:creationId xmlns:a16="http://schemas.microsoft.com/office/drawing/2014/main" id="{D725A393-D50F-43BA-86F0-D0DDE2AC148E}"/>
                </a:ext>
              </a:extLst>
            </p:cNvPr>
            <p:cNvSpPr/>
            <p:nvPr/>
          </p:nvSpPr>
          <p:spPr>
            <a:xfrm>
              <a:off x="2204482" y="3019646"/>
              <a:ext cx="205563" cy="1178974"/>
            </a:xfrm>
            <a:prstGeom prst="downArrow">
              <a:avLst>
                <a:gd name="adj1" fmla="val 50000"/>
                <a:gd name="adj2" fmla="val 122414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箭头: 下 249">
              <a:extLst>
                <a:ext uri="{FF2B5EF4-FFF2-40B4-BE49-F238E27FC236}">
                  <a16:creationId xmlns:a16="http://schemas.microsoft.com/office/drawing/2014/main" id="{C4DDC77E-7D51-4316-9B61-0FDE864BBFCF}"/>
                </a:ext>
              </a:extLst>
            </p:cNvPr>
            <p:cNvSpPr/>
            <p:nvPr/>
          </p:nvSpPr>
          <p:spPr>
            <a:xfrm rot="10800000">
              <a:off x="3976568" y="3012558"/>
              <a:ext cx="205563" cy="1155582"/>
            </a:xfrm>
            <a:prstGeom prst="downArrow">
              <a:avLst>
                <a:gd name="adj1" fmla="val 50000"/>
                <a:gd name="adj2" fmla="val 98276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2318F9E-E578-404C-9715-42086BD29664}"/>
                </a:ext>
              </a:extLst>
            </p:cNvPr>
            <p:cNvSpPr txBox="1"/>
            <p:nvPr/>
          </p:nvSpPr>
          <p:spPr>
            <a:xfrm>
              <a:off x="1318440" y="369304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全局引导</a:t>
              </a: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C9CBF080-1DF5-42F7-B496-0B87515EDABE}"/>
                </a:ext>
              </a:extLst>
            </p:cNvPr>
            <p:cNvSpPr txBox="1"/>
            <p:nvPr/>
          </p:nvSpPr>
          <p:spPr>
            <a:xfrm>
              <a:off x="4366432" y="315433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实时规划</a:t>
              </a:r>
            </a:p>
          </p:txBody>
        </p: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714CE4B6-00AB-40A5-BAC5-CD0101136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4137" y="4238847"/>
              <a:ext cx="0" cy="223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1739FCAF-F902-439E-8E4E-447AC6CB7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4771" y="2835349"/>
              <a:ext cx="0" cy="9388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067E11A3-8430-41B1-A4C2-12CC82F7422F}"/>
                </a:ext>
              </a:extLst>
            </p:cNvPr>
            <p:cNvSpPr txBox="1"/>
            <p:nvPr/>
          </p:nvSpPr>
          <p:spPr>
            <a:xfrm>
              <a:off x="9370829" y="3155409"/>
              <a:ext cx="563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碰撞</a:t>
              </a:r>
            </a:p>
          </p:txBody>
        </p: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D4F9988B-B88B-45CA-BFE3-61B5901DD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7311" y="4007015"/>
              <a:ext cx="39694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连接符: 肘形 487">
              <a:extLst>
                <a:ext uri="{FF2B5EF4-FFF2-40B4-BE49-F238E27FC236}">
                  <a16:creationId xmlns:a16="http://schemas.microsoft.com/office/drawing/2014/main" id="{A184F988-63E6-4AF0-B593-FAF95006ED69}"/>
                </a:ext>
              </a:extLst>
            </p:cNvPr>
            <p:cNvCxnSpPr>
              <a:cxnSpLocks/>
              <a:stCxn id="253" idx="3"/>
            </p:cNvCxnSpPr>
            <p:nvPr/>
          </p:nvCxnSpPr>
          <p:spPr>
            <a:xfrm flipV="1">
              <a:off x="9881191" y="2239926"/>
              <a:ext cx="354418" cy="36338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2" name="文本框 341">
              <a:extLst>
                <a:ext uri="{FF2B5EF4-FFF2-40B4-BE49-F238E27FC236}">
                  <a16:creationId xmlns:a16="http://schemas.microsoft.com/office/drawing/2014/main" id="{ECF13F49-9169-44C7-B906-ED3D1477E024}"/>
                </a:ext>
              </a:extLst>
            </p:cNvPr>
            <p:cNvSpPr txBox="1"/>
            <p:nvPr/>
          </p:nvSpPr>
          <p:spPr>
            <a:xfrm>
              <a:off x="10263963" y="2276452"/>
              <a:ext cx="563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校验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12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D8C74D9D-7834-4989-863E-E61A24194CB4}"/>
              </a:ext>
            </a:extLst>
          </p:cNvPr>
          <p:cNvGrpSpPr/>
          <p:nvPr/>
        </p:nvGrpSpPr>
        <p:grpSpPr>
          <a:xfrm>
            <a:off x="233076" y="654841"/>
            <a:ext cx="10576691" cy="5442544"/>
            <a:chOff x="233076" y="654841"/>
            <a:chExt cx="10576691" cy="5442544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3D90AE7E-2879-42DD-9A23-D83CDC7DD5C1}"/>
                </a:ext>
              </a:extLst>
            </p:cNvPr>
            <p:cNvGrpSpPr/>
            <p:nvPr/>
          </p:nvGrpSpPr>
          <p:grpSpPr>
            <a:xfrm>
              <a:off x="233076" y="654841"/>
              <a:ext cx="10576691" cy="5442544"/>
              <a:chOff x="233076" y="654841"/>
              <a:chExt cx="10576691" cy="5442544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E2A91DBF-43F5-4F2D-9D61-6DB9180B3CAF}"/>
                  </a:ext>
                </a:extLst>
              </p:cNvPr>
              <p:cNvSpPr/>
              <p:nvPr/>
            </p:nvSpPr>
            <p:spPr>
              <a:xfrm>
                <a:off x="6734664" y="662738"/>
                <a:ext cx="4075103" cy="2407443"/>
              </a:xfrm>
              <a:prstGeom prst="roundRect">
                <a:avLst>
                  <a:gd name="adj" fmla="val 8398"/>
                </a:avLst>
              </a:prstGeom>
              <a:solidFill>
                <a:schemeClr val="bg1">
                  <a:lumMod val="95000"/>
                </a:schemeClr>
              </a:solidFill>
              <a:ln cap="rnd">
                <a:solidFill>
                  <a:srgbClr val="C00000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258E4C17-8E72-49F6-8BE2-56F017C6983E}"/>
                  </a:ext>
                </a:extLst>
              </p:cNvPr>
              <p:cNvSpPr/>
              <p:nvPr/>
            </p:nvSpPr>
            <p:spPr>
              <a:xfrm>
                <a:off x="6704826" y="3670733"/>
                <a:ext cx="4097854" cy="2400300"/>
              </a:xfrm>
              <a:prstGeom prst="roundRect">
                <a:avLst>
                  <a:gd name="adj" fmla="val 8398"/>
                </a:avLst>
              </a:prstGeom>
              <a:solidFill>
                <a:schemeClr val="bg1">
                  <a:lumMod val="95000"/>
                </a:schemeClr>
              </a:solidFill>
              <a:ln cap="rnd">
                <a:solidFill>
                  <a:srgbClr val="0070C0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C0ACF3A-16D0-4818-83C2-58234A934322}"/>
                  </a:ext>
                </a:extLst>
              </p:cNvPr>
              <p:cNvGrpSpPr/>
              <p:nvPr/>
            </p:nvGrpSpPr>
            <p:grpSpPr>
              <a:xfrm>
                <a:off x="6826613" y="1240909"/>
                <a:ext cx="1667113" cy="610751"/>
                <a:chOff x="3769625" y="770071"/>
                <a:chExt cx="1514533" cy="646038"/>
              </a:xfrm>
            </p:grpSpPr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8EDEDC3E-65C2-4C62-A027-CA3DCBD4E5CA}"/>
                    </a:ext>
                  </a:extLst>
                </p:cNvPr>
                <p:cNvSpPr/>
                <p:nvPr/>
              </p:nvSpPr>
              <p:spPr>
                <a:xfrm>
                  <a:off x="3790315" y="770071"/>
                  <a:ext cx="1493843" cy="64603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B634F6D6-316A-4890-A8A5-3DEF27414910}"/>
                    </a:ext>
                  </a:extLst>
                </p:cNvPr>
                <p:cNvSpPr txBox="1"/>
                <p:nvPr/>
              </p:nvSpPr>
              <p:spPr>
                <a:xfrm>
                  <a:off x="3769625" y="808308"/>
                  <a:ext cx="1434936" cy="4883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①</a:t>
                  </a:r>
                  <a:r>
                    <a:rPr lang="zh-CN" altLang="en-US" sz="1200" dirty="0"/>
                    <a:t>初始化满足约束的各簇</a:t>
                  </a:r>
                  <a:r>
                    <a:rPr lang="en-US" altLang="zh-CN" sz="1200" dirty="0"/>
                    <a:t>RRT*</a:t>
                  </a:r>
                  <a:r>
                    <a:rPr lang="zh-CN" altLang="en-US" sz="1200" dirty="0"/>
                    <a:t>全局路径</a:t>
                  </a: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AFA4CA34-2DF5-426D-B355-65EAC6AC5487}"/>
                  </a:ext>
                </a:extLst>
              </p:cNvPr>
              <p:cNvGrpSpPr/>
              <p:nvPr/>
            </p:nvGrpSpPr>
            <p:grpSpPr>
              <a:xfrm>
                <a:off x="8808744" y="1264921"/>
                <a:ext cx="1698193" cy="541020"/>
                <a:chOff x="6286839" y="587892"/>
                <a:chExt cx="1661732" cy="541020"/>
              </a:xfrm>
            </p:grpSpPr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997B6BCF-401A-492A-9B43-624AFB8EB604}"/>
                    </a:ext>
                  </a:extLst>
                </p:cNvPr>
                <p:cNvSpPr/>
                <p:nvPr/>
              </p:nvSpPr>
              <p:spPr>
                <a:xfrm>
                  <a:off x="6286839" y="587892"/>
                  <a:ext cx="1535498" cy="54102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6" name="文本框 365">
                  <a:extLst>
                    <a:ext uri="{FF2B5EF4-FFF2-40B4-BE49-F238E27FC236}">
                      <a16:creationId xmlns:a16="http://schemas.microsoft.com/office/drawing/2014/main" id="{BCE11F1C-E7C5-4EE7-A3FE-51831C28D147}"/>
                    </a:ext>
                  </a:extLst>
                </p:cNvPr>
                <p:cNvSpPr txBox="1"/>
                <p:nvPr/>
              </p:nvSpPr>
              <p:spPr>
                <a:xfrm>
                  <a:off x="6295539" y="622450"/>
                  <a:ext cx="165303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⑤重规划满足</a:t>
                  </a:r>
                  <a:r>
                    <a:rPr lang="en-US" altLang="zh-CN" sz="1200" dirty="0"/>
                    <a:t>Fréchet</a:t>
                  </a:r>
                  <a:r>
                    <a:rPr lang="zh-CN" altLang="en-US" sz="1200" dirty="0"/>
                    <a:t>约束的全局路径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62C123F5-D00B-4627-8F8A-22891D530D67}"/>
                  </a:ext>
                </a:extLst>
              </p:cNvPr>
              <p:cNvGrpSpPr/>
              <p:nvPr/>
            </p:nvGrpSpPr>
            <p:grpSpPr>
              <a:xfrm>
                <a:off x="7041910" y="3960290"/>
                <a:ext cx="1835389" cy="558370"/>
                <a:chOff x="1549009" y="4013485"/>
                <a:chExt cx="1782981" cy="761410"/>
              </a:xfrm>
            </p:grpSpPr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7F48C4FB-9A14-4A24-8636-637D638F7FF8}"/>
                    </a:ext>
                  </a:extLst>
                </p:cNvPr>
                <p:cNvSpPr/>
                <p:nvPr/>
              </p:nvSpPr>
              <p:spPr>
                <a:xfrm>
                  <a:off x="1549009" y="4013485"/>
                  <a:ext cx="1650272" cy="76141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9" name="文本框 368">
                  <a:extLst>
                    <a:ext uri="{FF2B5EF4-FFF2-40B4-BE49-F238E27FC236}">
                      <a16:creationId xmlns:a16="http://schemas.microsoft.com/office/drawing/2014/main" id="{B6B57562-D4EE-4516-ABDD-5B3444C5C1F2}"/>
                    </a:ext>
                  </a:extLst>
                </p:cNvPr>
                <p:cNvSpPr txBox="1"/>
                <p:nvPr/>
              </p:nvSpPr>
              <p:spPr>
                <a:xfrm>
                  <a:off x="1599831" y="4083625"/>
                  <a:ext cx="1732159" cy="6295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②</a:t>
                  </a:r>
                  <a:r>
                    <a:rPr lang="zh-CN" altLang="en-US" sz="1200" dirty="0"/>
                    <a:t>计算</a:t>
                  </a:r>
                  <a:r>
                    <a:rPr lang="en-US" altLang="zh-CN" sz="1200" dirty="0"/>
                    <a:t>SINR,</a:t>
                  </a:r>
                  <a:r>
                    <a:rPr lang="zh-CN" altLang="en-US" sz="1200" dirty="0"/>
                    <a:t>构建</a:t>
                  </a:r>
                  <a:r>
                    <a:rPr lang="en-US" altLang="zh-CN" sz="1200" dirty="0"/>
                    <a:t>MBST</a:t>
                  </a:r>
                  <a:r>
                    <a:rPr lang="zh-CN" altLang="en-US" sz="1200" dirty="0"/>
                    <a:t>通信保持网络</a:t>
                  </a: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0A87FB2A-9FA0-4801-918D-F2DFF71C8694}"/>
                  </a:ext>
                </a:extLst>
              </p:cNvPr>
              <p:cNvGrpSpPr/>
              <p:nvPr/>
            </p:nvGrpSpPr>
            <p:grpSpPr>
              <a:xfrm>
                <a:off x="9120249" y="4068851"/>
                <a:ext cx="1524888" cy="661748"/>
                <a:chOff x="1050738" y="5295115"/>
                <a:chExt cx="1278488" cy="955772"/>
              </a:xfrm>
            </p:grpSpPr>
            <p:sp>
              <p:nvSpPr>
                <p:cNvPr id="370" name="矩形: 圆角 369">
                  <a:extLst>
                    <a:ext uri="{FF2B5EF4-FFF2-40B4-BE49-F238E27FC236}">
                      <a16:creationId xmlns:a16="http://schemas.microsoft.com/office/drawing/2014/main" id="{E9F576A4-23C4-4A13-A8A7-50BDA342CCDF}"/>
                    </a:ext>
                  </a:extLst>
                </p:cNvPr>
                <p:cNvSpPr/>
                <p:nvPr/>
              </p:nvSpPr>
              <p:spPr>
                <a:xfrm>
                  <a:off x="1056669" y="5295115"/>
                  <a:ext cx="1189506" cy="95577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1" name="文本框 370">
                  <a:extLst>
                    <a:ext uri="{FF2B5EF4-FFF2-40B4-BE49-F238E27FC236}">
                      <a16:creationId xmlns:a16="http://schemas.microsoft.com/office/drawing/2014/main" id="{6877346C-DB75-4046-B661-82247BF9C74A}"/>
                    </a:ext>
                  </a:extLst>
                </p:cNvPr>
                <p:cNvSpPr txBox="1"/>
                <p:nvPr/>
              </p:nvSpPr>
              <p:spPr>
                <a:xfrm>
                  <a:off x="1050738" y="5410925"/>
                  <a:ext cx="1278488" cy="6667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④</a:t>
                  </a:r>
                  <a:r>
                    <a:rPr lang="zh-CN" altLang="en-US" sz="1200" dirty="0"/>
                    <a:t>检测更新建筑物干扰等信息</a:t>
                  </a:r>
                </a:p>
              </p:txBody>
            </p:sp>
          </p:grp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7D06EE6-192F-45DC-B502-6DC8ACDC767C}"/>
                  </a:ext>
                </a:extLst>
              </p:cNvPr>
              <p:cNvSpPr txBox="1"/>
              <p:nvPr/>
            </p:nvSpPr>
            <p:spPr>
              <a:xfrm>
                <a:off x="7818821" y="697589"/>
                <a:ext cx="2105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全局</a:t>
                </a:r>
                <a:r>
                  <a:rPr lang="en-US" altLang="zh-CN" b="1" dirty="0"/>
                  <a:t>C-RRT*</a:t>
                </a:r>
                <a:r>
                  <a:rPr lang="zh-CN" altLang="en-US" b="1" dirty="0"/>
                  <a:t>规划</a:t>
                </a: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D776B5B-7D47-4A58-97E1-148B4D750841}"/>
                  </a:ext>
                </a:extLst>
              </p:cNvPr>
              <p:cNvSpPr txBox="1"/>
              <p:nvPr/>
            </p:nvSpPr>
            <p:spPr>
              <a:xfrm>
                <a:off x="7875358" y="5540781"/>
                <a:ext cx="2438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局部</a:t>
                </a:r>
                <a:r>
                  <a:rPr lang="en-US" altLang="zh-CN" b="1" dirty="0"/>
                  <a:t>MBST-APF</a:t>
                </a:r>
                <a:r>
                  <a:rPr lang="zh-CN" altLang="en-US" b="1" dirty="0"/>
                  <a:t>规划</a:t>
                </a:r>
              </a:p>
            </p:txBody>
          </p:sp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5FF2C4F5-F156-4FC5-8C4C-8CB74C236C08}"/>
                  </a:ext>
                </a:extLst>
              </p:cNvPr>
              <p:cNvSpPr txBox="1"/>
              <p:nvPr/>
            </p:nvSpPr>
            <p:spPr>
              <a:xfrm>
                <a:off x="9585027" y="1703999"/>
                <a:ext cx="184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900" dirty="0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3C477CEE-B424-43C9-AC58-2FFDB5D7B69A}"/>
                  </a:ext>
                </a:extLst>
              </p:cNvPr>
              <p:cNvGrpSpPr/>
              <p:nvPr/>
            </p:nvGrpSpPr>
            <p:grpSpPr>
              <a:xfrm>
                <a:off x="7088511" y="4909056"/>
                <a:ext cx="1605579" cy="571501"/>
                <a:chOff x="588051" y="5959685"/>
                <a:chExt cx="943567" cy="223748"/>
              </a:xfrm>
            </p:grpSpPr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27E0080A-BF62-49E5-A290-7AE6CCFAE50F}"/>
                    </a:ext>
                  </a:extLst>
                </p:cNvPr>
                <p:cNvSpPr/>
                <p:nvPr/>
              </p:nvSpPr>
              <p:spPr>
                <a:xfrm>
                  <a:off x="588051" y="5959685"/>
                  <a:ext cx="943567" cy="22374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7" name="文本框 366">
                  <a:extLst>
                    <a:ext uri="{FF2B5EF4-FFF2-40B4-BE49-F238E27FC236}">
                      <a16:creationId xmlns:a16="http://schemas.microsoft.com/office/drawing/2014/main" id="{1B1ACAB4-017D-4B59-AE48-809480DF3C15}"/>
                    </a:ext>
                  </a:extLst>
                </p:cNvPr>
                <p:cNvSpPr txBox="1"/>
                <p:nvPr/>
              </p:nvSpPr>
              <p:spPr>
                <a:xfrm>
                  <a:off x="600003" y="5984255"/>
                  <a:ext cx="927331" cy="180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③</a:t>
                  </a:r>
                  <a:r>
                    <a:rPr lang="zh-CN" altLang="en-US" sz="1200" dirty="0"/>
                    <a:t>计算并执行</a:t>
                  </a:r>
                  <a:r>
                    <a:rPr lang="en-US" altLang="zh-CN" sz="1200" dirty="0"/>
                    <a:t>MBST-APF</a:t>
                  </a:r>
                  <a:r>
                    <a:rPr lang="zh-CN" altLang="en-US" sz="1200" dirty="0"/>
                    <a:t>单步规划移动</a:t>
                  </a:r>
                </a:p>
              </p:txBody>
            </p:sp>
          </p:grpSp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E11A632F-599E-4335-B56D-7EA07DD37E62}"/>
                  </a:ext>
                </a:extLst>
              </p:cNvPr>
              <p:cNvSpPr txBox="1"/>
              <p:nvPr/>
            </p:nvSpPr>
            <p:spPr>
              <a:xfrm>
                <a:off x="9345465" y="2239126"/>
                <a:ext cx="3609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200" dirty="0"/>
              </a:p>
            </p:txBody>
          </p:sp>
          <p:cxnSp>
            <p:nvCxnSpPr>
              <p:cNvPr id="530" name="直接连接符 529">
                <a:extLst>
                  <a:ext uri="{FF2B5EF4-FFF2-40B4-BE49-F238E27FC236}">
                    <a16:creationId xmlns:a16="http://schemas.microsoft.com/office/drawing/2014/main" id="{B3C9DAEF-8513-42E4-A490-5FAE0BA739FA}"/>
                  </a:ext>
                </a:extLst>
              </p:cNvPr>
              <p:cNvCxnSpPr>
                <a:cxnSpLocks/>
                <a:stCxn id="515" idx="2"/>
                <a:endCxn id="606" idx="4"/>
              </p:cNvCxnSpPr>
              <p:nvPr/>
            </p:nvCxnSpPr>
            <p:spPr>
              <a:xfrm flipH="1">
                <a:off x="613339" y="2857695"/>
                <a:ext cx="287655" cy="297821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3" name="组合 622">
                <a:extLst>
                  <a:ext uri="{FF2B5EF4-FFF2-40B4-BE49-F238E27FC236}">
                    <a16:creationId xmlns:a16="http://schemas.microsoft.com/office/drawing/2014/main" id="{54FFE5ED-064A-4585-A70F-40D28E9DEE9F}"/>
                  </a:ext>
                </a:extLst>
              </p:cNvPr>
              <p:cNvGrpSpPr/>
              <p:nvPr/>
            </p:nvGrpSpPr>
            <p:grpSpPr>
              <a:xfrm>
                <a:off x="233076" y="654841"/>
                <a:ext cx="6310057" cy="4845341"/>
                <a:chOff x="-243662" y="1238924"/>
                <a:chExt cx="6310057" cy="4845341"/>
              </a:xfrm>
            </p:grpSpPr>
            <p:sp>
              <p:nvSpPr>
                <p:cNvPr id="509" name="平行四边形 508">
                  <a:extLst>
                    <a:ext uri="{FF2B5EF4-FFF2-40B4-BE49-F238E27FC236}">
                      <a16:creationId xmlns:a16="http://schemas.microsoft.com/office/drawing/2014/main" id="{495D0F38-C2C4-420A-9851-5F9B8A1B9F9C}"/>
                    </a:ext>
                  </a:extLst>
                </p:cNvPr>
                <p:cNvSpPr/>
                <p:nvPr/>
              </p:nvSpPr>
              <p:spPr>
                <a:xfrm>
                  <a:off x="-243662" y="1238924"/>
                  <a:ext cx="6310057" cy="2289489"/>
                </a:xfrm>
                <a:prstGeom prst="parallelogram">
                  <a:avLst>
                    <a:gd name="adj" fmla="val 88318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13" name="图片 512">
                  <a:extLst>
                    <a:ext uri="{FF2B5EF4-FFF2-40B4-BE49-F238E27FC236}">
                      <a16:creationId xmlns:a16="http://schemas.microsoft.com/office/drawing/2014/main" id="{B6C3CDCB-7E7D-4EC2-B213-0DE569033E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482" y="2624961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15" name="图片 514">
                  <a:extLst>
                    <a:ext uri="{FF2B5EF4-FFF2-40B4-BE49-F238E27FC236}">
                      <a16:creationId xmlns:a16="http://schemas.microsoft.com/office/drawing/2014/main" id="{450A2A86-7142-43A1-85D0-0F1487AEA4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856" y="3136978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16" name="图片 515">
                  <a:extLst>
                    <a:ext uri="{FF2B5EF4-FFF2-40B4-BE49-F238E27FC236}">
                      <a16:creationId xmlns:a16="http://schemas.microsoft.com/office/drawing/2014/main" id="{FD79633A-0ACD-46DF-8619-FC8F274737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7401" y="3063454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519" name="平行四边形 518">
                  <a:extLst>
                    <a:ext uri="{FF2B5EF4-FFF2-40B4-BE49-F238E27FC236}">
                      <a16:creationId xmlns:a16="http://schemas.microsoft.com/office/drawing/2014/main" id="{D1BC4AB5-56F8-4BC6-B4C4-008A67EBA2D9}"/>
                    </a:ext>
                  </a:extLst>
                </p:cNvPr>
                <p:cNvSpPr/>
                <p:nvPr/>
              </p:nvSpPr>
              <p:spPr>
                <a:xfrm>
                  <a:off x="1743416" y="3282587"/>
                  <a:ext cx="525780" cy="251460"/>
                </a:xfrm>
                <a:prstGeom prst="parallelogram">
                  <a:avLst>
                    <a:gd name="adj" fmla="val 7316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0" name="平行四边形 519">
                  <a:extLst>
                    <a:ext uri="{FF2B5EF4-FFF2-40B4-BE49-F238E27FC236}">
                      <a16:creationId xmlns:a16="http://schemas.microsoft.com/office/drawing/2014/main" id="{4EB1949E-3B9F-445B-93B6-EDD7BD6E0B2B}"/>
                    </a:ext>
                  </a:extLst>
                </p:cNvPr>
                <p:cNvSpPr/>
                <p:nvPr/>
              </p:nvSpPr>
              <p:spPr>
                <a:xfrm>
                  <a:off x="3640796" y="3023507"/>
                  <a:ext cx="510540" cy="236220"/>
                </a:xfrm>
                <a:prstGeom prst="parallelogram">
                  <a:avLst>
                    <a:gd name="adj" fmla="val 75724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1" name="平行四边形 520">
                  <a:extLst>
                    <a:ext uri="{FF2B5EF4-FFF2-40B4-BE49-F238E27FC236}">
                      <a16:creationId xmlns:a16="http://schemas.microsoft.com/office/drawing/2014/main" id="{252C5B35-42C1-44F7-8A8F-2A2E8A1C18E2}"/>
                    </a:ext>
                  </a:extLst>
                </p:cNvPr>
                <p:cNvSpPr/>
                <p:nvPr/>
              </p:nvSpPr>
              <p:spPr>
                <a:xfrm>
                  <a:off x="1065236" y="2025287"/>
                  <a:ext cx="373380" cy="205740"/>
                </a:xfrm>
                <a:prstGeom prst="parallelogram">
                  <a:avLst>
                    <a:gd name="adj" fmla="val 75958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2" name="平行四边形 521">
                  <a:extLst>
                    <a:ext uri="{FF2B5EF4-FFF2-40B4-BE49-F238E27FC236}">
                      <a16:creationId xmlns:a16="http://schemas.microsoft.com/office/drawing/2014/main" id="{6E7E4B67-F912-450E-AC84-47BEC84DA7AA}"/>
                    </a:ext>
                  </a:extLst>
                </p:cNvPr>
                <p:cNvSpPr/>
                <p:nvPr/>
              </p:nvSpPr>
              <p:spPr>
                <a:xfrm>
                  <a:off x="4559006" y="2208167"/>
                  <a:ext cx="632460" cy="251460"/>
                </a:xfrm>
                <a:prstGeom prst="parallelogram">
                  <a:avLst>
                    <a:gd name="adj" fmla="val 87845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3" name="平行四边形 522">
                  <a:extLst>
                    <a:ext uri="{FF2B5EF4-FFF2-40B4-BE49-F238E27FC236}">
                      <a16:creationId xmlns:a16="http://schemas.microsoft.com/office/drawing/2014/main" id="{D7A203F1-C8A7-434A-9F29-113E6A6BC0C8}"/>
                    </a:ext>
                  </a:extLst>
                </p:cNvPr>
                <p:cNvSpPr/>
                <p:nvPr/>
              </p:nvSpPr>
              <p:spPr>
                <a:xfrm>
                  <a:off x="2147276" y="1834787"/>
                  <a:ext cx="464820" cy="251460"/>
                </a:xfrm>
                <a:prstGeom prst="parallelogram">
                  <a:avLst>
                    <a:gd name="adj" fmla="val 65468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4" name="平行四边形 523">
                  <a:extLst>
                    <a:ext uri="{FF2B5EF4-FFF2-40B4-BE49-F238E27FC236}">
                      <a16:creationId xmlns:a16="http://schemas.microsoft.com/office/drawing/2014/main" id="{75DD4F33-C659-446A-ACEC-A55EAF8221EA}"/>
                    </a:ext>
                  </a:extLst>
                </p:cNvPr>
                <p:cNvSpPr/>
                <p:nvPr/>
              </p:nvSpPr>
              <p:spPr>
                <a:xfrm>
                  <a:off x="3473156" y="1529987"/>
                  <a:ext cx="236220" cy="137160"/>
                </a:xfrm>
                <a:prstGeom prst="parallelogram">
                  <a:avLst>
                    <a:gd name="adj" fmla="val 70516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5" name="椭圆 524">
                  <a:extLst>
                    <a:ext uri="{FF2B5EF4-FFF2-40B4-BE49-F238E27FC236}">
                      <a16:creationId xmlns:a16="http://schemas.microsoft.com/office/drawing/2014/main" id="{B9FB6CEA-2A36-45F9-9A4C-17CA32CDD5E8}"/>
                    </a:ext>
                  </a:extLst>
                </p:cNvPr>
                <p:cNvSpPr/>
                <p:nvPr/>
              </p:nvSpPr>
              <p:spPr>
                <a:xfrm rot="21014316">
                  <a:off x="1952904" y="1797016"/>
                  <a:ext cx="1790162" cy="1095951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6" name="等腰三角形 525">
                  <a:extLst>
                    <a:ext uri="{FF2B5EF4-FFF2-40B4-BE49-F238E27FC236}">
                      <a16:creationId xmlns:a16="http://schemas.microsoft.com/office/drawing/2014/main" id="{D070F142-A2D6-4346-A177-17F0D7D5DCA4}"/>
                    </a:ext>
                  </a:extLst>
                </p:cNvPr>
                <p:cNvSpPr/>
                <p:nvPr/>
              </p:nvSpPr>
              <p:spPr>
                <a:xfrm>
                  <a:off x="2794976" y="2284367"/>
                  <a:ext cx="99060" cy="99060"/>
                </a:xfrm>
                <a:prstGeom prst="triangl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7" name="等腰三角形 526">
                  <a:extLst>
                    <a:ext uri="{FF2B5EF4-FFF2-40B4-BE49-F238E27FC236}">
                      <a16:creationId xmlns:a16="http://schemas.microsoft.com/office/drawing/2014/main" id="{0A8CA655-7784-41DC-9519-29D2974A776C}"/>
                    </a:ext>
                  </a:extLst>
                </p:cNvPr>
                <p:cNvSpPr/>
                <p:nvPr/>
              </p:nvSpPr>
              <p:spPr>
                <a:xfrm>
                  <a:off x="5637236" y="1282337"/>
                  <a:ext cx="99060" cy="99060"/>
                </a:xfrm>
                <a:prstGeom prst="triangle">
                  <a:avLst/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8" name="平行四边形 527">
                  <a:extLst>
                    <a:ext uri="{FF2B5EF4-FFF2-40B4-BE49-F238E27FC236}">
                      <a16:creationId xmlns:a16="http://schemas.microsoft.com/office/drawing/2014/main" id="{7DB1E4C7-D72F-4B32-9118-10FAF9DEC06E}"/>
                    </a:ext>
                  </a:extLst>
                </p:cNvPr>
                <p:cNvSpPr/>
                <p:nvPr/>
              </p:nvSpPr>
              <p:spPr>
                <a:xfrm>
                  <a:off x="2619716" y="2688227"/>
                  <a:ext cx="388620" cy="220980"/>
                </a:xfrm>
                <a:prstGeom prst="parallelogram">
                  <a:avLst>
                    <a:gd name="adj" fmla="val 55212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6" name="星形: 五角 535">
                  <a:extLst>
                    <a:ext uri="{FF2B5EF4-FFF2-40B4-BE49-F238E27FC236}">
                      <a16:creationId xmlns:a16="http://schemas.microsoft.com/office/drawing/2014/main" id="{46A3CE48-94DA-40B0-BA23-E6B6766C34E0}"/>
                    </a:ext>
                  </a:extLst>
                </p:cNvPr>
                <p:cNvSpPr/>
                <p:nvPr/>
              </p:nvSpPr>
              <p:spPr>
                <a:xfrm rot="1976744">
                  <a:off x="3194551" y="3236867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7" name="星形: 五角 536">
                  <a:extLst>
                    <a:ext uri="{FF2B5EF4-FFF2-40B4-BE49-F238E27FC236}">
                      <a16:creationId xmlns:a16="http://schemas.microsoft.com/office/drawing/2014/main" id="{845B4B5B-FF61-4583-BBCF-D59AAB9FCA3F}"/>
                    </a:ext>
                  </a:extLst>
                </p:cNvPr>
                <p:cNvSpPr/>
                <p:nvPr/>
              </p:nvSpPr>
              <p:spPr>
                <a:xfrm>
                  <a:off x="3971791" y="2619647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8" name="星形: 五角 537">
                  <a:extLst>
                    <a:ext uri="{FF2B5EF4-FFF2-40B4-BE49-F238E27FC236}">
                      <a16:creationId xmlns:a16="http://schemas.microsoft.com/office/drawing/2014/main" id="{B7389E18-E6D0-49AA-B308-0D4F418F0679}"/>
                    </a:ext>
                  </a:extLst>
                </p:cNvPr>
                <p:cNvSpPr/>
                <p:nvPr/>
              </p:nvSpPr>
              <p:spPr>
                <a:xfrm>
                  <a:off x="4566151" y="1979567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0" name="星形: 五角 539">
                  <a:extLst>
                    <a:ext uri="{FF2B5EF4-FFF2-40B4-BE49-F238E27FC236}">
                      <a16:creationId xmlns:a16="http://schemas.microsoft.com/office/drawing/2014/main" id="{A9E37E7C-CDDD-4323-858B-D9F2B1378320}"/>
                    </a:ext>
                  </a:extLst>
                </p:cNvPr>
                <p:cNvSpPr/>
                <p:nvPr/>
              </p:nvSpPr>
              <p:spPr>
                <a:xfrm rot="3684013">
                  <a:off x="2371627" y="2950590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41" name="星形: 五角 540">
                  <a:extLst>
                    <a:ext uri="{FF2B5EF4-FFF2-40B4-BE49-F238E27FC236}">
                      <a16:creationId xmlns:a16="http://schemas.microsoft.com/office/drawing/2014/main" id="{3417FB1D-0BD5-4EAC-9079-B442A4F86D42}"/>
                    </a:ext>
                  </a:extLst>
                </p:cNvPr>
                <p:cNvSpPr/>
                <p:nvPr/>
              </p:nvSpPr>
              <p:spPr>
                <a:xfrm rot="3880281">
                  <a:off x="3972267" y="2224676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2" name="星形: 五角 541">
                  <a:extLst>
                    <a:ext uri="{FF2B5EF4-FFF2-40B4-BE49-F238E27FC236}">
                      <a16:creationId xmlns:a16="http://schemas.microsoft.com/office/drawing/2014/main" id="{FD8E6C77-3019-43CF-A7EC-F29CCDA883CF}"/>
                    </a:ext>
                  </a:extLst>
                </p:cNvPr>
                <p:cNvSpPr/>
                <p:nvPr/>
              </p:nvSpPr>
              <p:spPr>
                <a:xfrm>
                  <a:off x="4490746" y="1757317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44" name="直接箭头连接符 543">
                  <a:extLst>
                    <a:ext uri="{FF2B5EF4-FFF2-40B4-BE49-F238E27FC236}">
                      <a16:creationId xmlns:a16="http://schemas.microsoft.com/office/drawing/2014/main" id="{A6AD42FE-7907-4C10-A3D3-127A1C996437}"/>
                    </a:ext>
                  </a:extLst>
                </p:cNvPr>
                <p:cNvCxnSpPr>
                  <a:cxnSpLocks/>
                  <a:endCxn id="535" idx="1"/>
                </p:cNvCxnSpPr>
                <p:nvPr/>
              </p:nvCxnSpPr>
              <p:spPr>
                <a:xfrm flipV="1">
                  <a:off x="1467827" y="3102598"/>
                  <a:ext cx="601901" cy="157127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直接箭头连接符 544">
                  <a:extLst>
                    <a:ext uri="{FF2B5EF4-FFF2-40B4-BE49-F238E27FC236}">
                      <a16:creationId xmlns:a16="http://schemas.microsoft.com/office/drawing/2014/main" id="{2B7F3B58-C17D-44D8-99A5-ACF84E2E6998}"/>
                    </a:ext>
                  </a:extLst>
                </p:cNvPr>
                <p:cNvCxnSpPr>
                  <a:cxnSpLocks/>
                  <a:stCxn id="535" idx="4"/>
                  <a:endCxn id="536" idx="2"/>
                </p:cNvCxnSpPr>
                <p:nvPr/>
              </p:nvCxnSpPr>
              <p:spPr>
                <a:xfrm>
                  <a:off x="2201107" y="3141996"/>
                  <a:ext cx="989158" cy="197952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直接箭头连接符 545">
                  <a:extLst>
                    <a:ext uri="{FF2B5EF4-FFF2-40B4-BE49-F238E27FC236}">
                      <a16:creationId xmlns:a16="http://schemas.microsoft.com/office/drawing/2014/main" id="{0EDA552D-577F-4C8B-B8CF-13216DBD4F7B}"/>
                    </a:ext>
                  </a:extLst>
                </p:cNvPr>
                <p:cNvCxnSpPr>
                  <a:cxnSpLocks/>
                  <a:stCxn id="536" idx="4"/>
                  <a:endCxn id="537" idx="2"/>
                </p:cNvCxnSpPr>
                <p:nvPr/>
              </p:nvCxnSpPr>
              <p:spPr>
                <a:xfrm flipV="1">
                  <a:off x="3329487" y="2756807"/>
                  <a:ext cx="668499" cy="572350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直接箭头连接符 546">
                  <a:extLst>
                    <a:ext uri="{FF2B5EF4-FFF2-40B4-BE49-F238E27FC236}">
                      <a16:creationId xmlns:a16="http://schemas.microsoft.com/office/drawing/2014/main" id="{785F3EA7-F450-4A25-997A-89679D96B1AC}"/>
                    </a:ext>
                  </a:extLst>
                </p:cNvPr>
                <p:cNvCxnSpPr>
                  <a:cxnSpLocks/>
                  <a:stCxn id="537" idx="4"/>
                  <a:endCxn id="538" idx="2"/>
                </p:cNvCxnSpPr>
                <p:nvPr/>
              </p:nvCxnSpPr>
              <p:spPr>
                <a:xfrm flipV="1">
                  <a:off x="4108951" y="2116727"/>
                  <a:ext cx="483395" cy="555310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直接箭头连接符 547">
                  <a:extLst>
                    <a:ext uri="{FF2B5EF4-FFF2-40B4-BE49-F238E27FC236}">
                      <a16:creationId xmlns:a16="http://schemas.microsoft.com/office/drawing/2014/main" id="{758FD970-C70B-440E-B967-2A299790A9D7}"/>
                    </a:ext>
                  </a:extLst>
                </p:cNvPr>
                <p:cNvCxnSpPr>
                  <a:cxnSpLocks/>
                  <a:stCxn id="538" idx="4"/>
                  <a:endCxn id="301" idx="2"/>
                </p:cNvCxnSpPr>
                <p:nvPr/>
              </p:nvCxnSpPr>
              <p:spPr>
                <a:xfrm flipV="1">
                  <a:off x="4703311" y="1693817"/>
                  <a:ext cx="766285" cy="338140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直接箭头连接符 548">
                  <a:extLst>
                    <a:ext uri="{FF2B5EF4-FFF2-40B4-BE49-F238E27FC236}">
                      <a16:creationId xmlns:a16="http://schemas.microsoft.com/office/drawing/2014/main" id="{031EDED0-A64E-4FE4-8615-7DC73B84FE31}"/>
                    </a:ext>
                  </a:extLst>
                </p:cNvPr>
                <p:cNvCxnSpPr>
                  <a:cxnSpLocks/>
                  <a:stCxn id="515" idx="3"/>
                  <a:endCxn id="539" idx="2"/>
                </p:cNvCxnSpPr>
                <p:nvPr/>
              </p:nvCxnSpPr>
              <p:spPr>
                <a:xfrm flipV="1">
                  <a:off x="576656" y="2934660"/>
                  <a:ext cx="1068827" cy="354718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直接箭头连接符 549">
                  <a:extLst>
                    <a:ext uri="{FF2B5EF4-FFF2-40B4-BE49-F238E27FC236}">
                      <a16:creationId xmlns:a16="http://schemas.microsoft.com/office/drawing/2014/main" id="{9143BD81-B6C0-4859-82B8-0292EB2CBD2E}"/>
                    </a:ext>
                  </a:extLst>
                </p:cNvPr>
                <p:cNvCxnSpPr>
                  <a:cxnSpLocks/>
                  <a:stCxn id="539" idx="4"/>
                  <a:endCxn id="540" idx="2"/>
                </p:cNvCxnSpPr>
                <p:nvPr/>
              </p:nvCxnSpPr>
              <p:spPr>
                <a:xfrm>
                  <a:off x="1782287" y="2906659"/>
                  <a:ext cx="577419" cy="108126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1" name="星形: 五角 550">
                  <a:extLst>
                    <a:ext uri="{FF2B5EF4-FFF2-40B4-BE49-F238E27FC236}">
                      <a16:creationId xmlns:a16="http://schemas.microsoft.com/office/drawing/2014/main" id="{F9601510-4DBE-4314-B06F-E43ABB10E192}"/>
                    </a:ext>
                  </a:extLst>
                </p:cNvPr>
                <p:cNvSpPr/>
                <p:nvPr/>
              </p:nvSpPr>
              <p:spPr>
                <a:xfrm rot="19125920">
                  <a:off x="3380475" y="2926331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52" name="直接箭头连接符 551">
                  <a:extLst>
                    <a:ext uri="{FF2B5EF4-FFF2-40B4-BE49-F238E27FC236}">
                      <a16:creationId xmlns:a16="http://schemas.microsoft.com/office/drawing/2014/main" id="{EB33193C-FD27-4B76-9A14-7E5540D1BDCC}"/>
                    </a:ext>
                  </a:extLst>
                </p:cNvPr>
                <p:cNvCxnSpPr>
                  <a:cxnSpLocks/>
                  <a:stCxn id="540" idx="0"/>
                  <a:endCxn id="551" idx="1"/>
                </p:cNvCxnSpPr>
                <p:nvPr/>
              </p:nvCxnSpPr>
              <p:spPr>
                <a:xfrm>
                  <a:off x="2500419" y="2986342"/>
                  <a:ext cx="886391" cy="41598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直接箭头连接符 552">
                  <a:extLst>
                    <a:ext uri="{FF2B5EF4-FFF2-40B4-BE49-F238E27FC236}">
                      <a16:creationId xmlns:a16="http://schemas.microsoft.com/office/drawing/2014/main" id="{B0B5DDF0-326D-4431-8492-E5C4E21E6155}"/>
                    </a:ext>
                  </a:extLst>
                </p:cNvPr>
                <p:cNvCxnSpPr>
                  <a:cxnSpLocks/>
                  <a:stCxn id="551" idx="4"/>
                  <a:endCxn id="541" idx="3"/>
                </p:cNvCxnSpPr>
                <p:nvPr/>
              </p:nvCxnSpPr>
              <p:spPr>
                <a:xfrm flipV="1">
                  <a:off x="3489957" y="2360906"/>
                  <a:ext cx="507035" cy="576626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直接箭头连接符 553">
                  <a:extLst>
                    <a:ext uri="{FF2B5EF4-FFF2-40B4-BE49-F238E27FC236}">
                      <a16:creationId xmlns:a16="http://schemas.microsoft.com/office/drawing/2014/main" id="{2A47E8A2-0442-4140-B8BA-684DF690EE74}"/>
                    </a:ext>
                  </a:extLst>
                </p:cNvPr>
                <p:cNvCxnSpPr>
                  <a:cxnSpLocks/>
                  <a:stCxn id="541" idx="0"/>
                  <a:endCxn id="542" idx="2"/>
                </p:cNvCxnSpPr>
                <p:nvPr/>
              </p:nvCxnSpPr>
              <p:spPr>
                <a:xfrm flipV="1">
                  <a:off x="4102834" y="1894477"/>
                  <a:ext cx="414107" cy="369440"/>
                </a:xfrm>
                <a:prstGeom prst="straightConnector1">
                  <a:avLst/>
                </a:prstGeom>
                <a:ln w="63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直接箭头连接符 554">
                  <a:extLst>
                    <a:ext uri="{FF2B5EF4-FFF2-40B4-BE49-F238E27FC236}">
                      <a16:creationId xmlns:a16="http://schemas.microsoft.com/office/drawing/2014/main" id="{F4A00F98-CB0D-484A-B318-AF61E99AF742}"/>
                    </a:ext>
                  </a:extLst>
                </p:cNvPr>
                <p:cNvCxnSpPr>
                  <a:cxnSpLocks/>
                  <a:stCxn id="542" idx="4"/>
                  <a:endCxn id="527" idx="2"/>
                </p:cNvCxnSpPr>
                <p:nvPr/>
              </p:nvCxnSpPr>
              <p:spPr>
                <a:xfrm flipV="1">
                  <a:off x="4627906" y="1381397"/>
                  <a:ext cx="1009330" cy="428310"/>
                </a:xfrm>
                <a:prstGeom prst="straightConnector1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6" name="星形: 五角 555">
                  <a:extLst>
                    <a:ext uri="{FF2B5EF4-FFF2-40B4-BE49-F238E27FC236}">
                      <a16:creationId xmlns:a16="http://schemas.microsoft.com/office/drawing/2014/main" id="{807DF924-D8D3-480B-AA1A-16AD52DE5D02}"/>
                    </a:ext>
                  </a:extLst>
                </p:cNvPr>
                <p:cNvSpPr/>
                <p:nvPr/>
              </p:nvSpPr>
              <p:spPr>
                <a:xfrm rot="2574900">
                  <a:off x="3070991" y="1413467"/>
                  <a:ext cx="121920" cy="137160"/>
                </a:xfrm>
                <a:prstGeom prst="star5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7" name="星形: 五角 556">
                  <a:extLst>
                    <a:ext uri="{FF2B5EF4-FFF2-40B4-BE49-F238E27FC236}">
                      <a16:creationId xmlns:a16="http://schemas.microsoft.com/office/drawing/2014/main" id="{4BB73DA8-88D6-487E-89EC-8F0195BDFB3A}"/>
                    </a:ext>
                  </a:extLst>
                </p:cNvPr>
                <p:cNvSpPr/>
                <p:nvPr/>
              </p:nvSpPr>
              <p:spPr>
                <a:xfrm rot="3183208">
                  <a:off x="4030266" y="1341077"/>
                  <a:ext cx="121920" cy="137160"/>
                </a:xfrm>
                <a:prstGeom prst="star5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9" name="星形: 五角 558">
                  <a:extLst>
                    <a:ext uri="{FF2B5EF4-FFF2-40B4-BE49-F238E27FC236}">
                      <a16:creationId xmlns:a16="http://schemas.microsoft.com/office/drawing/2014/main" id="{0ACD0237-78D8-40E9-874F-CA2F0E828016}"/>
                    </a:ext>
                  </a:extLst>
                </p:cNvPr>
                <p:cNvSpPr/>
                <p:nvPr/>
              </p:nvSpPr>
              <p:spPr>
                <a:xfrm>
                  <a:off x="2275971" y="1579837"/>
                  <a:ext cx="121920" cy="137160"/>
                </a:xfrm>
                <a:prstGeom prst="star5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560" name="直接箭头连接符 559">
                  <a:extLst>
                    <a:ext uri="{FF2B5EF4-FFF2-40B4-BE49-F238E27FC236}">
                      <a16:creationId xmlns:a16="http://schemas.microsoft.com/office/drawing/2014/main" id="{88BAD02B-188D-4B57-965C-FDF2E1EC89D3}"/>
                    </a:ext>
                  </a:extLst>
                </p:cNvPr>
                <p:cNvCxnSpPr>
                  <a:cxnSpLocks/>
                  <a:stCxn id="513" idx="3"/>
                  <a:endCxn id="543" idx="1"/>
                </p:cNvCxnSpPr>
                <p:nvPr/>
              </p:nvCxnSpPr>
              <p:spPr>
                <a:xfrm flipV="1">
                  <a:off x="1012282" y="2146033"/>
                  <a:ext cx="708524" cy="631328"/>
                </a:xfrm>
                <a:prstGeom prst="straightConnector1">
                  <a:avLst/>
                </a:prstGeom>
                <a:solidFill>
                  <a:srgbClr val="C00000"/>
                </a:solidFill>
                <a:ln w="63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直接箭头连接符 560">
                  <a:extLst>
                    <a:ext uri="{FF2B5EF4-FFF2-40B4-BE49-F238E27FC236}">
                      <a16:creationId xmlns:a16="http://schemas.microsoft.com/office/drawing/2014/main" id="{DDD9E668-83CA-4482-945C-192F81BD3C17}"/>
                    </a:ext>
                  </a:extLst>
                </p:cNvPr>
                <p:cNvCxnSpPr>
                  <a:cxnSpLocks/>
                  <a:stCxn id="543" idx="4"/>
                  <a:endCxn id="559" idx="1"/>
                </p:cNvCxnSpPr>
                <p:nvPr/>
              </p:nvCxnSpPr>
              <p:spPr>
                <a:xfrm flipV="1">
                  <a:off x="1800879" y="1632227"/>
                  <a:ext cx="475092" cy="421867"/>
                </a:xfrm>
                <a:prstGeom prst="straightConnector1">
                  <a:avLst/>
                </a:prstGeom>
                <a:solidFill>
                  <a:srgbClr val="C00000"/>
                </a:solidFill>
                <a:ln w="63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直接箭头连接符 561">
                  <a:extLst>
                    <a:ext uri="{FF2B5EF4-FFF2-40B4-BE49-F238E27FC236}">
                      <a16:creationId xmlns:a16="http://schemas.microsoft.com/office/drawing/2014/main" id="{960C1641-F3D0-4177-A431-80D76B529061}"/>
                    </a:ext>
                  </a:extLst>
                </p:cNvPr>
                <p:cNvCxnSpPr>
                  <a:cxnSpLocks/>
                  <a:stCxn id="559" idx="4"/>
                  <a:endCxn id="556" idx="2"/>
                </p:cNvCxnSpPr>
                <p:nvPr/>
              </p:nvCxnSpPr>
              <p:spPr>
                <a:xfrm flipV="1">
                  <a:off x="2397891" y="1506619"/>
                  <a:ext cx="659771" cy="125608"/>
                </a:xfrm>
                <a:prstGeom prst="straightConnector1">
                  <a:avLst/>
                </a:prstGeom>
                <a:solidFill>
                  <a:srgbClr val="C00000"/>
                </a:solidFill>
                <a:ln w="63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直接箭头连接符 562">
                  <a:extLst>
                    <a:ext uri="{FF2B5EF4-FFF2-40B4-BE49-F238E27FC236}">
                      <a16:creationId xmlns:a16="http://schemas.microsoft.com/office/drawing/2014/main" id="{5344E385-C520-40C1-9DDC-E3A37A463540}"/>
                    </a:ext>
                  </a:extLst>
                </p:cNvPr>
                <p:cNvCxnSpPr>
                  <a:cxnSpLocks/>
                  <a:stCxn id="556" idx="4"/>
                  <a:endCxn id="557" idx="2"/>
                </p:cNvCxnSpPr>
                <p:nvPr/>
              </p:nvCxnSpPr>
              <p:spPr>
                <a:xfrm flipV="1">
                  <a:off x="3187620" y="1420769"/>
                  <a:ext cx="826152" cy="90929"/>
                </a:xfrm>
                <a:prstGeom prst="straightConnector1">
                  <a:avLst/>
                </a:prstGeom>
                <a:solidFill>
                  <a:srgbClr val="C00000"/>
                </a:solidFill>
                <a:ln w="63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直接箭头连接符 563">
                  <a:extLst>
                    <a:ext uri="{FF2B5EF4-FFF2-40B4-BE49-F238E27FC236}">
                      <a16:creationId xmlns:a16="http://schemas.microsoft.com/office/drawing/2014/main" id="{590C21D8-8630-417F-85B4-29D857756960}"/>
                    </a:ext>
                  </a:extLst>
                </p:cNvPr>
                <p:cNvCxnSpPr>
                  <a:cxnSpLocks/>
                  <a:stCxn id="557" idx="4"/>
                  <a:endCxn id="302" idx="2"/>
                </p:cNvCxnSpPr>
                <p:nvPr/>
              </p:nvCxnSpPr>
              <p:spPr>
                <a:xfrm flipV="1">
                  <a:off x="4140806" y="1373777"/>
                  <a:ext cx="1115430" cy="74868"/>
                </a:xfrm>
                <a:prstGeom prst="straightConnector1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6" name="文本框 575">
                      <a:extLst>
                        <a:ext uri="{FF2B5EF4-FFF2-40B4-BE49-F238E27FC236}">
                          <a16:creationId xmlns:a16="http://schemas.microsoft.com/office/drawing/2014/main" id="{0C83C5E9-F2E6-4013-B705-BE86737BA0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9222" y="2783748"/>
                      <a:ext cx="4735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76" name="文本框 575">
                      <a:extLst>
                        <a:ext uri="{FF2B5EF4-FFF2-40B4-BE49-F238E27FC236}">
                          <a16:creationId xmlns:a16="http://schemas.microsoft.com/office/drawing/2014/main" id="{0C83C5E9-F2E6-4013-B705-BE86737BA0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9222" y="2783748"/>
                      <a:ext cx="473528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7" name="文本框 576">
                      <a:extLst>
                        <a:ext uri="{FF2B5EF4-FFF2-40B4-BE49-F238E27FC236}">
                          <a16:creationId xmlns:a16="http://schemas.microsoft.com/office/drawing/2014/main" id="{90D7FB6B-5DE4-4D0B-B943-F155C33C12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925" y="2911383"/>
                      <a:ext cx="4735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77" name="文本框 576">
                      <a:extLst>
                        <a:ext uri="{FF2B5EF4-FFF2-40B4-BE49-F238E27FC236}">
                          <a16:creationId xmlns:a16="http://schemas.microsoft.com/office/drawing/2014/main" id="{90D7FB6B-5DE4-4D0B-B943-F155C33C12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925" y="2911383"/>
                      <a:ext cx="47352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8" name="文本框 577">
                      <a:extLst>
                        <a:ext uri="{FF2B5EF4-FFF2-40B4-BE49-F238E27FC236}">
                          <a16:creationId xmlns:a16="http://schemas.microsoft.com/office/drawing/2014/main" id="{F929DCB4-FF36-4462-8B02-7D0095114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6793" y="2203677"/>
                      <a:ext cx="4735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78" name="文本框 577">
                      <a:extLst>
                        <a:ext uri="{FF2B5EF4-FFF2-40B4-BE49-F238E27FC236}">
                          <a16:creationId xmlns:a16="http://schemas.microsoft.com/office/drawing/2014/main" id="{F929DCB4-FF36-4462-8B02-7D0095114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6793" y="2203677"/>
                      <a:ext cx="47352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35" name="星形: 五角 534">
                  <a:extLst>
                    <a:ext uri="{FF2B5EF4-FFF2-40B4-BE49-F238E27FC236}">
                      <a16:creationId xmlns:a16="http://schemas.microsoft.com/office/drawing/2014/main" id="{EB64C830-BC92-455E-9A86-864E5CBCEAC8}"/>
                    </a:ext>
                  </a:extLst>
                </p:cNvPr>
                <p:cNvSpPr/>
                <p:nvPr/>
              </p:nvSpPr>
              <p:spPr>
                <a:xfrm rot="1001571">
                  <a:off x="2062187" y="306922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9" name="星形: 五角 538">
                  <a:extLst>
                    <a:ext uri="{FF2B5EF4-FFF2-40B4-BE49-F238E27FC236}">
                      <a16:creationId xmlns:a16="http://schemas.microsoft.com/office/drawing/2014/main" id="{A40C4014-3338-489B-93E6-8CBEF61F1C99}"/>
                    </a:ext>
                  </a:extLst>
                </p:cNvPr>
                <p:cNvSpPr/>
                <p:nvPr/>
              </p:nvSpPr>
              <p:spPr>
                <a:xfrm rot="1548584">
                  <a:off x="1644919" y="282279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3" name="星形: 五角 542">
                  <a:extLst>
                    <a:ext uri="{FF2B5EF4-FFF2-40B4-BE49-F238E27FC236}">
                      <a16:creationId xmlns:a16="http://schemas.microsoft.com/office/drawing/2014/main" id="{5E743DD9-3FAB-4FEE-B30A-F063B81098A8}"/>
                    </a:ext>
                  </a:extLst>
                </p:cNvPr>
                <p:cNvSpPr/>
                <p:nvPr/>
              </p:nvSpPr>
              <p:spPr>
                <a:xfrm rot="18663228">
                  <a:off x="1712091" y="2042117"/>
                  <a:ext cx="121920" cy="137160"/>
                </a:xfrm>
                <a:prstGeom prst="star5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0" name="星形: 五角 229">
                  <a:extLst>
                    <a:ext uri="{FF2B5EF4-FFF2-40B4-BE49-F238E27FC236}">
                      <a16:creationId xmlns:a16="http://schemas.microsoft.com/office/drawing/2014/main" id="{3FE5C256-0A58-4589-B30D-BDD46B0B02CB}"/>
                    </a:ext>
                  </a:extLst>
                </p:cNvPr>
                <p:cNvSpPr/>
                <p:nvPr/>
              </p:nvSpPr>
              <p:spPr>
                <a:xfrm rot="20997962">
                  <a:off x="2219005" y="5947105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1" name="星形: 五角 230">
                  <a:extLst>
                    <a:ext uri="{FF2B5EF4-FFF2-40B4-BE49-F238E27FC236}">
                      <a16:creationId xmlns:a16="http://schemas.microsoft.com/office/drawing/2014/main" id="{626D8A72-9A71-4591-AD32-888567D6964A}"/>
                    </a:ext>
                  </a:extLst>
                </p:cNvPr>
                <p:cNvSpPr/>
                <p:nvPr/>
              </p:nvSpPr>
              <p:spPr>
                <a:xfrm rot="1548584">
                  <a:off x="1914205" y="5748986"/>
                  <a:ext cx="13716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2" name="星形: 五角 231">
                  <a:extLst>
                    <a:ext uri="{FF2B5EF4-FFF2-40B4-BE49-F238E27FC236}">
                      <a16:creationId xmlns:a16="http://schemas.microsoft.com/office/drawing/2014/main" id="{A50893CA-41A2-4CDD-B658-2C83AF59A789}"/>
                    </a:ext>
                  </a:extLst>
                </p:cNvPr>
                <p:cNvSpPr/>
                <p:nvPr/>
              </p:nvSpPr>
              <p:spPr>
                <a:xfrm>
                  <a:off x="1769425" y="5604206"/>
                  <a:ext cx="121920" cy="137160"/>
                </a:xfrm>
                <a:prstGeom prst="star5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3" name="星形: 五角 232">
                  <a:extLst>
                    <a:ext uri="{FF2B5EF4-FFF2-40B4-BE49-F238E27FC236}">
                      <a16:creationId xmlns:a16="http://schemas.microsoft.com/office/drawing/2014/main" id="{E34FB7BE-4125-4E2A-AAE1-FBD29E0A8B94}"/>
                    </a:ext>
                  </a:extLst>
                </p:cNvPr>
                <p:cNvSpPr/>
                <p:nvPr/>
              </p:nvSpPr>
              <p:spPr>
                <a:xfrm rot="3317061">
                  <a:off x="2200923" y="4366240"/>
                  <a:ext cx="121920" cy="137160"/>
                </a:xfrm>
                <a:prstGeom prst="star5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8" name="平行四边形 287">
                  <a:extLst>
                    <a:ext uri="{FF2B5EF4-FFF2-40B4-BE49-F238E27FC236}">
                      <a16:creationId xmlns:a16="http://schemas.microsoft.com/office/drawing/2014/main" id="{0EC3A780-2CFD-4167-BCFE-3412D2FBFD09}"/>
                    </a:ext>
                  </a:extLst>
                </p:cNvPr>
                <p:cNvSpPr/>
                <p:nvPr/>
              </p:nvSpPr>
              <p:spPr>
                <a:xfrm>
                  <a:off x="3191216" y="2078627"/>
                  <a:ext cx="388620" cy="220980"/>
                </a:xfrm>
                <a:prstGeom prst="parallelogram">
                  <a:avLst>
                    <a:gd name="adj" fmla="val 55212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1" name="等腰三角形 300">
                  <a:extLst>
                    <a:ext uri="{FF2B5EF4-FFF2-40B4-BE49-F238E27FC236}">
                      <a16:creationId xmlns:a16="http://schemas.microsoft.com/office/drawing/2014/main" id="{92CBC8B4-45A1-422E-AE94-F9DA4F7C16FA}"/>
                    </a:ext>
                  </a:extLst>
                </p:cNvPr>
                <p:cNvSpPr/>
                <p:nvPr/>
              </p:nvSpPr>
              <p:spPr>
                <a:xfrm>
                  <a:off x="5469596" y="1594757"/>
                  <a:ext cx="99060" cy="99060"/>
                </a:xfrm>
                <a:prstGeom prst="triangle">
                  <a:avLst/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2" name="等腰三角形 301">
                  <a:extLst>
                    <a:ext uri="{FF2B5EF4-FFF2-40B4-BE49-F238E27FC236}">
                      <a16:creationId xmlns:a16="http://schemas.microsoft.com/office/drawing/2014/main" id="{7C7B2EB2-7C71-4692-A95E-8A264DA12300}"/>
                    </a:ext>
                  </a:extLst>
                </p:cNvPr>
                <p:cNvSpPr/>
                <p:nvPr/>
              </p:nvSpPr>
              <p:spPr>
                <a:xfrm>
                  <a:off x="5256236" y="1274717"/>
                  <a:ext cx="99060" cy="99060"/>
                </a:xfrm>
                <a:prstGeom prst="triangle">
                  <a:avLst/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24" name="组合 623">
                <a:extLst>
                  <a:ext uri="{FF2B5EF4-FFF2-40B4-BE49-F238E27FC236}">
                    <a16:creationId xmlns:a16="http://schemas.microsoft.com/office/drawing/2014/main" id="{5E4C235A-0A53-4DA5-B92B-4B1A537E0194}"/>
                  </a:ext>
                </a:extLst>
              </p:cNvPr>
              <p:cNvGrpSpPr/>
              <p:nvPr/>
            </p:nvGrpSpPr>
            <p:grpSpPr>
              <a:xfrm>
                <a:off x="327879" y="3706728"/>
                <a:ext cx="6310057" cy="2390657"/>
                <a:chOff x="-120284" y="3624061"/>
                <a:chExt cx="6310057" cy="2390657"/>
              </a:xfrm>
            </p:grpSpPr>
            <p:sp>
              <p:nvSpPr>
                <p:cNvPr id="507" name="平行四边形 506">
                  <a:extLst>
                    <a:ext uri="{FF2B5EF4-FFF2-40B4-BE49-F238E27FC236}">
                      <a16:creationId xmlns:a16="http://schemas.microsoft.com/office/drawing/2014/main" id="{3C8FFEC6-F233-4304-87EC-35F9CBE02B22}"/>
                    </a:ext>
                  </a:extLst>
                </p:cNvPr>
                <p:cNvSpPr/>
                <p:nvPr/>
              </p:nvSpPr>
              <p:spPr>
                <a:xfrm>
                  <a:off x="-120284" y="3690822"/>
                  <a:ext cx="6310057" cy="2289489"/>
                </a:xfrm>
                <a:prstGeom prst="parallelogram">
                  <a:avLst>
                    <a:gd name="adj" fmla="val 88013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8" name="立方体 507">
                  <a:extLst>
                    <a:ext uri="{FF2B5EF4-FFF2-40B4-BE49-F238E27FC236}">
                      <a16:creationId xmlns:a16="http://schemas.microsoft.com/office/drawing/2014/main" id="{3610096C-4E08-469E-A49C-96C4B95E0CA7}"/>
                    </a:ext>
                  </a:extLst>
                </p:cNvPr>
                <p:cNvSpPr/>
                <p:nvPr/>
              </p:nvSpPr>
              <p:spPr>
                <a:xfrm>
                  <a:off x="1327109" y="4280334"/>
                  <a:ext cx="481630" cy="566997"/>
                </a:xfrm>
                <a:prstGeom prst="cub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0" name="立方体 509">
                  <a:extLst>
                    <a:ext uri="{FF2B5EF4-FFF2-40B4-BE49-F238E27FC236}">
                      <a16:creationId xmlns:a16="http://schemas.microsoft.com/office/drawing/2014/main" id="{29F4CFFB-9C37-4C92-A490-60AE47E35DF9}"/>
                    </a:ext>
                  </a:extLst>
                </p:cNvPr>
                <p:cNvSpPr/>
                <p:nvPr/>
              </p:nvSpPr>
              <p:spPr>
                <a:xfrm>
                  <a:off x="3684480" y="3624061"/>
                  <a:ext cx="308730" cy="505595"/>
                </a:xfrm>
                <a:prstGeom prst="cub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11" name="图片 510">
                  <a:extLst>
                    <a:ext uri="{FF2B5EF4-FFF2-40B4-BE49-F238E27FC236}">
                      <a16:creationId xmlns:a16="http://schemas.microsoft.com/office/drawing/2014/main" id="{0D4ABCA1-DB54-4EB8-9814-5F038605A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49635" y="4317039"/>
                  <a:ext cx="395832" cy="395832"/>
                </a:xfrm>
                <a:prstGeom prst="rect">
                  <a:avLst/>
                </a:prstGeom>
              </p:spPr>
            </p:pic>
            <p:pic>
              <p:nvPicPr>
                <p:cNvPr id="512" name="图片 511">
                  <a:extLst>
                    <a:ext uri="{FF2B5EF4-FFF2-40B4-BE49-F238E27FC236}">
                      <a16:creationId xmlns:a16="http://schemas.microsoft.com/office/drawing/2014/main" id="{0C468D1B-1E57-4E4D-A16F-3732A5F436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6735" y="3726465"/>
                  <a:ext cx="298111" cy="298111"/>
                </a:xfrm>
                <a:prstGeom prst="rect">
                  <a:avLst/>
                </a:prstGeom>
              </p:spPr>
            </p:pic>
            <p:sp>
              <p:nvSpPr>
                <p:cNvPr id="518" name="立方体 517">
                  <a:extLst>
                    <a:ext uri="{FF2B5EF4-FFF2-40B4-BE49-F238E27FC236}">
                      <a16:creationId xmlns:a16="http://schemas.microsoft.com/office/drawing/2014/main" id="{280FE416-A4D5-405A-B1F7-FC0A27B2C9CA}"/>
                    </a:ext>
                  </a:extLst>
                </p:cNvPr>
                <p:cNvSpPr/>
                <p:nvPr/>
              </p:nvSpPr>
              <p:spPr>
                <a:xfrm>
                  <a:off x="2817836" y="4883943"/>
                  <a:ext cx="348226" cy="551873"/>
                </a:xfrm>
                <a:prstGeom prst="cube">
                  <a:avLst>
                    <a:gd name="adj" fmla="val 23586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7" name="椭圆 516">
                  <a:extLst>
                    <a:ext uri="{FF2B5EF4-FFF2-40B4-BE49-F238E27FC236}">
                      <a16:creationId xmlns:a16="http://schemas.microsoft.com/office/drawing/2014/main" id="{411D3AC6-AC90-4859-8DE9-50404C3F2F3B}"/>
                    </a:ext>
                  </a:extLst>
                </p:cNvPr>
                <p:cNvSpPr/>
                <p:nvPr/>
              </p:nvSpPr>
              <p:spPr>
                <a:xfrm rot="21014316">
                  <a:off x="2089444" y="3866783"/>
                  <a:ext cx="2249504" cy="1412781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6" name="立方体 565">
                  <a:extLst>
                    <a:ext uri="{FF2B5EF4-FFF2-40B4-BE49-F238E27FC236}">
                      <a16:creationId xmlns:a16="http://schemas.microsoft.com/office/drawing/2014/main" id="{4D747C29-D793-4FD2-BB2D-8B1F2663F619}"/>
                    </a:ext>
                  </a:extLst>
                </p:cNvPr>
                <p:cNvSpPr/>
                <p:nvPr/>
              </p:nvSpPr>
              <p:spPr>
                <a:xfrm>
                  <a:off x="3730229" y="5190387"/>
                  <a:ext cx="504174" cy="594917"/>
                </a:xfrm>
                <a:prstGeom prst="cub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7" name="立方体 566">
                  <a:extLst>
                    <a:ext uri="{FF2B5EF4-FFF2-40B4-BE49-F238E27FC236}">
                      <a16:creationId xmlns:a16="http://schemas.microsoft.com/office/drawing/2014/main" id="{8AB430F3-C7AE-4726-B59F-D8E9E7B9C5EB}"/>
                    </a:ext>
                  </a:extLst>
                </p:cNvPr>
                <p:cNvSpPr/>
                <p:nvPr/>
              </p:nvSpPr>
              <p:spPr>
                <a:xfrm>
                  <a:off x="3809148" y="4225917"/>
                  <a:ext cx="348226" cy="551873"/>
                </a:xfrm>
                <a:prstGeom prst="cube">
                  <a:avLst>
                    <a:gd name="adj" fmla="val 23586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3" name="任意多边形: 形状 572">
                  <a:extLst>
                    <a:ext uri="{FF2B5EF4-FFF2-40B4-BE49-F238E27FC236}">
                      <a16:creationId xmlns:a16="http://schemas.microsoft.com/office/drawing/2014/main" id="{04F14F60-FAC2-401C-98CB-501ACE319721}"/>
                    </a:ext>
                  </a:extLst>
                </p:cNvPr>
                <p:cNvSpPr/>
                <p:nvPr/>
              </p:nvSpPr>
              <p:spPr>
                <a:xfrm>
                  <a:off x="1700676" y="4036219"/>
                  <a:ext cx="3630943" cy="1466574"/>
                </a:xfrm>
                <a:custGeom>
                  <a:avLst/>
                  <a:gdLst>
                    <a:gd name="connsiteX0" fmla="*/ 0 w 3552825"/>
                    <a:gd name="connsiteY0" fmla="*/ 1485900 h 1563817"/>
                    <a:gd name="connsiteX1" fmla="*/ 466725 w 3552825"/>
                    <a:gd name="connsiteY1" fmla="*/ 1047750 h 1563817"/>
                    <a:gd name="connsiteX2" fmla="*/ 923925 w 3552825"/>
                    <a:gd name="connsiteY2" fmla="*/ 1543050 h 1563817"/>
                    <a:gd name="connsiteX3" fmla="*/ 1781175 w 3552825"/>
                    <a:gd name="connsiteY3" fmla="*/ 1371600 h 1563817"/>
                    <a:gd name="connsiteX4" fmla="*/ 2752725 w 3552825"/>
                    <a:gd name="connsiteY4" fmla="*/ 485775 h 1563817"/>
                    <a:gd name="connsiteX5" fmla="*/ 2952750 w 3552825"/>
                    <a:gd name="connsiteY5" fmla="*/ 238125 h 1563817"/>
                    <a:gd name="connsiteX6" fmla="*/ 3552825 w 3552825"/>
                    <a:gd name="connsiteY6" fmla="*/ 0 h 1563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52825" h="1563817">
                      <a:moveTo>
                        <a:pt x="0" y="1485900"/>
                      </a:moveTo>
                      <a:cubicBezTo>
                        <a:pt x="156369" y="1262062"/>
                        <a:pt x="312738" y="1038225"/>
                        <a:pt x="466725" y="1047750"/>
                      </a:cubicBezTo>
                      <a:cubicBezTo>
                        <a:pt x="620712" y="1057275"/>
                        <a:pt x="704850" y="1489075"/>
                        <a:pt x="923925" y="1543050"/>
                      </a:cubicBezTo>
                      <a:cubicBezTo>
                        <a:pt x="1143000" y="1597025"/>
                        <a:pt x="1476375" y="1547813"/>
                        <a:pt x="1781175" y="1371600"/>
                      </a:cubicBezTo>
                      <a:cubicBezTo>
                        <a:pt x="2085975" y="1195387"/>
                        <a:pt x="2557463" y="674687"/>
                        <a:pt x="2752725" y="485775"/>
                      </a:cubicBezTo>
                      <a:cubicBezTo>
                        <a:pt x="2947987" y="296863"/>
                        <a:pt x="2819400" y="319087"/>
                        <a:pt x="2952750" y="238125"/>
                      </a:cubicBezTo>
                      <a:cubicBezTo>
                        <a:pt x="3086100" y="157163"/>
                        <a:pt x="3402012" y="23813"/>
                        <a:pt x="3552825" y="0"/>
                      </a:cubicBezTo>
                    </a:path>
                  </a:pathLst>
                </a:custGeom>
                <a:noFill/>
                <a:ln w="1905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75" name="组合 574">
                  <a:extLst>
                    <a:ext uri="{FF2B5EF4-FFF2-40B4-BE49-F238E27FC236}">
                      <a16:creationId xmlns:a16="http://schemas.microsoft.com/office/drawing/2014/main" id="{DB16CA7D-6D64-44D1-A3D4-605FB67E18B7}"/>
                    </a:ext>
                  </a:extLst>
                </p:cNvPr>
                <p:cNvGrpSpPr/>
                <p:nvPr/>
              </p:nvGrpSpPr>
              <p:grpSpPr>
                <a:xfrm>
                  <a:off x="162779" y="4721390"/>
                  <a:ext cx="1596047" cy="1293328"/>
                  <a:chOff x="1412935" y="4599946"/>
                  <a:chExt cx="1596047" cy="1293328"/>
                </a:xfrm>
              </p:grpSpPr>
              <p:sp>
                <p:nvSpPr>
                  <p:cNvPr id="605" name="椭圆 604">
                    <a:extLst>
                      <a:ext uri="{FF2B5EF4-FFF2-40B4-BE49-F238E27FC236}">
                        <a16:creationId xmlns:a16="http://schemas.microsoft.com/office/drawing/2014/main" id="{9FC46889-CDE6-4D6E-A6D7-44F5B8CA140A}"/>
                      </a:ext>
                    </a:extLst>
                  </p:cNvPr>
                  <p:cNvSpPr/>
                  <p:nvPr/>
                </p:nvSpPr>
                <p:spPr>
                  <a:xfrm rot="5136353">
                    <a:off x="1811855" y="4619976"/>
                    <a:ext cx="579615" cy="686579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20000"/>
                        <a:lumOff val="8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椭圆 605">
                    <a:extLst>
                      <a:ext uri="{FF2B5EF4-FFF2-40B4-BE49-F238E27FC236}">
                        <a16:creationId xmlns:a16="http://schemas.microsoft.com/office/drawing/2014/main" id="{06BEB97D-D22F-4DC9-AC2A-D5831DBBB9DA}"/>
                      </a:ext>
                    </a:extLst>
                  </p:cNvPr>
                  <p:cNvSpPr/>
                  <p:nvPr/>
                </p:nvSpPr>
                <p:spPr>
                  <a:xfrm rot="4993526">
                    <a:off x="1466417" y="5248009"/>
                    <a:ext cx="579615" cy="686579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608" name="图片 607">
                    <a:extLst>
                      <a:ext uri="{FF2B5EF4-FFF2-40B4-BE49-F238E27FC236}">
                        <a16:creationId xmlns:a16="http://schemas.microsoft.com/office/drawing/2014/main" id="{A1B30398-97F7-4887-A262-49C7067450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7892" y="5231044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09" name="图片 608">
                    <a:extLst>
                      <a:ext uri="{FF2B5EF4-FFF2-40B4-BE49-F238E27FC236}">
                        <a16:creationId xmlns:a16="http://schemas.microsoft.com/office/drawing/2014/main" id="{B5C29B32-99E5-4078-91CC-95B277F3A5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3381" y="5655425"/>
                    <a:ext cx="237849" cy="237849"/>
                  </a:xfrm>
                  <a:prstGeom prst="rect">
                    <a:avLst/>
                  </a:prstGeom>
                </p:spPr>
              </p:pic>
              <p:pic>
                <p:nvPicPr>
                  <p:cNvPr id="611" name="图片 610">
                    <a:extLst>
                      <a:ext uri="{FF2B5EF4-FFF2-40B4-BE49-F238E27FC236}">
                        <a16:creationId xmlns:a16="http://schemas.microsoft.com/office/drawing/2014/main" id="{A07872B7-38FF-4F9F-856B-D82FE0E83D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99500" y="5338244"/>
                    <a:ext cx="239596" cy="239596"/>
                  </a:xfrm>
                  <a:prstGeom prst="rect">
                    <a:avLst/>
                  </a:prstGeom>
                </p:spPr>
              </p:pic>
              <p:sp>
                <p:nvSpPr>
                  <p:cNvPr id="613" name="椭圆 612">
                    <a:extLst>
                      <a:ext uri="{FF2B5EF4-FFF2-40B4-BE49-F238E27FC236}">
                        <a16:creationId xmlns:a16="http://schemas.microsoft.com/office/drawing/2014/main" id="{2E69DF1B-5B99-4AC6-A7F7-511295BE4BFA}"/>
                      </a:ext>
                    </a:extLst>
                  </p:cNvPr>
                  <p:cNvSpPr/>
                  <p:nvPr/>
                </p:nvSpPr>
                <p:spPr>
                  <a:xfrm rot="5210808">
                    <a:off x="2263341" y="5061647"/>
                    <a:ext cx="654549" cy="836733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614" name="图片 613">
                    <a:extLst>
                      <a:ext uri="{FF2B5EF4-FFF2-40B4-BE49-F238E27FC236}">
                        <a16:creationId xmlns:a16="http://schemas.microsoft.com/office/drawing/2014/main" id="{4C463F0B-D9AF-40F9-9382-59BEB89059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77203" y="5395949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15" name="图片 614">
                    <a:extLst>
                      <a:ext uri="{FF2B5EF4-FFF2-40B4-BE49-F238E27FC236}">
                        <a16:creationId xmlns:a16="http://schemas.microsoft.com/office/drawing/2014/main" id="{BE44BBE9-FBC2-49CA-AE81-07E45113B1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38510" y="5402928"/>
                    <a:ext cx="281592" cy="281592"/>
                  </a:xfrm>
                  <a:prstGeom prst="rect">
                    <a:avLst/>
                  </a:prstGeom>
                </p:spPr>
              </p:pic>
              <p:pic>
                <p:nvPicPr>
                  <p:cNvPr id="616" name="图片 615">
                    <a:extLst>
                      <a:ext uri="{FF2B5EF4-FFF2-40B4-BE49-F238E27FC236}">
                        <a16:creationId xmlns:a16="http://schemas.microsoft.com/office/drawing/2014/main" id="{CCBE66FD-0308-4D20-8CCA-C1A71778A4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19578" y="4735470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17" name="图片 616">
                    <a:extLst>
                      <a:ext uri="{FF2B5EF4-FFF2-40B4-BE49-F238E27FC236}">
                        <a16:creationId xmlns:a16="http://schemas.microsoft.com/office/drawing/2014/main" id="{1332BFBF-C166-4C98-95A5-635A10D91B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67953" y="4866232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618" name="图片 617">
                    <a:extLst>
                      <a:ext uri="{FF2B5EF4-FFF2-40B4-BE49-F238E27FC236}">
                        <a16:creationId xmlns:a16="http://schemas.microsoft.com/office/drawing/2014/main" id="{CECB6CBC-08B4-4D79-A7DC-E446D7E035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24959" y="5199340"/>
                    <a:ext cx="304800" cy="3048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0" name="文本框 619">
                        <a:extLst>
                          <a:ext uri="{FF2B5EF4-FFF2-40B4-BE49-F238E27FC236}">
                            <a16:creationId xmlns:a16="http://schemas.microsoft.com/office/drawing/2014/main" id="{A8DD20F9-0317-41AD-900B-0B0F09D7324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84364" y="5502798"/>
                        <a:ext cx="380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620" name="文本框 619">
                        <a:extLst>
                          <a:ext uri="{FF2B5EF4-FFF2-40B4-BE49-F238E27FC236}">
                            <a16:creationId xmlns:a16="http://schemas.microsoft.com/office/drawing/2014/main" id="{A8DD20F9-0317-41AD-900B-0B0F09D7324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84364" y="5502798"/>
                        <a:ext cx="380810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1" name="文本框 620">
                        <a:extLst>
                          <a:ext uri="{FF2B5EF4-FFF2-40B4-BE49-F238E27FC236}">
                            <a16:creationId xmlns:a16="http://schemas.microsoft.com/office/drawing/2014/main" id="{41B12F56-5E15-4485-9C0C-99AE3ECC4C6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73995" y="4599946"/>
                        <a:ext cx="380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621" name="文本框 620">
                        <a:extLst>
                          <a:ext uri="{FF2B5EF4-FFF2-40B4-BE49-F238E27FC236}">
                            <a16:creationId xmlns:a16="http://schemas.microsoft.com/office/drawing/2014/main" id="{41B12F56-5E15-4485-9C0C-99AE3ECC4C6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73995" y="4599946"/>
                        <a:ext cx="380810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80" name="椭圆 579">
                  <a:extLst>
                    <a:ext uri="{FF2B5EF4-FFF2-40B4-BE49-F238E27FC236}">
                      <a16:creationId xmlns:a16="http://schemas.microsoft.com/office/drawing/2014/main" id="{2FC82DAC-BD3A-4D1B-8B37-764D3FAE2CC3}"/>
                    </a:ext>
                  </a:extLst>
                </p:cNvPr>
                <p:cNvSpPr/>
                <p:nvPr/>
              </p:nvSpPr>
              <p:spPr>
                <a:xfrm rot="5136353">
                  <a:off x="3391418" y="4553791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81" name="图片 580">
                  <a:extLst>
                    <a:ext uri="{FF2B5EF4-FFF2-40B4-BE49-F238E27FC236}">
                      <a16:creationId xmlns:a16="http://schemas.microsoft.com/office/drawing/2014/main" id="{FFAA5F92-FA48-4838-A271-D133AF9CBC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9141" y="4669285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82" name="图片 581">
                  <a:extLst>
                    <a:ext uri="{FF2B5EF4-FFF2-40B4-BE49-F238E27FC236}">
                      <a16:creationId xmlns:a16="http://schemas.microsoft.com/office/drawing/2014/main" id="{2E0859E2-855B-44B4-B181-7783AB33FD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47516" y="4800047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" name="文本框 583">
                      <a:extLst>
                        <a:ext uri="{FF2B5EF4-FFF2-40B4-BE49-F238E27FC236}">
                          <a16:creationId xmlns:a16="http://schemas.microsoft.com/office/drawing/2014/main" id="{E7E34E03-EB08-47D7-BED1-6BE89D0372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3467" y="4598413"/>
                      <a:ext cx="38081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200" dirty="0"/>
                    </a:p>
                  </p:txBody>
                </p:sp>
              </mc:Choice>
              <mc:Fallback xmlns="">
                <p:sp>
                  <p:nvSpPr>
                    <p:cNvPr id="584" name="文本框 583">
                      <a:extLst>
                        <a:ext uri="{FF2B5EF4-FFF2-40B4-BE49-F238E27FC236}">
                          <a16:creationId xmlns:a16="http://schemas.microsoft.com/office/drawing/2014/main" id="{E7E34E03-EB08-47D7-BED1-6BE89D0372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93467" y="4598413"/>
                      <a:ext cx="380810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74" name="立方体 573">
                  <a:extLst>
                    <a:ext uri="{FF2B5EF4-FFF2-40B4-BE49-F238E27FC236}">
                      <a16:creationId xmlns:a16="http://schemas.microsoft.com/office/drawing/2014/main" id="{89735A1E-690C-4086-A4E1-4CB3CA32F3A7}"/>
                    </a:ext>
                  </a:extLst>
                </p:cNvPr>
                <p:cNvSpPr/>
                <p:nvPr/>
              </p:nvSpPr>
              <p:spPr>
                <a:xfrm>
                  <a:off x="2363952" y="3627031"/>
                  <a:ext cx="434373" cy="732215"/>
                </a:xfrm>
                <a:prstGeom prst="cub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85" name="组合 584">
                  <a:extLst>
                    <a:ext uri="{FF2B5EF4-FFF2-40B4-BE49-F238E27FC236}">
                      <a16:creationId xmlns:a16="http://schemas.microsoft.com/office/drawing/2014/main" id="{8ACAEF91-8140-4D2C-808E-F289C0595B1F}"/>
                    </a:ext>
                  </a:extLst>
                </p:cNvPr>
                <p:cNvGrpSpPr/>
                <p:nvPr/>
              </p:nvGrpSpPr>
              <p:grpSpPr>
                <a:xfrm>
                  <a:off x="3001230" y="5275298"/>
                  <a:ext cx="773290" cy="579615"/>
                  <a:chOff x="4529992" y="4803810"/>
                  <a:chExt cx="773290" cy="579615"/>
                </a:xfrm>
              </p:grpSpPr>
              <p:sp>
                <p:nvSpPr>
                  <p:cNvPr id="596" name="椭圆 595">
                    <a:extLst>
                      <a:ext uri="{FF2B5EF4-FFF2-40B4-BE49-F238E27FC236}">
                        <a16:creationId xmlns:a16="http://schemas.microsoft.com/office/drawing/2014/main" id="{DF3FC0D9-78B0-468A-B003-802B02A531F6}"/>
                      </a:ext>
                    </a:extLst>
                  </p:cNvPr>
                  <p:cNvSpPr/>
                  <p:nvPr/>
                </p:nvSpPr>
                <p:spPr>
                  <a:xfrm rot="4993526">
                    <a:off x="4583474" y="4750328"/>
                    <a:ext cx="579615" cy="686579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597" name="图片 596">
                    <a:extLst>
                      <a:ext uri="{FF2B5EF4-FFF2-40B4-BE49-F238E27FC236}">
                        <a16:creationId xmlns:a16="http://schemas.microsoft.com/office/drawing/2014/main" id="{B7BBB5BE-B4B0-41E3-B2CA-CF9CD49231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39488" y="5145044"/>
                    <a:ext cx="237849" cy="237849"/>
                  </a:xfrm>
                  <a:prstGeom prst="rect">
                    <a:avLst/>
                  </a:prstGeom>
                </p:spPr>
              </p:pic>
              <p:pic>
                <p:nvPicPr>
                  <p:cNvPr id="598" name="图片 597">
                    <a:extLst>
                      <a:ext uri="{FF2B5EF4-FFF2-40B4-BE49-F238E27FC236}">
                        <a16:creationId xmlns:a16="http://schemas.microsoft.com/office/drawing/2014/main" id="{2AA70575-C301-4CAF-A6C0-3FAEABD16D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16557" y="4840563"/>
                    <a:ext cx="239596" cy="239596"/>
                  </a:xfrm>
                  <a:prstGeom prst="rect">
                    <a:avLst/>
                  </a:prstGeom>
                </p:spPr>
              </p:pic>
              <p:pic>
                <p:nvPicPr>
                  <p:cNvPr id="599" name="图片 598">
                    <a:extLst>
                      <a:ext uri="{FF2B5EF4-FFF2-40B4-BE49-F238E27FC236}">
                        <a16:creationId xmlns:a16="http://schemas.microsoft.com/office/drawing/2014/main" id="{152626A9-C6AE-4885-A3B5-C72C573A33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5567" y="4905247"/>
                    <a:ext cx="281592" cy="281592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0" name="文本框 599">
                        <a:extLst>
                          <a:ext uri="{FF2B5EF4-FFF2-40B4-BE49-F238E27FC236}">
                            <a16:creationId xmlns:a16="http://schemas.microsoft.com/office/drawing/2014/main" id="{89D1B75F-D720-43B2-9467-9073DC6D7D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22472" y="5054765"/>
                        <a:ext cx="380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600" name="文本框 599">
                        <a:extLst>
                          <a:ext uri="{FF2B5EF4-FFF2-40B4-BE49-F238E27FC236}">
                            <a16:creationId xmlns:a16="http://schemas.microsoft.com/office/drawing/2014/main" id="{89D1B75F-D720-43B2-9467-9073DC6D7DD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22472" y="5054765"/>
                        <a:ext cx="380810" cy="276999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586" name="组合 585">
                  <a:extLst>
                    <a:ext uri="{FF2B5EF4-FFF2-40B4-BE49-F238E27FC236}">
                      <a16:creationId xmlns:a16="http://schemas.microsoft.com/office/drawing/2014/main" id="{E2616EAB-C025-4E5A-A584-BCB6187BEAD0}"/>
                    </a:ext>
                  </a:extLst>
                </p:cNvPr>
                <p:cNvGrpSpPr/>
                <p:nvPr/>
              </p:nvGrpSpPr>
              <p:grpSpPr>
                <a:xfrm>
                  <a:off x="3974856" y="4833652"/>
                  <a:ext cx="836733" cy="894538"/>
                  <a:chOff x="5289306" y="4655058"/>
                  <a:chExt cx="836733" cy="894538"/>
                </a:xfrm>
              </p:grpSpPr>
              <p:pic>
                <p:nvPicPr>
                  <p:cNvPr id="591" name="图片 590">
                    <a:extLst>
                      <a:ext uri="{FF2B5EF4-FFF2-40B4-BE49-F238E27FC236}">
                        <a16:creationId xmlns:a16="http://schemas.microsoft.com/office/drawing/2014/main" id="{48008523-C8BD-41B3-837E-95A99DD55C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74949" y="4733363"/>
                    <a:ext cx="304800" cy="304800"/>
                  </a:xfrm>
                  <a:prstGeom prst="rect">
                    <a:avLst/>
                  </a:prstGeom>
                </p:spPr>
              </p:pic>
              <p:sp>
                <p:nvSpPr>
                  <p:cNvPr id="592" name="椭圆 591">
                    <a:extLst>
                      <a:ext uri="{FF2B5EF4-FFF2-40B4-BE49-F238E27FC236}">
                        <a16:creationId xmlns:a16="http://schemas.microsoft.com/office/drawing/2014/main" id="{39160B45-C6E9-44B4-9FE5-8D7BACC804FE}"/>
                      </a:ext>
                    </a:extLst>
                  </p:cNvPr>
                  <p:cNvSpPr/>
                  <p:nvPr/>
                </p:nvSpPr>
                <p:spPr>
                  <a:xfrm rot="5210808">
                    <a:off x="5380398" y="4563966"/>
                    <a:ext cx="654549" cy="836733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593" name="图片 592">
                    <a:extLst>
                      <a:ext uri="{FF2B5EF4-FFF2-40B4-BE49-F238E27FC236}">
                        <a16:creationId xmlns:a16="http://schemas.microsoft.com/office/drawing/2014/main" id="{9D591761-7555-4FF7-9B58-12663D9266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94260" y="4898268"/>
                    <a:ext cx="304800" cy="304800"/>
                  </a:xfrm>
                  <a:prstGeom prst="rect">
                    <a:avLst/>
                  </a:prstGeom>
                </p:spPr>
              </p:pic>
              <p:pic>
                <p:nvPicPr>
                  <p:cNvPr id="594" name="图片 593">
                    <a:extLst>
                      <a:ext uri="{FF2B5EF4-FFF2-40B4-BE49-F238E27FC236}">
                        <a16:creationId xmlns:a16="http://schemas.microsoft.com/office/drawing/2014/main" id="{C5C83BDE-5349-4CFC-85B5-CDCD3B182A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42016" y="4793099"/>
                    <a:ext cx="304800" cy="3048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5" name="文本框 594">
                        <a:extLst>
                          <a:ext uri="{FF2B5EF4-FFF2-40B4-BE49-F238E27FC236}">
                            <a16:creationId xmlns:a16="http://schemas.microsoft.com/office/drawing/2014/main" id="{55C49615-0B9C-488C-B45E-41D1B2844C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85457" y="5272597"/>
                        <a:ext cx="380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595" name="文本框 594">
                        <a:extLst>
                          <a:ext uri="{FF2B5EF4-FFF2-40B4-BE49-F238E27FC236}">
                            <a16:creationId xmlns:a16="http://schemas.microsoft.com/office/drawing/2014/main" id="{55C49615-0B9C-488C-B45E-41D1B2844CF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85457" y="5272597"/>
                        <a:ext cx="380810" cy="276999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87" name="立方体 586">
                  <a:extLst>
                    <a:ext uri="{FF2B5EF4-FFF2-40B4-BE49-F238E27FC236}">
                      <a16:creationId xmlns:a16="http://schemas.microsoft.com/office/drawing/2014/main" id="{143B46B2-8D27-4837-B61E-250C01194E23}"/>
                    </a:ext>
                  </a:extLst>
                </p:cNvPr>
                <p:cNvSpPr/>
                <p:nvPr/>
              </p:nvSpPr>
              <p:spPr>
                <a:xfrm>
                  <a:off x="1910705" y="5300077"/>
                  <a:ext cx="539077" cy="699620"/>
                </a:xfrm>
                <a:prstGeom prst="cub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8" name="立方体 587">
                  <a:extLst>
                    <a:ext uri="{FF2B5EF4-FFF2-40B4-BE49-F238E27FC236}">
                      <a16:creationId xmlns:a16="http://schemas.microsoft.com/office/drawing/2014/main" id="{44105EF5-886F-4749-B45B-F40FD6841EBA}"/>
                    </a:ext>
                  </a:extLst>
                </p:cNvPr>
                <p:cNvSpPr/>
                <p:nvPr/>
              </p:nvSpPr>
              <p:spPr>
                <a:xfrm>
                  <a:off x="4677116" y="4289874"/>
                  <a:ext cx="496637" cy="594917"/>
                </a:xfrm>
                <a:prstGeom prst="cube">
                  <a:avLst>
                    <a:gd name="adj" fmla="val 19877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590" name="直接连接符 589">
                <a:extLst>
                  <a:ext uri="{FF2B5EF4-FFF2-40B4-BE49-F238E27FC236}">
                    <a16:creationId xmlns:a16="http://schemas.microsoft.com/office/drawing/2014/main" id="{66FE54C9-FA5E-4067-87E9-4D83F7FAABFB}"/>
                  </a:ext>
                </a:extLst>
              </p:cNvPr>
              <p:cNvCxnSpPr>
                <a:cxnSpLocks/>
                <a:stCxn id="516" idx="2"/>
                <a:endCxn id="613" idx="4"/>
              </p:cNvCxnSpPr>
              <p:nvPr/>
            </p:nvCxnSpPr>
            <p:spPr>
              <a:xfrm flipH="1">
                <a:off x="1370889" y="2784171"/>
                <a:ext cx="385650" cy="2922967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48D72933-A91B-490F-80DB-8FA545F0E2CD}"/>
                  </a:ext>
                </a:extLst>
              </p:cNvPr>
              <p:cNvCxnSpPr>
                <a:cxnSpLocks/>
                <a:stCxn id="513" idx="2"/>
                <a:endCxn id="605" idx="0"/>
              </p:cNvCxnSpPr>
              <p:nvPr/>
            </p:nvCxnSpPr>
            <p:spPr>
              <a:xfrm>
                <a:off x="1336620" y="2345678"/>
                <a:ext cx="305330" cy="2795397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直接连接符 588">
                <a:extLst>
                  <a:ext uri="{FF2B5EF4-FFF2-40B4-BE49-F238E27FC236}">
                    <a16:creationId xmlns:a16="http://schemas.microsoft.com/office/drawing/2014/main" id="{EB2F6783-3FC6-4DAC-B3C7-E90DC6A14249}"/>
                  </a:ext>
                </a:extLst>
              </p:cNvPr>
              <p:cNvCxnSpPr>
                <a:cxnSpLocks/>
                <a:stCxn id="515" idx="2"/>
                <a:endCxn id="606" idx="0"/>
              </p:cNvCxnSpPr>
              <p:nvPr/>
            </p:nvCxnSpPr>
            <p:spPr>
              <a:xfrm>
                <a:off x="900994" y="2857695"/>
                <a:ext cx="394130" cy="2897219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接连接符 530">
                <a:extLst>
                  <a:ext uri="{FF2B5EF4-FFF2-40B4-BE49-F238E27FC236}">
                    <a16:creationId xmlns:a16="http://schemas.microsoft.com/office/drawing/2014/main" id="{07446E2E-C9C5-426D-B3BE-468C03016796}"/>
                  </a:ext>
                </a:extLst>
              </p:cNvPr>
              <p:cNvCxnSpPr>
                <a:cxnSpLocks/>
                <a:stCxn id="513" idx="2"/>
                <a:endCxn id="605" idx="4"/>
              </p:cNvCxnSpPr>
              <p:nvPr/>
            </p:nvCxnSpPr>
            <p:spPr>
              <a:xfrm flipH="1">
                <a:off x="957389" y="2345678"/>
                <a:ext cx="379231" cy="284800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5" name="箭头: 右 624">
                <a:extLst>
                  <a:ext uri="{FF2B5EF4-FFF2-40B4-BE49-F238E27FC236}">
                    <a16:creationId xmlns:a16="http://schemas.microsoft.com/office/drawing/2014/main" id="{49C0FC55-71D6-429D-AE12-A43425E3F24F}"/>
                  </a:ext>
                </a:extLst>
              </p:cNvPr>
              <p:cNvSpPr/>
              <p:nvPr/>
            </p:nvSpPr>
            <p:spPr>
              <a:xfrm>
                <a:off x="5801213" y="4835642"/>
                <a:ext cx="685800" cy="190500"/>
              </a:xfrm>
              <a:prstGeom prst="rightArrow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7" name="箭头: 右 626">
                <a:extLst>
                  <a:ext uri="{FF2B5EF4-FFF2-40B4-BE49-F238E27FC236}">
                    <a16:creationId xmlns:a16="http://schemas.microsoft.com/office/drawing/2014/main" id="{D57BB293-F80C-4B69-8FA0-AD2E7CF9A910}"/>
                  </a:ext>
                </a:extLst>
              </p:cNvPr>
              <p:cNvSpPr/>
              <p:nvPr/>
            </p:nvSpPr>
            <p:spPr>
              <a:xfrm>
                <a:off x="5801213" y="1797167"/>
                <a:ext cx="685800" cy="190500"/>
              </a:xfrm>
              <a:prstGeom prst="right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BDADE602-F8FA-4A31-BD89-A95360F3CC41}"/>
                  </a:ext>
                </a:extLst>
              </p:cNvPr>
              <p:cNvCxnSpPr>
                <a:cxnSpLocks/>
                <a:stCxn id="516" idx="2"/>
                <a:endCxn id="613" idx="0"/>
              </p:cNvCxnSpPr>
              <p:nvPr/>
            </p:nvCxnSpPr>
            <p:spPr>
              <a:xfrm>
                <a:off x="1756539" y="2784171"/>
                <a:ext cx="449817" cy="287694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星形: 五角 233">
                <a:extLst>
                  <a:ext uri="{FF2B5EF4-FFF2-40B4-BE49-F238E27FC236}">
                    <a16:creationId xmlns:a16="http://schemas.microsoft.com/office/drawing/2014/main" id="{7DDA0F1D-E154-46EB-BE54-A45463913591}"/>
                  </a:ext>
                </a:extLst>
              </p:cNvPr>
              <p:cNvSpPr/>
              <p:nvPr/>
            </p:nvSpPr>
            <p:spPr>
              <a:xfrm rot="20997962">
                <a:off x="3246919" y="5519988"/>
                <a:ext cx="104245" cy="105269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星形: 五角 234">
                <a:extLst>
                  <a:ext uri="{FF2B5EF4-FFF2-40B4-BE49-F238E27FC236}">
                    <a16:creationId xmlns:a16="http://schemas.microsoft.com/office/drawing/2014/main" id="{F7F58114-93DD-415F-A2C7-538384E520B9}"/>
                  </a:ext>
                </a:extLst>
              </p:cNvPr>
              <p:cNvSpPr/>
              <p:nvPr/>
            </p:nvSpPr>
            <p:spPr>
              <a:xfrm rot="1548584">
                <a:off x="2379205" y="5158462"/>
                <a:ext cx="105269" cy="104245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星形: 五角 235">
                <a:extLst>
                  <a:ext uri="{FF2B5EF4-FFF2-40B4-BE49-F238E27FC236}">
                    <a16:creationId xmlns:a16="http://schemas.microsoft.com/office/drawing/2014/main" id="{7895F05B-9B87-4F38-905E-C6ACFAC11FC1}"/>
                  </a:ext>
                </a:extLst>
              </p:cNvPr>
              <p:cNvSpPr/>
              <p:nvPr/>
            </p:nvSpPr>
            <p:spPr>
              <a:xfrm>
                <a:off x="4955378" y="4502133"/>
                <a:ext cx="92662" cy="105269"/>
              </a:xfrm>
              <a:prstGeom prst="star5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箭头: 下 50">
                <a:extLst>
                  <a:ext uri="{FF2B5EF4-FFF2-40B4-BE49-F238E27FC236}">
                    <a16:creationId xmlns:a16="http://schemas.microsoft.com/office/drawing/2014/main" id="{D725A393-D50F-43BA-86F0-D0DDE2AC148E}"/>
                  </a:ext>
                </a:extLst>
              </p:cNvPr>
              <p:cNvSpPr/>
              <p:nvPr/>
            </p:nvSpPr>
            <p:spPr>
              <a:xfrm>
                <a:off x="2151142" y="3080606"/>
                <a:ext cx="205563" cy="1178974"/>
              </a:xfrm>
              <a:prstGeom prst="downArrow">
                <a:avLst>
                  <a:gd name="adj1" fmla="val 50000"/>
                  <a:gd name="adj2" fmla="val 122414"/>
                </a:avLst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箭头: 下 249">
                <a:extLst>
                  <a:ext uri="{FF2B5EF4-FFF2-40B4-BE49-F238E27FC236}">
                    <a16:creationId xmlns:a16="http://schemas.microsoft.com/office/drawing/2014/main" id="{C4DDC77E-7D51-4316-9B61-0FDE864BBFCF}"/>
                  </a:ext>
                </a:extLst>
              </p:cNvPr>
              <p:cNvSpPr/>
              <p:nvPr/>
            </p:nvSpPr>
            <p:spPr>
              <a:xfrm rot="10800000">
                <a:off x="3923228" y="3073518"/>
                <a:ext cx="205563" cy="1155582"/>
              </a:xfrm>
              <a:prstGeom prst="downArrow">
                <a:avLst>
                  <a:gd name="adj1" fmla="val 50000"/>
                  <a:gd name="adj2" fmla="val 98276"/>
                </a:avLst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2318F9E-E578-404C-9715-42086BD29664}"/>
                  </a:ext>
                </a:extLst>
              </p:cNvPr>
              <p:cNvSpPr txBox="1"/>
              <p:nvPr/>
            </p:nvSpPr>
            <p:spPr>
              <a:xfrm>
                <a:off x="1150800" y="3296805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全局引导</a:t>
                </a:r>
              </a:p>
            </p:txBody>
          </p: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C9CBF080-1DF5-42F7-B496-0B87515EDABE}"/>
                  </a:ext>
                </a:extLst>
              </p:cNvPr>
              <p:cNvSpPr txBox="1"/>
              <p:nvPr/>
            </p:nvSpPr>
            <p:spPr>
              <a:xfrm>
                <a:off x="4168312" y="3276253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实时重规划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/>
                <p:nvPr/>
              </p:nvSpPr>
              <p:spPr>
                <a:xfrm>
                  <a:off x="1630260" y="5643905"/>
                  <a:ext cx="4735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260" y="5643905"/>
                  <a:ext cx="473528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E610095C-E527-4ED5-B1FA-10625BAFBE23}"/>
                </a:ext>
              </a:extLst>
            </p:cNvPr>
            <p:cNvSpPr txBox="1"/>
            <p:nvPr/>
          </p:nvSpPr>
          <p:spPr>
            <a:xfrm>
              <a:off x="2203303" y="768378"/>
              <a:ext cx="13151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需重新规划的簇路径</a:t>
              </a:r>
            </a:p>
          </p:txBody>
        </p:sp>
        <p:sp>
          <p:nvSpPr>
            <p:cNvPr id="361" name="文本框 360">
              <a:extLst>
                <a:ext uri="{FF2B5EF4-FFF2-40B4-BE49-F238E27FC236}">
                  <a16:creationId xmlns:a16="http://schemas.microsoft.com/office/drawing/2014/main" id="{F4A9B701-AC29-4679-BBDB-EA09762F3529}"/>
                </a:ext>
              </a:extLst>
            </p:cNvPr>
            <p:cNvSpPr txBox="1"/>
            <p:nvPr/>
          </p:nvSpPr>
          <p:spPr>
            <a:xfrm>
              <a:off x="2750611" y="2720411"/>
              <a:ext cx="7659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无需重规划</a:t>
              </a:r>
            </a:p>
          </p:txBody>
        </p:sp>
        <p:sp>
          <p:nvSpPr>
            <p:cNvPr id="75" name="流程图: 决策 74">
              <a:extLst>
                <a:ext uri="{FF2B5EF4-FFF2-40B4-BE49-F238E27FC236}">
                  <a16:creationId xmlns:a16="http://schemas.microsoft.com/office/drawing/2014/main" id="{847C9905-0EBE-4410-83CA-1120069E5B48}"/>
                </a:ext>
              </a:extLst>
            </p:cNvPr>
            <p:cNvSpPr/>
            <p:nvPr/>
          </p:nvSpPr>
          <p:spPr>
            <a:xfrm>
              <a:off x="8511540" y="2103120"/>
              <a:ext cx="1859280" cy="678180"/>
            </a:xfrm>
            <a:prstGeom prst="flowChartDecis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AD077F02-C1E7-4DCF-9C47-36F1EDCC8581}"/>
                </a:ext>
              </a:extLst>
            </p:cNvPr>
            <p:cNvSpPr txBox="1"/>
            <p:nvPr/>
          </p:nvSpPr>
          <p:spPr>
            <a:xfrm>
              <a:off x="8681515" y="2304786"/>
              <a:ext cx="15597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②全局路径是否碰撞</a:t>
              </a: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BF3E9FA1-8B00-4BF9-8122-A2845E318C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640" y="1851660"/>
              <a:ext cx="2" cy="21086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1" name="直接箭头连接符 380">
              <a:extLst>
                <a:ext uri="{FF2B5EF4-FFF2-40B4-BE49-F238E27FC236}">
                  <a16:creationId xmlns:a16="http://schemas.microsoft.com/office/drawing/2014/main" id="{06F086E4-E148-4CAC-B939-6A5076ADDC64}"/>
                </a:ext>
              </a:extLst>
            </p:cNvPr>
            <p:cNvCxnSpPr>
              <a:cxnSpLocks/>
              <a:stCxn id="23" idx="2"/>
              <a:endCxn id="26" idx="0"/>
            </p:cNvCxnSpPr>
            <p:nvPr/>
          </p:nvCxnSpPr>
          <p:spPr>
            <a:xfrm>
              <a:off x="7891300" y="4518660"/>
              <a:ext cx="1" cy="3903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连接符: 肘形 87">
              <a:extLst>
                <a:ext uri="{FF2B5EF4-FFF2-40B4-BE49-F238E27FC236}">
                  <a16:creationId xmlns:a16="http://schemas.microsoft.com/office/drawing/2014/main" id="{B3E72184-2193-49E8-9422-8BBD519A6202}"/>
                </a:ext>
              </a:extLst>
            </p:cNvPr>
            <p:cNvCxnSpPr>
              <a:cxnSpLocks/>
              <a:stCxn id="26" idx="3"/>
              <a:endCxn id="370" idx="2"/>
            </p:cNvCxnSpPr>
            <p:nvPr/>
          </p:nvCxnSpPr>
          <p:spPr>
            <a:xfrm flipV="1">
              <a:off x="8694090" y="4730599"/>
              <a:ext cx="1142612" cy="46420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5" name="连接符: 肘形 384">
              <a:extLst>
                <a:ext uri="{FF2B5EF4-FFF2-40B4-BE49-F238E27FC236}">
                  <a16:creationId xmlns:a16="http://schemas.microsoft.com/office/drawing/2014/main" id="{8CE26109-64CA-429C-B054-62D5B7CED3B1}"/>
                </a:ext>
              </a:extLst>
            </p:cNvPr>
            <p:cNvCxnSpPr>
              <a:cxnSpLocks/>
              <a:stCxn id="370" idx="0"/>
              <a:endCxn id="75" idx="2"/>
            </p:cNvCxnSpPr>
            <p:nvPr/>
          </p:nvCxnSpPr>
          <p:spPr>
            <a:xfrm rot="16200000" flipV="1">
              <a:off x="8995166" y="3227315"/>
              <a:ext cx="1287551" cy="3955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3D2139C9-46F5-4929-A41C-50FB6DE5F9FE}"/>
                </a:ext>
              </a:extLst>
            </p:cNvPr>
            <p:cNvSpPr txBox="1"/>
            <p:nvPr/>
          </p:nvSpPr>
          <p:spPr>
            <a:xfrm>
              <a:off x="10276721" y="195302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是</a:t>
              </a:r>
            </a:p>
          </p:txBody>
        </p:sp>
        <p:sp>
          <p:nvSpPr>
            <p:cNvPr id="387" name="文本框 386">
              <a:extLst>
                <a:ext uri="{FF2B5EF4-FFF2-40B4-BE49-F238E27FC236}">
                  <a16:creationId xmlns:a16="http://schemas.microsoft.com/office/drawing/2014/main" id="{5B6D0795-3715-4911-A6DB-C8D82C93E2D9}"/>
                </a:ext>
              </a:extLst>
            </p:cNvPr>
            <p:cNvSpPr txBox="1"/>
            <p:nvPr/>
          </p:nvSpPr>
          <p:spPr>
            <a:xfrm>
              <a:off x="7840980" y="269748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否</a:t>
              </a:r>
            </a:p>
          </p:txBody>
        </p:sp>
        <p:cxnSp>
          <p:nvCxnSpPr>
            <p:cNvPr id="389" name="连接符: 肘形 388">
              <a:extLst>
                <a:ext uri="{FF2B5EF4-FFF2-40B4-BE49-F238E27FC236}">
                  <a16:creationId xmlns:a16="http://schemas.microsoft.com/office/drawing/2014/main" id="{F75D99F3-FA99-4409-863D-06458B1E9FC6}"/>
                </a:ext>
              </a:extLst>
            </p:cNvPr>
            <p:cNvCxnSpPr>
              <a:cxnSpLocks/>
              <a:stCxn id="75" idx="1"/>
            </p:cNvCxnSpPr>
            <p:nvPr/>
          </p:nvCxnSpPr>
          <p:spPr>
            <a:xfrm rot="10800000" flipV="1">
              <a:off x="8176260" y="2442210"/>
              <a:ext cx="335280" cy="152781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1" name="连接符: 肘形 390">
              <a:extLst>
                <a:ext uri="{FF2B5EF4-FFF2-40B4-BE49-F238E27FC236}">
                  <a16:creationId xmlns:a16="http://schemas.microsoft.com/office/drawing/2014/main" id="{463BFFA8-D9B5-4E59-8525-B1E20D93265D}"/>
                </a:ext>
              </a:extLst>
            </p:cNvPr>
            <p:cNvCxnSpPr>
              <a:cxnSpLocks/>
              <a:stCxn id="75" idx="3"/>
              <a:endCxn id="21" idx="3"/>
            </p:cNvCxnSpPr>
            <p:nvPr/>
          </p:nvCxnSpPr>
          <p:spPr>
            <a:xfrm flipV="1">
              <a:off x="10370820" y="1535431"/>
              <a:ext cx="7106" cy="906779"/>
            </a:xfrm>
            <a:prstGeom prst="bentConnector3">
              <a:avLst>
                <a:gd name="adj1" fmla="val 3317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8" name="直接箭头连接符 397">
              <a:extLst>
                <a:ext uri="{FF2B5EF4-FFF2-40B4-BE49-F238E27FC236}">
                  <a16:creationId xmlns:a16="http://schemas.microsoft.com/office/drawing/2014/main" id="{3F994374-CA35-45D9-99D5-226049675EB2}"/>
                </a:ext>
              </a:extLst>
            </p:cNvPr>
            <p:cNvCxnSpPr>
              <a:cxnSpLocks/>
              <a:endCxn id="75" idx="0"/>
            </p:cNvCxnSpPr>
            <p:nvPr/>
          </p:nvCxnSpPr>
          <p:spPr>
            <a:xfrm>
              <a:off x="9441180" y="1828800"/>
              <a:ext cx="0" cy="274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AB7F00D-A2DF-496B-A23B-6E522E1830B8}"/>
                </a:ext>
              </a:extLst>
            </p:cNvPr>
            <p:cNvSpPr txBox="1"/>
            <p:nvPr/>
          </p:nvSpPr>
          <p:spPr>
            <a:xfrm>
              <a:off x="6606363" y="322720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关键点引导</a:t>
              </a:r>
            </a:p>
          </p:txBody>
        </p: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C161D7A7-A14E-4390-9092-3BC5ABE1FC9F}"/>
                </a:ext>
              </a:extLst>
            </p:cNvPr>
            <p:cNvSpPr txBox="1"/>
            <p:nvPr/>
          </p:nvSpPr>
          <p:spPr>
            <a:xfrm>
              <a:off x="9892045" y="3215683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实时规划</a:t>
              </a:r>
            </a:p>
          </p:txBody>
        </p:sp>
        <p:sp>
          <p:nvSpPr>
            <p:cNvPr id="721" name="星形: 五角 720">
              <a:extLst>
                <a:ext uri="{FF2B5EF4-FFF2-40B4-BE49-F238E27FC236}">
                  <a16:creationId xmlns:a16="http://schemas.microsoft.com/office/drawing/2014/main" id="{9DE87FF4-F333-4E76-BBA7-97B7458E55FB}"/>
                </a:ext>
              </a:extLst>
            </p:cNvPr>
            <p:cNvSpPr/>
            <p:nvPr/>
          </p:nvSpPr>
          <p:spPr>
            <a:xfrm rot="3684013">
              <a:off x="3000765" y="2518907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2" name="文本框 721">
              <a:extLst>
                <a:ext uri="{FF2B5EF4-FFF2-40B4-BE49-F238E27FC236}">
                  <a16:creationId xmlns:a16="http://schemas.microsoft.com/office/drawing/2014/main" id="{6CBE9503-2A84-47AB-B75B-B4C7044A672D}"/>
                </a:ext>
              </a:extLst>
            </p:cNvPr>
            <p:cNvSpPr txBox="1"/>
            <p:nvPr/>
          </p:nvSpPr>
          <p:spPr>
            <a:xfrm>
              <a:off x="1813351" y="2026991"/>
              <a:ext cx="7659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全局关键点</a:t>
              </a:r>
            </a:p>
          </p:txBody>
        </p:sp>
        <p:cxnSp>
          <p:nvCxnSpPr>
            <p:cNvPr id="723" name="直接箭头连接符 722">
              <a:extLst>
                <a:ext uri="{FF2B5EF4-FFF2-40B4-BE49-F238E27FC236}">
                  <a16:creationId xmlns:a16="http://schemas.microsoft.com/office/drawing/2014/main" id="{2C7110BC-5D24-4C87-9A82-AF54521489C2}"/>
                </a:ext>
              </a:extLst>
            </p:cNvPr>
            <p:cNvCxnSpPr>
              <a:cxnSpLocks/>
              <a:stCxn id="594" idx="2"/>
              <a:endCxn id="595" idx="0"/>
            </p:cNvCxnSpPr>
            <p:nvPr/>
          </p:nvCxnSpPr>
          <p:spPr>
            <a:xfrm flipH="1">
              <a:off x="4809575" y="5359160"/>
              <a:ext cx="218554" cy="174698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直接箭头连接符 723">
              <a:extLst>
                <a:ext uri="{FF2B5EF4-FFF2-40B4-BE49-F238E27FC236}">
                  <a16:creationId xmlns:a16="http://schemas.microsoft.com/office/drawing/2014/main" id="{CAF4C211-CA3F-43AC-BEA3-D1B53DB4FCED}"/>
                </a:ext>
              </a:extLst>
            </p:cNvPr>
            <p:cNvCxnSpPr>
              <a:cxnSpLocks/>
              <a:stCxn id="594" idx="1"/>
            </p:cNvCxnSpPr>
            <p:nvPr/>
          </p:nvCxnSpPr>
          <p:spPr>
            <a:xfrm flipH="1" flipV="1">
              <a:off x="4488181" y="4975860"/>
              <a:ext cx="387548" cy="2309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直接箭头连接符 724">
              <a:extLst>
                <a:ext uri="{FF2B5EF4-FFF2-40B4-BE49-F238E27FC236}">
                  <a16:creationId xmlns:a16="http://schemas.microsoft.com/office/drawing/2014/main" id="{A03BA77E-BA9D-49C1-9AFF-71C9E10335F4}"/>
                </a:ext>
              </a:extLst>
            </p:cNvPr>
            <p:cNvCxnSpPr>
              <a:cxnSpLocks/>
              <a:stCxn id="594" idx="0"/>
            </p:cNvCxnSpPr>
            <p:nvPr/>
          </p:nvCxnSpPr>
          <p:spPr>
            <a:xfrm flipV="1">
              <a:off x="5028129" y="4747260"/>
              <a:ext cx="0" cy="3071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6" name="文本框 725">
              <a:extLst>
                <a:ext uri="{FF2B5EF4-FFF2-40B4-BE49-F238E27FC236}">
                  <a16:creationId xmlns:a16="http://schemas.microsoft.com/office/drawing/2014/main" id="{80E16DBA-70B9-42EB-B858-CA57086B87F6}"/>
                </a:ext>
              </a:extLst>
            </p:cNvPr>
            <p:cNvSpPr txBox="1"/>
            <p:nvPr/>
          </p:nvSpPr>
          <p:spPr>
            <a:xfrm>
              <a:off x="3962400" y="5060256"/>
              <a:ext cx="96774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通信保持引力</a:t>
              </a:r>
            </a:p>
          </p:txBody>
        </p:sp>
        <p:sp>
          <p:nvSpPr>
            <p:cNvPr id="727" name="文本框 726">
              <a:extLst>
                <a:ext uri="{FF2B5EF4-FFF2-40B4-BE49-F238E27FC236}">
                  <a16:creationId xmlns:a16="http://schemas.microsoft.com/office/drawing/2014/main" id="{09534741-FEED-45C9-80C5-1119FA503FBE}"/>
                </a:ext>
              </a:extLst>
            </p:cNvPr>
            <p:cNvSpPr txBox="1"/>
            <p:nvPr/>
          </p:nvSpPr>
          <p:spPr>
            <a:xfrm>
              <a:off x="5173751" y="4987071"/>
              <a:ext cx="9143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目标导向引力</a:t>
              </a:r>
            </a:p>
          </p:txBody>
        </p:sp>
        <p:sp>
          <p:nvSpPr>
            <p:cNvPr id="728" name="文本框 727">
              <a:extLst>
                <a:ext uri="{FF2B5EF4-FFF2-40B4-BE49-F238E27FC236}">
                  <a16:creationId xmlns:a16="http://schemas.microsoft.com/office/drawing/2014/main" id="{CFB679A7-347E-4AFA-A7E0-D007BAA10681}"/>
                </a:ext>
              </a:extLst>
            </p:cNvPr>
            <p:cNvSpPr txBox="1"/>
            <p:nvPr/>
          </p:nvSpPr>
          <p:spPr>
            <a:xfrm>
              <a:off x="4866806" y="5471736"/>
              <a:ext cx="10996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碰撞避免斥力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52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04409F8-69A0-49AB-927C-DC248A5BBB52}"/>
              </a:ext>
            </a:extLst>
          </p:cNvPr>
          <p:cNvGrpSpPr/>
          <p:nvPr/>
        </p:nvGrpSpPr>
        <p:grpSpPr>
          <a:xfrm>
            <a:off x="225988" y="312420"/>
            <a:ext cx="8934669" cy="5820489"/>
            <a:chOff x="225988" y="312420"/>
            <a:chExt cx="8934669" cy="582048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A91DBF-43F5-4F2D-9D61-6DB9180B3CAF}"/>
                </a:ext>
              </a:extLst>
            </p:cNvPr>
            <p:cNvSpPr/>
            <p:nvPr/>
          </p:nvSpPr>
          <p:spPr>
            <a:xfrm>
              <a:off x="6712657" y="676913"/>
              <a:ext cx="2448000" cy="24480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C0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58E4C17-8E72-49F6-8BE2-56F017C6983E}"/>
                </a:ext>
              </a:extLst>
            </p:cNvPr>
            <p:cNvSpPr/>
            <p:nvPr/>
          </p:nvSpPr>
          <p:spPr>
            <a:xfrm>
              <a:off x="6712657" y="3684909"/>
              <a:ext cx="2448000" cy="2448000"/>
            </a:xfrm>
            <a:prstGeom prst="roundRect">
              <a:avLst>
                <a:gd name="adj" fmla="val 8398"/>
              </a:avLst>
            </a:prstGeom>
            <a:solidFill>
              <a:schemeClr val="bg1">
                <a:lumMod val="95000"/>
              </a:schemeClr>
            </a:solidFill>
            <a:ln cap="rnd">
              <a:solidFill>
                <a:srgbClr val="0070C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DEDC3E-65C2-4C62-A027-CA3DCBD4E5CA}"/>
                </a:ext>
              </a:extLst>
            </p:cNvPr>
            <p:cNvSpPr/>
            <p:nvPr/>
          </p:nvSpPr>
          <p:spPr>
            <a:xfrm>
              <a:off x="7036657" y="1115385"/>
              <a:ext cx="1800000" cy="4418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单簇全局路径生成</a:t>
              </a:r>
              <a:endPara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7D06EE6-192F-45DC-B502-6DC8ACDC767C}"/>
                </a:ext>
              </a:extLst>
            </p:cNvPr>
            <p:cNvSpPr txBox="1"/>
            <p:nvPr/>
          </p:nvSpPr>
          <p:spPr>
            <a:xfrm>
              <a:off x="6897776" y="718853"/>
              <a:ext cx="21056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全局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C-RRT*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规划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D776B5B-7D47-4A58-97E1-148B4D750841}"/>
                </a:ext>
              </a:extLst>
            </p:cNvPr>
            <p:cNvSpPr txBox="1"/>
            <p:nvPr/>
          </p:nvSpPr>
          <p:spPr>
            <a:xfrm>
              <a:off x="6709322" y="3750376"/>
              <a:ext cx="2438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局部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MBST-APF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规划</a:t>
              </a:r>
            </a:p>
          </p:txBody>
        </p: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B3C9DAEF-8513-42E4-A490-5FAE0BA739FA}"/>
                </a:ext>
              </a:extLst>
            </p:cNvPr>
            <p:cNvCxnSpPr>
              <a:cxnSpLocks/>
              <a:stCxn id="515" idx="2"/>
              <a:endCxn id="606" idx="4"/>
            </p:cNvCxnSpPr>
            <p:nvPr/>
          </p:nvCxnSpPr>
          <p:spPr>
            <a:xfrm flipH="1">
              <a:off x="606251" y="2871871"/>
              <a:ext cx="287655" cy="297821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平行四边形 508">
              <a:extLst>
                <a:ext uri="{FF2B5EF4-FFF2-40B4-BE49-F238E27FC236}">
                  <a16:creationId xmlns:a16="http://schemas.microsoft.com/office/drawing/2014/main" id="{495D0F38-C2C4-420A-9851-5F9B8A1B9F9C}"/>
                </a:ext>
              </a:extLst>
            </p:cNvPr>
            <p:cNvSpPr/>
            <p:nvPr/>
          </p:nvSpPr>
          <p:spPr>
            <a:xfrm>
              <a:off x="225988" y="669017"/>
              <a:ext cx="6310057" cy="2289489"/>
            </a:xfrm>
            <a:prstGeom prst="parallelogram">
              <a:avLst>
                <a:gd name="adj" fmla="val 883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13" name="图片 512">
              <a:extLst>
                <a:ext uri="{FF2B5EF4-FFF2-40B4-BE49-F238E27FC236}">
                  <a16:creationId xmlns:a16="http://schemas.microsoft.com/office/drawing/2014/main" id="{B6C3CDCB-7E7D-4EC2-B213-0DE569033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132" y="2055054"/>
              <a:ext cx="304800" cy="304800"/>
            </a:xfrm>
            <a:prstGeom prst="rect">
              <a:avLst/>
            </a:prstGeom>
          </p:spPr>
        </p:pic>
        <p:pic>
          <p:nvPicPr>
            <p:cNvPr id="515" name="图片 514">
              <a:extLst>
                <a:ext uri="{FF2B5EF4-FFF2-40B4-BE49-F238E27FC236}">
                  <a16:creationId xmlns:a16="http://schemas.microsoft.com/office/drawing/2014/main" id="{450A2A86-7142-43A1-85D0-0F1487AEA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506" y="2567071"/>
              <a:ext cx="304800" cy="304800"/>
            </a:xfrm>
            <a:prstGeom prst="rect">
              <a:avLst/>
            </a:prstGeom>
          </p:spPr>
        </p:pic>
        <p:pic>
          <p:nvPicPr>
            <p:cNvPr id="516" name="图片 515">
              <a:extLst>
                <a:ext uri="{FF2B5EF4-FFF2-40B4-BE49-F238E27FC236}">
                  <a16:creationId xmlns:a16="http://schemas.microsoft.com/office/drawing/2014/main" id="{FD79633A-0ACD-46DF-8619-FC8F27473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7051" y="2493547"/>
              <a:ext cx="304800" cy="304800"/>
            </a:xfrm>
            <a:prstGeom prst="rect">
              <a:avLst/>
            </a:prstGeom>
          </p:spPr>
        </p:pic>
        <p:sp>
          <p:nvSpPr>
            <p:cNvPr id="519" name="平行四边形 518">
              <a:extLst>
                <a:ext uri="{FF2B5EF4-FFF2-40B4-BE49-F238E27FC236}">
                  <a16:creationId xmlns:a16="http://schemas.microsoft.com/office/drawing/2014/main" id="{D1BC4AB5-56F8-4BC6-B4C4-008A67EBA2D9}"/>
                </a:ext>
              </a:extLst>
            </p:cNvPr>
            <p:cNvSpPr/>
            <p:nvPr/>
          </p:nvSpPr>
          <p:spPr>
            <a:xfrm>
              <a:off x="2213066" y="2712680"/>
              <a:ext cx="525780" cy="251460"/>
            </a:xfrm>
            <a:prstGeom prst="parallelogram">
              <a:avLst>
                <a:gd name="adj" fmla="val 7316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0" name="平行四边形 519">
              <a:extLst>
                <a:ext uri="{FF2B5EF4-FFF2-40B4-BE49-F238E27FC236}">
                  <a16:creationId xmlns:a16="http://schemas.microsoft.com/office/drawing/2014/main" id="{4EB1949E-3B9F-445B-93B6-EDD7BD6E0B2B}"/>
                </a:ext>
              </a:extLst>
            </p:cNvPr>
            <p:cNvSpPr/>
            <p:nvPr/>
          </p:nvSpPr>
          <p:spPr>
            <a:xfrm>
              <a:off x="4110446" y="2453600"/>
              <a:ext cx="510540" cy="236220"/>
            </a:xfrm>
            <a:prstGeom prst="parallelogram">
              <a:avLst>
                <a:gd name="adj" fmla="val 7572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平行四边形 520">
              <a:extLst>
                <a:ext uri="{FF2B5EF4-FFF2-40B4-BE49-F238E27FC236}">
                  <a16:creationId xmlns:a16="http://schemas.microsoft.com/office/drawing/2014/main" id="{252C5B35-42C1-44F7-8A8F-2A2E8A1C18E2}"/>
                </a:ext>
              </a:extLst>
            </p:cNvPr>
            <p:cNvSpPr/>
            <p:nvPr/>
          </p:nvSpPr>
          <p:spPr>
            <a:xfrm>
              <a:off x="1534886" y="1455380"/>
              <a:ext cx="373380" cy="205740"/>
            </a:xfrm>
            <a:prstGeom prst="parallelogram">
              <a:avLst>
                <a:gd name="adj" fmla="val 7595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平行四边形 521">
              <a:extLst>
                <a:ext uri="{FF2B5EF4-FFF2-40B4-BE49-F238E27FC236}">
                  <a16:creationId xmlns:a16="http://schemas.microsoft.com/office/drawing/2014/main" id="{6E7E4B67-F912-450E-AC84-47BEC84DA7AA}"/>
                </a:ext>
              </a:extLst>
            </p:cNvPr>
            <p:cNvSpPr/>
            <p:nvPr/>
          </p:nvSpPr>
          <p:spPr>
            <a:xfrm>
              <a:off x="5028656" y="1638260"/>
              <a:ext cx="632460" cy="251460"/>
            </a:xfrm>
            <a:prstGeom prst="parallelogram">
              <a:avLst>
                <a:gd name="adj" fmla="val 8784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平行四边形 522">
              <a:extLst>
                <a:ext uri="{FF2B5EF4-FFF2-40B4-BE49-F238E27FC236}">
                  <a16:creationId xmlns:a16="http://schemas.microsoft.com/office/drawing/2014/main" id="{D7A203F1-C8A7-434A-9F29-113E6A6BC0C8}"/>
                </a:ext>
              </a:extLst>
            </p:cNvPr>
            <p:cNvSpPr/>
            <p:nvPr/>
          </p:nvSpPr>
          <p:spPr>
            <a:xfrm>
              <a:off x="2616926" y="1264880"/>
              <a:ext cx="464820" cy="251460"/>
            </a:xfrm>
            <a:prstGeom prst="parallelogram">
              <a:avLst>
                <a:gd name="adj" fmla="val 6546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4" name="平行四边形 523">
              <a:extLst>
                <a:ext uri="{FF2B5EF4-FFF2-40B4-BE49-F238E27FC236}">
                  <a16:creationId xmlns:a16="http://schemas.microsoft.com/office/drawing/2014/main" id="{75DD4F33-C659-446A-ACEC-A55EAF8221EA}"/>
                </a:ext>
              </a:extLst>
            </p:cNvPr>
            <p:cNvSpPr/>
            <p:nvPr/>
          </p:nvSpPr>
          <p:spPr>
            <a:xfrm>
              <a:off x="3942806" y="960080"/>
              <a:ext cx="236220" cy="137160"/>
            </a:xfrm>
            <a:prstGeom prst="parallelogram">
              <a:avLst>
                <a:gd name="adj" fmla="val 7051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9FB6CEA-2A36-45F9-9A4C-17CA32CDD5E8}"/>
                </a:ext>
              </a:extLst>
            </p:cNvPr>
            <p:cNvSpPr/>
            <p:nvPr/>
          </p:nvSpPr>
          <p:spPr>
            <a:xfrm rot="21014316">
              <a:off x="2422554" y="1227109"/>
              <a:ext cx="1790162" cy="109595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等腰三角形 525">
              <a:extLst>
                <a:ext uri="{FF2B5EF4-FFF2-40B4-BE49-F238E27FC236}">
                  <a16:creationId xmlns:a16="http://schemas.microsoft.com/office/drawing/2014/main" id="{D070F142-A2D6-4346-A177-17F0D7D5DCA4}"/>
                </a:ext>
              </a:extLst>
            </p:cNvPr>
            <p:cNvSpPr/>
            <p:nvPr/>
          </p:nvSpPr>
          <p:spPr>
            <a:xfrm>
              <a:off x="3264626" y="1714460"/>
              <a:ext cx="99060" cy="9906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等腰三角形 526">
              <a:extLst>
                <a:ext uri="{FF2B5EF4-FFF2-40B4-BE49-F238E27FC236}">
                  <a16:creationId xmlns:a16="http://schemas.microsoft.com/office/drawing/2014/main" id="{0A8CA655-7784-41DC-9519-29D2974A776C}"/>
                </a:ext>
              </a:extLst>
            </p:cNvPr>
            <p:cNvSpPr/>
            <p:nvPr/>
          </p:nvSpPr>
          <p:spPr>
            <a:xfrm>
              <a:off x="6106886" y="712430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平行四边形 527">
              <a:extLst>
                <a:ext uri="{FF2B5EF4-FFF2-40B4-BE49-F238E27FC236}">
                  <a16:creationId xmlns:a16="http://schemas.microsoft.com/office/drawing/2014/main" id="{7DB1E4C7-D72F-4B32-9118-10FAF9DEC06E}"/>
                </a:ext>
              </a:extLst>
            </p:cNvPr>
            <p:cNvSpPr/>
            <p:nvPr/>
          </p:nvSpPr>
          <p:spPr>
            <a:xfrm>
              <a:off x="3089366" y="2118320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7" name="星形: 五角 536">
              <a:extLst>
                <a:ext uri="{FF2B5EF4-FFF2-40B4-BE49-F238E27FC236}">
                  <a16:creationId xmlns:a16="http://schemas.microsoft.com/office/drawing/2014/main" id="{845B4B5B-FF61-4583-BBCF-D59AAB9FCA3F}"/>
                </a:ext>
              </a:extLst>
            </p:cNvPr>
            <p:cNvSpPr/>
            <p:nvPr/>
          </p:nvSpPr>
          <p:spPr>
            <a:xfrm>
              <a:off x="4441441" y="2049740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星形: 五角 537">
              <a:extLst>
                <a:ext uri="{FF2B5EF4-FFF2-40B4-BE49-F238E27FC236}">
                  <a16:creationId xmlns:a16="http://schemas.microsoft.com/office/drawing/2014/main" id="{B7389E18-E6D0-49AA-B308-0D4F418F0679}"/>
                </a:ext>
              </a:extLst>
            </p:cNvPr>
            <p:cNvSpPr/>
            <p:nvPr/>
          </p:nvSpPr>
          <p:spPr>
            <a:xfrm>
              <a:off x="5035801" y="1409660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星形: 五角 539">
              <a:extLst>
                <a:ext uri="{FF2B5EF4-FFF2-40B4-BE49-F238E27FC236}">
                  <a16:creationId xmlns:a16="http://schemas.microsoft.com/office/drawing/2014/main" id="{A9E37E7C-CDDD-4323-858B-D9F2B1378320}"/>
                </a:ext>
              </a:extLst>
            </p:cNvPr>
            <p:cNvSpPr/>
            <p:nvPr/>
          </p:nvSpPr>
          <p:spPr>
            <a:xfrm rot="3684013">
              <a:off x="2841277" y="238068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1" name="星形: 五角 540">
              <a:extLst>
                <a:ext uri="{FF2B5EF4-FFF2-40B4-BE49-F238E27FC236}">
                  <a16:creationId xmlns:a16="http://schemas.microsoft.com/office/drawing/2014/main" id="{3417FB1D-0BD5-4EAC-9079-B442A4F86D42}"/>
                </a:ext>
              </a:extLst>
            </p:cNvPr>
            <p:cNvSpPr/>
            <p:nvPr/>
          </p:nvSpPr>
          <p:spPr>
            <a:xfrm rot="3880281">
              <a:off x="4441917" y="1654769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星形: 五角 541">
              <a:extLst>
                <a:ext uri="{FF2B5EF4-FFF2-40B4-BE49-F238E27FC236}">
                  <a16:creationId xmlns:a16="http://schemas.microsoft.com/office/drawing/2014/main" id="{FD8E6C77-3019-43CF-A7EC-F29CCDA883CF}"/>
                </a:ext>
              </a:extLst>
            </p:cNvPr>
            <p:cNvSpPr/>
            <p:nvPr/>
          </p:nvSpPr>
          <p:spPr>
            <a:xfrm>
              <a:off x="4960396" y="1187410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4" name="直接箭头连接符 543">
              <a:extLst>
                <a:ext uri="{FF2B5EF4-FFF2-40B4-BE49-F238E27FC236}">
                  <a16:creationId xmlns:a16="http://schemas.microsoft.com/office/drawing/2014/main" id="{A6AD42FE-7907-4C10-A3D3-127A1C996437}"/>
                </a:ext>
              </a:extLst>
            </p:cNvPr>
            <p:cNvCxnSpPr>
              <a:cxnSpLocks/>
              <a:endCxn id="535" idx="1"/>
            </p:cNvCxnSpPr>
            <p:nvPr/>
          </p:nvCxnSpPr>
          <p:spPr>
            <a:xfrm flipV="1">
              <a:off x="1937477" y="2532691"/>
              <a:ext cx="601901" cy="157127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箭头连接符 544">
              <a:extLst>
                <a:ext uri="{FF2B5EF4-FFF2-40B4-BE49-F238E27FC236}">
                  <a16:creationId xmlns:a16="http://schemas.microsoft.com/office/drawing/2014/main" id="{2B7F3B58-C17D-44D8-99A5-ACF84E2E6998}"/>
                </a:ext>
              </a:extLst>
            </p:cNvPr>
            <p:cNvCxnSpPr>
              <a:cxnSpLocks/>
              <a:stCxn id="535" idx="4"/>
              <a:endCxn id="536" idx="2"/>
            </p:cNvCxnSpPr>
            <p:nvPr/>
          </p:nvCxnSpPr>
          <p:spPr>
            <a:xfrm>
              <a:off x="2670757" y="2572089"/>
              <a:ext cx="989158" cy="197952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箭头连接符 545">
              <a:extLst>
                <a:ext uri="{FF2B5EF4-FFF2-40B4-BE49-F238E27FC236}">
                  <a16:creationId xmlns:a16="http://schemas.microsoft.com/office/drawing/2014/main" id="{0EDA552D-577F-4C8B-B8CF-13216DBD4F7B}"/>
                </a:ext>
              </a:extLst>
            </p:cNvPr>
            <p:cNvCxnSpPr>
              <a:cxnSpLocks/>
              <a:stCxn id="536" idx="4"/>
              <a:endCxn id="537" idx="2"/>
            </p:cNvCxnSpPr>
            <p:nvPr/>
          </p:nvCxnSpPr>
          <p:spPr>
            <a:xfrm flipV="1">
              <a:off x="3799137" y="2186900"/>
              <a:ext cx="668499" cy="57235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箭头连接符 546">
              <a:extLst>
                <a:ext uri="{FF2B5EF4-FFF2-40B4-BE49-F238E27FC236}">
                  <a16:creationId xmlns:a16="http://schemas.microsoft.com/office/drawing/2014/main" id="{785F3EA7-F450-4A25-997A-89679D96B1AC}"/>
                </a:ext>
              </a:extLst>
            </p:cNvPr>
            <p:cNvCxnSpPr>
              <a:cxnSpLocks/>
              <a:stCxn id="537" idx="4"/>
              <a:endCxn id="538" idx="2"/>
            </p:cNvCxnSpPr>
            <p:nvPr/>
          </p:nvCxnSpPr>
          <p:spPr>
            <a:xfrm flipV="1">
              <a:off x="4578601" y="1546820"/>
              <a:ext cx="483395" cy="55531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箭头连接符 547">
              <a:extLst>
                <a:ext uri="{FF2B5EF4-FFF2-40B4-BE49-F238E27FC236}">
                  <a16:creationId xmlns:a16="http://schemas.microsoft.com/office/drawing/2014/main" id="{758FD970-C70B-440E-B967-2A299790A9D7}"/>
                </a:ext>
              </a:extLst>
            </p:cNvPr>
            <p:cNvCxnSpPr>
              <a:cxnSpLocks/>
              <a:stCxn id="538" idx="4"/>
              <a:endCxn id="301" idx="2"/>
            </p:cNvCxnSpPr>
            <p:nvPr/>
          </p:nvCxnSpPr>
          <p:spPr>
            <a:xfrm flipV="1">
              <a:off x="5172961" y="1123910"/>
              <a:ext cx="766285" cy="3381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箭头连接符 548">
              <a:extLst>
                <a:ext uri="{FF2B5EF4-FFF2-40B4-BE49-F238E27FC236}">
                  <a16:creationId xmlns:a16="http://schemas.microsoft.com/office/drawing/2014/main" id="{031EDED0-A64E-4FE4-8615-7DC73B84FE31}"/>
                </a:ext>
              </a:extLst>
            </p:cNvPr>
            <p:cNvCxnSpPr>
              <a:cxnSpLocks/>
              <a:stCxn id="515" idx="3"/>
              <a:endCxn id="539" idx="2"/>
            </p:cNvCxnSpPr>
            <p:nvPr/>
          </p:nvCxnSpPr>
          <p:spPr>
            <a:xfrm flipV="1">
              <a:off x="1046306" y="2364753"/>
              <a:ext cx="1068827" cy="354718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箭头连接符 549">
              <a:extLst>
                <a:ext uri="{FF2B5EF4-FFF2-40B4-BE49-F238E27FC236}">
                  <a16:creationId xmlns:a16="http://schemas.microsoft.com/office/drawing/2014/main" id="{9143BD81-B6C0-4859-82B8-0292EB2CBD2E}"/>
                </a:ext>
              </a:extLst>
            </p:cNvPr>
            <p:cNvCxnSpPr>
              <a:cxnSpLocks/>
              <a:stCxn id="539" idx="4"/>
              <a:endCxn id="540" idx="2"/>
            </p:cNvCxnSpPr>
            <p:nvPr/>
          </p:nvCxnSpPr>
          <p:spPr>
            <a:xfrm>
              <a:off x="2251937" y="2336752"/>
              <a:ext cx="577419" cy="10812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1" name="星形: 五角 550">
              <a:extLst>
                <a:ext uri="{FF2B5EF4-FFF2-40B4-BE49-F238E27FC236}">
                  <a16:creationId xmlns:a16="http://schemas.microsoft.com/office/drawing/2014/main" id="{F9601510-4DBE-4314-B06F-E43ABB10E192}"/>
                </a:ext>
              </a:extLst>
            </p:cNvPr>
            <p:cNvSpPr/>
            <p:nvPr/>
          </p:nvSpPr>
          <p:spPr>
            <a:xfrm rot="19125920">
              <a:off x="3850125" y="2356424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2" name="直接箭头连接符 551">
              <a:extLst>
                <a:ext uri="{FF2B5EF4-FFF2-40B4-BE49-F238E27FC236}">
                  <a16:creationId xmlns:a16="http://schemas.microsoft.com/office/drawing/2014/main" id="{EB33193C-FD27-4B76-9A14-7E5540D1BDCC}"/>
                </a:ext>
              </a:extLst>
            </p:cNvPr>
            <p:cNvCxnSpPr>
              <a:cxnSpLocks/>
              <a:stCxn id="540" idx="0"/>
              <a:endCxn id="551" idx="1"/>
            </p:cNvCxnSpPr>
            <p:nvPr/>
          </p:nvCxnSpPr>
          <p:spPr>
            <a:xfrm>
              <a:off x="2970069" y="2416435"/>
              <a:ext cx="886391" cy="41598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箭头连接符 552">
              <a:extLst>
                <a:ext uri="{FF2B5EF4-FFF2-40B4-BE49-F238E27FC236}">
                  <a16:creationId xmlns:a16="http://schemas.microsoft.com/office/drawing/2014/main" id="{B0B5DDF0-326D-4431-8492-E5C4E21E6155}"/>
                </a:ext>
              </a:extLst>
            </p:cNvPr>
            <p:cNvCxnSpPr>
              <a:cxnSpLocks/>
              <a:stCxn id="551" idx="4"/>
              <a:endCxn id="541" idx="3"/>
            </p:cNvCxnSpPr>
            <p:nvPr/>
          </p:nvCxnSpPr>
          <p:spPr>
            <a:xfrm flipV="1">
              <a:off x="3959607" y="1790999"/>
              <a:ext cx="507035" cy="576626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箭头连接符 553">
              <a:extLst>
                <a:ext uri="{FF2B5EF4-FFF2-40B4-BE49-F238E27FC236}">
                  <a16:creationId xmlns:a16="http://schemas.microsoft.com/office/drawing/2014/main" id="{2A47E8A2-0442-4140-B8BA-684DF690EE74}"/>
                </a:ext>
              </a:extLst>
            </p:cNvPr>
            <p:cNvCxnSpPr>
              <a:cxnSpLocks/>
              <a:stCxn id="541" idx="0"/>
              <a:endCxn id="542" idx="2"/>
            </p:cNvCxnSpPr>
            <p:nvPr/>
          </p:nvCxnSpPr>
          <p:spPr>
            <a:xfrm flipV="1">
              <a:off x="4572484" y="1324570"/>
              <a:ext cx="414107" cy="369440"/>
            </a:xfrm>
            <a:prstGeom prst="straightConnector1">
              <a:avLst/>
            </a:prstGeom>
            <a:ln w="63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箭头连接符 554">
              <a:extLst>
                <a:ext uri="{FF2B5EF4-FFF2-40B4-BE49-F238E27FC236}">
                  <a16:creationId xmlns:a16="http://schemas.microsoft.com/office/drawing/2014/main" id="{F4A00F98-CB0D-484A-B318-AF61E99AF742}"/>
                </a:ext>
              </a:extLst>
            </p:cNvPr>
            <p:cNvCxnSpPr>
              <a:cxnSpLocks/>
              <a:stCxn id="542" idx="4"/>
              <a:endCxn id="527" idx="2"/>
            </p:cNvCxnSpPr>
            <p:nvPr/>
          </p:nvCxnSpPr>
          <p:spPr>
            <a:xfrm flipV="1">
              <a:off x="5097556" y="811490"/>
              <a:ext cx="1009330" cy="42831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星形: 五角 555">
              <a:extLst>
                <a:ext uri="{FF2B5EF4-FFF2-40B4-BE49-F238E27FC236}">
                  <a16:creationId xmlns:a16="http://schemas.microsoft.com/office/drawing/2014/main" id="{807DF924-D8D3-480B-AA1A-16AD52DE5D02}"/>
                </a:ext>
              </a:extLst>
            </p:cNvPr>
            <p:cNvSpPr/>
            <p:nvPr/>
          </p:nvSpPr>
          <p:spPr>
            <a:xfrm rot="2574900">
              <a:off x="3540641" y="84356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星形: 五角 556">
              <a:extLst>
                <a:ext uri="{FF2B5EF4-FFF2-40B4-BE49-F238E27FC236}">
                  <a16:creationId xmlns:a16="http://schemas.microsoft.com/office/drawing/2014/main" id="{4BB73DA8-88D6-487E-89EC-8F0195BDFB3A}"/>
                </a:ext>
              </a:extLst>
            </p:cNvPr>
            <p:cNvSpPr/>
            <p:nvPr/>
          </p:nvSpPr>
          <p:spPr>
            <a:xfrm rot="3183208">
              <a:off x="4499916" y="77117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星形: 五角 558">
              <a:extLst>
                <a:ext uri="{FF2B5EF4-FFF2-40B4-BE49-F238E27FC236}">
                  <a16:creationId xmlns:a16="http://schemas.microsoft.com/office/drawing/2014/main" id="{0ACD0237-78D8-40E9-874F-CA2F0E828016}"/>
                </a:ext>
              </a:extLst>
            </p:cNvPr>
            <p:cNvSpPr/>
            <p:nvPr/>
          </p:nvSpPr>
          <p:spPr>
            <a:xfrm>
              <a:off x="2745621" y="1009930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0" name="直接箭头连接符 559">
              <a:extLst>
                <a:ext uri="{FF2B5EF4-FFF2-40B4-BE49-F238E27FC236}">
                  <a16:creationId xmlns:a16="http://schemas.microsoft.com/office/drawing/2014/main" id="{88BAD02B-188D-4B57-965C-FDF2E1EC89D3}"/>
                </a:ext>
              </a:extLst>
            </p:cNvPr>
            <p:cNvCxnSpPr>
              <a:cxnSpLocks/>
              <a:stCxn id="513" idx="3"/>
              <a:endCxn id="543" idx="1"/>
            </p:cNvCxnSpPr>
            <p:nvPr/>
          </p:nvCxnSpPr>
          <p:spPr>
            <a:xfrm flipV="1">
              <a:off x="1481932" y="1597392"/>
              <a:ext cx="701436" cy="610062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DDD9E668-83CA-4482-945C-192F81BD3C17}"/>
                </a:ext>
              </a:extLst>
            </p:cNvPr>
            <p:cNvCxnSpPr>
              <a:cxnSpLocks/>
              <a:stCxn id="543" idx="4"/>
              <a:endCxn id="559" idx="1"/>
            </p:cNvCxnSpPr>
            <p:nvPr/>
          </p:nvCxnSpPr>
          <p:spPr>
            <a:xfrm flipV="1">
              <a:off x="2263441" y="1062320"/>
              <a:ext cx="482180" cy="443133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箭头连接符 561">
              <a:extLst>
                <a:ext uri="{FF2B5EF4-FFF2-40B4-BE49-F238E27FC236}">
                  <a16:creationId xmlns:a16="http://schemas.microsoft.com/office/drawing/2014/main" id="{960C1641-F3D0-4177-A431-80D76B529061}"/>
                </a:ext>
              </a:extLst>
            </p:cNvPr>
            <p:cNvCxnSpPr>
              <a:cxnSpLocks/>
              <a:stCxn id="559" idx="4"/>
              <a:endCxn id="556" idx="2"/>
            </p:cNvCxnSpPr>
            <p:nvPr/>
          </p:nvCxnSpPr>
          <p:spPr>
            <a:xfrm flipV="1">
              <a:off x="2867541" y="936712"/>
              <a:ext cx="659771" cy="125608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箭头连接符 562">
              <a:extLst>
                <a:ext uri="{FF2B5EF4-FFF2-40B4-BE49-F238E27FC236}">
                  <a16:creationId xmlns:a16="http://schemas.microsoft.com/office/drawing/2014/main" id="{5344E385-C520-40C1-9DDC-E3A37A463540}"/>
                </a:ext>
              </a:extLst>
            </p:cNvPr>
            <p:cNvCxnSpPr>
              <a:cxnSpLocks/>
              <a:stCxn id="556" idx="4"/>
              <a:endCxn id="557" idx="2"/>
            </p:cNvCxnSpPr>
            <p:nvPr/>
          </p:nvCxnSpPr>
          <p:spPr>
            <a:xfrm flipV="1">
              <a:off x="3657270" y="850862"/>
              <a:ext cx="826152" cy="90929"/>
            </a:xfrm>
            <a:prstGeom prst="straightConnector1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箭头连接符 563">
              <a:extLst>
                <a:ext uri="{FF2B5EF4-FFF2-40B4-BE49-F238E27FC236}">
                  <a16:creationId xmlns:a16="http://schemas.microsoft.com/office/drawing/2014/main" id="{590C21D8-8630-417F-85B4-29D857756960}"/>
                </a:ext>
              </a:extLst>
            </p:cNvPr>
            <p:cNvCxnSpPr>
              <a:cxnSpLocks/>
              <a:stCxn id="557" idx="4"/>
              <a:endCxn id="302" idx="2"/>
            </p:cNvCxnSpPr>
            <p:nvPr/>
          </p:nvCxnSpPr>
          <p:spPr>
            <a:xfrm flipV="1">
              <a:off x="4610456" y="803870"/>
              <a:ext cx="1115430" cy="74868"/>
            </a:xfrm>
            <a:prstGeom prst="straightConnector1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/>
                <p:nvPr/>
              </p:nvSpPr>
              <p:spPr>
                <a:xfrm>
                  <a:off x="1508872" y="2213841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76" name="文本框 575">
                  <a:extLst>
                    <a:ext uri="{FF2B5EF4-FFF2-40B4-BE49-F238E27FC236}">
                      <a16:creationId xmlns:a16="http://schemas.microsoft.com/office/drawing/2014/main" id="{0C83C5E9-F2E6-4013-B705-BE86737BA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872" y="2213841"/>
                  <a:ext cx="473528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/>
                <p:nvPr/>
              </p:nvSpPr>
              <p:spPr>
                <a:xfrm>
                  <a:off x="652575" y="2341476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77" name="文本框 576">
                  <a:extLst>
                    <a:ext uri="{FF2B5EF4-FFF2-40B4-BE49-F238E27FC236}">
                      <a16:creationId xmlns:a16="http://schemas.microsoft.com/office/drawing/2014/main" id="{90D7FB6B-5DE4-4D0B-B943-F155C33C1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75" y="2341476"/>
                  <a:ext cx="473528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/>
                <p:nvPr/>
              </p:nvSpPr>
              <p:spPr>
                <a:xfrm>
                  <a:off x="1133531" y="1825156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F929DCB4-FF36-4462-8B02-7D0095114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531" y="1825156"/>
                  <a:ext cx="47352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5" name="星形: 五角 534">
              <a:extLst>
                <a:ext uri="{FF2B5EF4-FFF2-40B4-BE49-F238E27FC236}">
                  <a16:creationId xmlns:a16="http://schemas.microsoft.com/office/drawing/2014/main" id="{EB64C830-BC92-455E-9A86-864E5CBCEAC8}"/>
                </a:ext>
              </a:extLst>
            </p:cNvPr>
            <p:cNvSpPr/>
            <p:nvPr/>
          </p:nvSpPr>
          <p:spPr>
            <a:xfrm rot="1001571">
              <a:off x="2531837" y="2499318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星形: 五角 538">
              <a:extLst>
                <a:ext uri="{FF2B5EF4-FFF2-40B4-BE49-F238E27FC236}">
                  <a16:creationId xmlns:a16="http://schemas.microsoft.com/office/drawing/2014/main" id="{A40C4014-3338-489B-93E6-8CBEF61F1C99}"/>
                </a:ext>
              </a:extLst>
            </p:cNvPr>
            <p:cNvSpPr/>
            <p:nvPr/>
          </p:nvSpPr>
          <p:spPr>
            <a:xfrm rot="1548584">
              <a:off x="2114569" y="2252888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星形: 五角 542">
              <a:extLst>
                <a:ext uri="{FF2B5EF4-FFF2-40B4-BE49-F238E27FC236}">
                  <a16:creationId xmlns:a16="http://schemas.microsoft.com/office/drawing/2014/main" id="{5E743DD9-3FAB-4FEE-B30A-F063B81098A8}"/>
                </a:ext>
              </a:extLst>
            </p:cNvPr>
            <p:cNvSpPr/>
            <p:nvPr/>
          </p:nvSpPr>
          <p:spPr>
            <a:xfrm rot="18663228">
              <a:off x="2174653" y="1493476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星形: 五角 229">
              <a:extLst>
                <a:ext uri="{FF2B5EF4-FFF2-40B4-BE49-F238E27FC236}">
                  <a16:creationId xmlns:a16="http://schemas.microsoft.com/office/drawing/2014/main" id="{3FE5C256-0A58-4589-B30D-BDD46B0B02CB}"/>
                </a:ext>
              </a:extLst>
            </p:cNvPr>
            <p:cNvSpPr/>
            <p:nvPr/>
          </p:nvSpPr>
          <p:spPr>
            <a:xfrm rot="20997962">
              <a:off x="2688655" y="5377198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星形: 五角 230">
              <a:extLst>
                <a:ext uri="{FF2B5EF4-FFF2-40B4-BE49-F238E27FC236}">
                  <a16:creationId xmlns:a16="http://schemas.microsoft.com/office/drawing/2014/main" id="{626D8A72-9A71-4591-AD32-888567D6964A}"/>
                </a:ext>
              </a:extLst>
            </p:cNvPr>
            <p:cNvSpPr/>
            <p:nvPr/>
          </p:nvSpPr>
          <p:spPr>
            <a:xfrm rot="1548584">
              <a:off x="2383855" y="5179079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星形: 五角 231">
              <a:extLst>
                <a:ext uri="{FF2B5EF4-FFF2-40B4-BE49-F238E27FC236}">
                  <a16:creationId xmlns:a16="http://schemas.microsoft.com/office/drawing/2014/main" id="{A50893CA-41A2-4CDD-B658-2C83AF59A789}"/>
                </a:ext>
              </a:extLst>
            </p:cNvPr>
            <p:cNvSpPr/>
            <p:nvPr/>
          </p:nvSpPr>
          <p:spPr>
            <a:xfrm>
              <a:off x="2239075" y="5034299"/>
              <a:ext cx="12192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星形: 五角 232">
              <a:extLst>
                <a:ext uri="{FF2B5EF4-FFF2-40B4-BE49-F238E27FC236}">
                  <a16:creationId xmlns:a16="http://schemas.microsoft.com/office/drawing/2014/main" id="{E34FB7BE-4125-4E2A-AAE1-FBD29E0A8B94}"/>
                </a:ext>
              </a:extLst>
            </p:cNvPr>
            <p:cNvSpPr/>
            <p:nvPr/>
          </p:nvSpPr>
          <p:spPr>
            <a:xfrm rot="3317061">
              <a:off x="2670573" y="3796333"/>
              <a:ext cx="121920" cy="13716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平行四边形 287">
              <a:extLst>
                <a:ext uri="{FF2B5EF4-FFF2-40B4-BE49-F238E27FC236}">
                  <a16:creationId xmlns:a16="http://schemas.microsoft.com/office/drawing/2014/main" id="{0EC3A780-2CFD-4167-BCFE-3412D2FBFD09}"/>
                </a:ext>
              </a:extLst>
            </p:cNvPr>
            <p:cNvSpPr/>
            <p:nvPr/>
          </p:nvSpPr>
          <p:spPr>
            <a:xfrm>
              <a:off x="3660866" y="1508720"/>
              <a:ext cx="388620" cy="220980"/>
            </a:xfrm>
            <a:prstGeom prst="parallelogram">
              <a:avLst>
                <a:gd name="adj" fmla="val 5521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1" name="等腰三角形 300">
              <a:extLst>
                <a:ext uri="{FF2B5EF4-FFF2-40B4-BE49-F238E27FC236}">
                  <a16:creationId xmlns:a16="http://schemas.microsoft.com/office/drawing/2014/main" id="{92CBC8B4-45A1-422E-AE94-F9DA4F7C16FA}"/>
                </a:ext>
              </a:extLst>
            </p:cNvPr>
            <p:cNvSpPr/>
            <p:nvPr/>
          </p:nvSpPr>
          <p:spPr>
            <a:xfrm>
              <a:off x="5939246" y="1024850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等腰三角形 301">
              <a:extLst>
                <a:ext uri="{FF2B5EF4-FFF2-40B4-BE49-F238E27FC236}">
                  <a16:creationId xmlns:a16="http://schemas.microsoft.com/office/drawing/2014/main" id="{7C7B2EB2-7C71-4692-A95E-8A264DA12300}"/>
                </a:ext>
              </a:extLst>
            </p:cNvPr>
            <p:cNvSpPr/>
            <p:nvPr/>
          </p:nvSpPr>
          <p:spPr>
            <a:xfrm>
              <a:off x="5725886" y="704810"/>
              <a:ext cx="99060" cy="990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6" name="星形: 五角 535">
              <a:extLst>
                <a:ext uri="{FF2B5EF4-FFF2-40B4-BE49-F238E27FC236}">
                  <a16:creationId xmlns:a16="http://schemas.microsoft.com/office/drawing/2014/main" id="{46A3CE48-94DA-40B0-BA23-E6B6766C34E0}"/>
                </a:ext>
              </a:extLst>
            </p:cNvPr>
            <p:cNvSpPr/>
            <p:nvPr/>
          </p:nvSpPr>
          <p:spPr>
            <a:xfrm rot="1976744">
              <a:off x="3664201" y="2666960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D0CD7B4-9A0E-4A16-8C4A-046B4AB19F0B}"/>
                    </a:ext>
                  </a:extLst>
                </p:cNvPr>
                <p:cNvSpPr txBox="1"/>
                <p:nvPr/>
              </p:nvSpPr>
              <p:spPr>
                <a:xfrm>
                  <a:off x="4059611" y="2030896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D0CD7B4-9A0E-4A16-8C4A-046B4AB19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9611" y="2030896"/>
                  <a:ext cx="47352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F79FA281-C4D1-41E3-BA0C-7528D66A3C6C}"/>
                    </a:ext>
                  </a:extLst>
                </p:cNvPr>
                <p:cNvSpPr txBox="1"/>
                <p:nvPr/>
              </p:nvSpPr>
              <p:spPr>
                <a:xfrm>
                  <a:off x="3212895" y="2425296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F79FA281-C4D1-41E3-BA0C-7528D66A3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895" y="2425296"/>
                  <a:ext cx="47352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48ECC63-42CA-4C62-8AAA-EBF0AFF7ADF2}"/>
                    </a:ext>
                  </a:extLst>
                </p:cNvPr>
                <p:cNvSpPr txBox="1"/>
                <p:nvPr/>
              </p:nvSpPr>
              <p:spPr>
                <a:xfrm>
                  <a:off x="4770232" y="2030961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48ECC63-42CA-4C62-8AAA-EBF0AFF7A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0232" y="2030961"/>
                  <a:ext cx="473528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4" name="组合 623">
              <a:extLst>
                <a:ext uri="{FF2B5EF4-FFF2-40B4-BE49-F238E27FC236}">
                  <a16:creationId xmlns:a16="http://schemas.microsoft.com/office/drawing/2014/main" id="{5E4C235A-0A53-4DA5-B92B-4B1A537E0194}"/>
                </a:ext>
              </a:extLst>
            </p:cNvPr>
            <p:cNvGrpSpPr/>
            <p:nvPr/>
          </p:nvGrpSpPr>
          <p:grpSpPr>
            <a:xfrm>
              <a:off x="320791" y="3720904"/>
              <a:ext cx="6310057" cy="2390657"/>
              <a:chOff x="-120284" y="3624061"/>
              <a:chExt cx="6310057" cy="2390657"/>
            </a:xfrm>
          </p:grpSpPr>
          <p:sp>
            <p:nvSpPr>
              <p:cNvPr id="507" name="平行四边形 506">
                <a:extLst>
                  <a:ext uri="{FF2B5EF4-FFF2-40B4-BE49-F238E27FC236}">
                    <a16:creationId xmlns:a16="http://schemas.microsoft.com/office/drawing/2014/main" id="{3C8FFEC6-F233-4304-87EC-35F9CBE02B22}"/>
                  </a:ext>
                </a:extLst>
              </p:cNvPr>
              <p:cNvSpPr/>
              <p:nvPr/>
            </p:nvSpPr>
            <p:spPr>
              <a:xfrm>
                <a:off x="-120284" y="3690822"/>
                <a:ext cx="6310057" cy="2289489"/>
              </a:xfrm>
              <a:prstGeom prst="parallelogram">
                <a:avLst>
                  <a:gd name="adj" fmla="val 8801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8" name="立方体 507">
                <a:extLst>
                  <a:ext uri="{FF2B5EF4-FFF2-40B4-BE49-F238E27FC236}">
                    <a16:creationId xmlns:a16="http://schemas.microsoft.com/office/drawing/2014/main" id="{3610096C-4E08-469E-A49C-96C4B95E0CA7}"/>
                  </a:ext>
                </a:extLst>
              </p:cNvPr>
              <p:cNvSpPr/>
              <p:nvPr/>
            </p:nvSpPr>
            <p:spPr>
              <a:xfrm>
                <a:off x="1327109" y="4280334"/>
                <a:ext cx="481630" cy="56699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立方体 509">
                <a:extLst>
                  <a:ext uri="{FF2B5EF4-FFF2-40B4-BE49-F238E27FC236}">
                    <a16:creationId xmlns:a16="http://schemas.microsoft.com/office/drawing/2014/main" id="{29F4CFFB-9C37-4C92-A490-60AE47E35DF9}"/>
                  </a:ext>
                </a:extLst>
              </p:cNvPr>
              <p:cNvSpPr/>
              <p:nvPr/>
            </p:nvSpPr>
            <p:spPr>
              <a:xfrm>
                <a:off x="3684480" y="3624061"/>
                <a:ext cx="308730" cy="50559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1" name="图片 510">
                <a:extLst>
                  <a:ext uri="{FF2B5EF4-FFF2-40B4-BE49-F238E27FC236}">
                    <a16:creationId xmlns:a16="http://schemas.microsoft.com/office/drawing/2014/main" id="{0D4ABCA1-DB54-4EB8-9814-5F038605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9635" y="4317039"/>
                <a:ext cx="395832" cy="395832"/>
              </a:xfrm>
              <a:prstGeom prst="rect">
                <a:avLst/>
              </a:prstGeom>
            </p:spPr>
          </p:pic>
          <p:pic>
            <p:nvPicPr>
              <p:cNvPr id="512" name="图片 511">
                <a:extLst>
                  <a:ext uri="{FF2B5EF4-FFF2-40B4-BE49-F238E27FC236}">
                    <a16:creationId xmlns:a16="http://schemas.microsoft.com/office/drawing/2014/main" id="{0C468D1B-1E57-4E4D-A16F-3732A5F43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6735" y="3726465"/>
                <a:ext cx="298111" cy="298111"/>
              </a:xfrm>
              <a:prstGeom prst="rect">
                <a:avLst/>
              </a:prstGeom>
            </p:spPr>
          </p:pic>
          <p:sp>
            <p:nvSpPr>
              <p:cNvPr id="518" name="立方体 517">
                <a:extLst>
                  <a:ext uri="{FF2B5EF4-FFF2-40B4-BE49-F238E27FC236}">
                    <a16:creationId xmlns:a16="http://schemas.microsoft.com/office/drawing/2014/main" id="{280FE416-A4D5-405A-B1F7-FC0A27B2C9CA}"/>
                  </a:ext>
                </a:extLst>
              </p:cNvPr>
              <p:cNvSpPr/>
              <p:nvPr/>
            </p:nvSpPr>
            <p:spPr>
              <a:xfrm>
                <a:off x="2817836" y="4883943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411D3AC6-AC90-4859-8DE9-50404C3F2F3B}"/>
                  </a:ext>
                </a:extLst>
              </p:cNvPr>
              <p:cNvSpPr/>
              <p:nvPr/>
            </p:nvSpPr>
            <p:spPr>
              <a:xfrm rot="21014316">
                <a:off x="2089444" y="3866783"/>
                <a:ext cx="2249504" cy="1412781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立方体 565">
                <a:extLst>
                  <a:ext uri="{FF2B5EF4-FFF2-40B4-BE49-F238E27FC236}">
                    <a16:creationId xmlns:a16="http://schemas.microsoft.com/office/drawing/2014/main" id="{4D747C29-D793-4FD2-BB2D-8B1F2663F619}"/>
                  </a:ext>
                </a:extLst>
              </p:cNvPr>
              <p:cNvSpPr/>
              <p:nvPr/>
            </p:nvSpPr>
            <p:spPr>
              <a:xfrm>
                <a:off x="3730229" y="5190387"/>
                <a:ext cx="504174" cy="594917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567" name="立方体 566">
                <a:extLst>
                  <a:ext uri="{FF2B5EF4-FFF2-40B4-BE49-F238E27FC236}">
                    <a16:creationId xmlns:a16="http://schemas.microsoft.com/office/drawing/2014/main" id="{8AB430F3-C7AE-4726-B59F-D8E9E7B9C5EB}"/>
                  </a:ext>
                </a:extLst>
              </p:cNvPr>
              <p:cNvSpPr/>
              <p:nvPr/>
            </p:nvSpPr>
            <p:spPr>
              <a:xfrm>
                <a:off x="3809148" y="4225917"/>
                <a:ext cx="348226" cy="551873"/>
              </a:xfrm>
              <a:prstGeom prst="cube">
                <a:avLst>
                  <a:gd name="adj" fmla="val 2358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04F14F60-FAC2-401C-98CB-501ACE319721}"/>
                  </a:ext>
                </a:extLst>
              </p:cNvPr>
              <p:cNvSpPr/>
              <p:nvPr/>
            </p:nvSpPr>
            <p:spPr>
              <a:xfrm>
                <a:off x="1700676" y="4036219"/>
                <a:ext cx="3630943" cy="1466574"/>
              </a:xfrm>
              <a:custGeom>
                <a:avLst/>
                <a:gdLst>
                  <a:gd name="connsiteX0" fmla="*/ 0 w 3552825"/>
                  <a:gd name="connsiteY0" fmla="*/ 1485900 h 1563817"/>
                  <a:gd name="connsiteX1" fmla="*/ 466725 w 3552825"/>
                  <a:gd name="connsiteY1" fmla="*/ 1047750 h 1563817"/>
                  <a:gd name="connsiteX2" fmla="*/ 923925 w 3552825"/>
                  <a:gd name="connsiteY2" fmla="*/ 1543050 h 1563817"/>
                  <a:gd name="connsiteX3" fmla="*/ 1781175 w 3552825"/>
                  <a:gd name="connsiteY3" fmla="*/ 1371600 h 1563817"/>
                  <a:gd name="connsiteX4" fmla="*/ 2752725 w 3552825"/>
                  <a:gd name="connsiteY4" fmla="*/ 485775 h 1563817"/>
                  <a:gd name="connsiteX5" fmla="*/ 2952750 w 3552825"/>
                  <a:gd name="connsiteY5" fmla="*/ 238125 h 1563817"/>
                  <a:gd name="connsiteX6" fmla="*/ 3552825 w 3552825"/>
                  <a:gd name="connsiteY6" fmla="*/ 0 h 15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2825" h="1563817">
                    <a:moveTo>
                      <a:pt x="0" y="1485900"/>
                    </a:moveTo>
                    <a:cubicBezTo>
                      <a:pt x="156369" y="1262062"/>
                      <a:pt x="312738" y="1038225"/>
                      <a:pt x="466725" y="1047750"/>
                    </a:cubicBezTo>
                    <a:cubicBezTo>
                      <a:pt x="620712" y="1057275"/>
                      <a:pt x="704850" y="1489075"/>
                      <a:pt x="923925" y="1543050"/>
                    </a:cubicBezTo>
                    <a:cubicBezTo>
                      <a:pt x="1143000" y="1597025"/>
                      <a:pt x="1476375" y="1547813"/>
                      <a:pt x="1781175" y="1371600"/>
                    </a:cubicBezTo>
                    <a:cubicBezTo>
                      <a:pt x="2085975" y="1195387"/>
                      <a:pt x="2557463" y="674687"/>
                      <a:pt x="2752725" y="485775"/>
                    </a:cubicBezTo>
                    <a:cubicBezTo>
                      <a:pt x="2947987" y="296863"/>
                      <a:pt x="2819400" y="319087"/>
                      <a:pt x="2952750" y="238125"/>
                    </a:cubicBezTo>
                    <a:cubicBezTo>
                      <a:pt x="3086100" y="157163"/>
                      <a:pt x="3402012" y="23813"/>
                      <a:pt x="3552825" y="0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DB16CA7D-6D64-44D1-A3D4-605FB67E18B7}"/>
                  </a:ext>
                </a:extLst>
              </p:cNvPr>
              <p:cNvGrpSpPr/>
              <p:nvPr/>
            </p:nvGrpSpPr>
            <p:grpSpPr>
              <a:xfrm>
                <a:off x="162779" y="4735566"/>
                <a:ext cx="1596047" cy="1279152"/>
                <a:chOff x="1412935" y="4614122"/>
                <a:chExt cx="1596047" cy="1279152"/>
              </a:xfrm>
            </p:grpSpPr>
            <p:sp>
              <p:nvSpPr>
                <p:cNvPr id="605" name="椭圆 604">
                  <a:extLst>
                    <a:ext uri="{FF2B5EF4-FFF2-40B4-BE49-F238E27FC236}">
                      <a16:creationId xmlns:a16="http://schemas.microsoft.com/office/drawing/2014/main" id="{9FC46889-CDE6-4D6E-A6D7-44F5B8CA140A}"/>
                    </a:ext>
                  </a:extLst>
                </p:cNvPr>
                <p:cNvSpPr/>
                <p:nvPr/>
              </p:nvSpPr>
              <p:spPr>
                <a:xfrm rot="5136353">
                  <a:off x="1811855" y="4619976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20000"/>
                      <a:lumOff val="8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6" name="椭圆 605">
                  <a:extLst>
                    <a:ext uri="{FF2B5EF4-FFF2-40B4-BE49-F238E27FC236}">
                      <a16:creationId xmlns:a16="http://schemas.microsoft.com/office/drawing/2014/main" id="{06BEB97D-D22F-4DC9-AC2A-D5831DBBB9DA}"/>
                    </a:ext>
                  </a:extLst>
                </p:cNvPr>
                <p:cNvSpPr/>
                <p:nvPr/>
              </p:nvSpPr>
              <p:spPr>
                <a:xfrm rot="4993526">
                  <a:off x="1466417" y="5248009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608" name="图片 607">
                  <a:extLst>
                    <a:ext uri="{FF2B5EF4-FFF2-40B4-BE49-F238E27FC236}">
                      <a16:creationId xmlns:a16="http://schemas.microsoft.com/office/drawing/2014/main" id="{A1B30398-97F7-4887-A262-49C706745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7892" y="523104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09" name="图片 608">
                  <a:extLst>
                    <a:ext uri="{FF2B5EF4-FFF2-40B4-BE49-F238E27FC236}">
                      <a16:creationId xmlns:a16="http://schemas.microsoft.com/office/drawing/2014/main" id="{B5C29B32-99E5-4078-91CC-95B277F3A5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3381" y="5655425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611" name="图片 610">
                  <a:extLst>
                    <a:ext uri="{FF2B5EF4-FFF2-40B4-BE49-F238E27FC236}">
                      <a16:creationId xmlns:a16="http://schemas.microsoft.com/office/drawing/2014/main" id="{A07872B7-38FF-4F9F-856B-D82FE0E8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9500" y="5338244"/>
                  <a:ext cx="239596" cy="239596"/>
                </a:xfrm>
                <a:prstGeom prst="rect">
                  <a:avLst/>
                </a:prstGeom>
              </p:spPr>
            </p:pic>
            <p:sp>
              <p:nvSpPr>
                <p:cNvPr id="613" name="椭圆 612">
                  <a:extLst>
                    <a:ext uri="{FF2B5EF4-FFF2-40B4-BE49-F238E27FC236}">
                      <a16:creationId xmlns:a16="http://schemas.microsoft.com/office/drawing/2014/main" id="{2E69DF1B-5B99-4AC6-A7F7-511295BE4BFA}"/>
                    </a:ext>
                  </a:extLst>
                </p:cNvPr>
                <p:cNvSpPr/>
                <p:nvPr/>
              </p:nvSpPr>
              <p:spPr>
                <a:xfrm rot="5210808">
                  <a:off x="2263341" y="5061647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14" name="图片 613">
                  <a:extLst>
                    <a:ext uri="{FF2B5EF4-FFF2-40B4-BE49-F238E27FC236}">
                      <a16:creationId xmlns:a16="http://schemas.microsoft.com/office/drawing/2014/main" id="{4C463F0B-D9AF-40F9-9382-59BEB8905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77203" y="5395949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5" name="图片 614">
                  <a:extLst>
                    <a:ext uri="{FF2B5EF4-FFF2-40B4-BE49-F238E27FC236}">
                      <a16:creationId xmlns:a16="http://schemas.microsoft.com/office/drawing/2014/main" id="{BE44BBE9-FBC2-49CA-AE81-07E45113B1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8510" y="5402928"/>
                  <a:ext cx="281592" cy="281592"/>
                </a:xfrm>
                <a:prstGeom prst="rect">
                  <a:avLst/>
                </a:prstGeom>
              </p:spPr>
            </p:pic>
            <p:pic>
              <p:nvPicPr>
                <p:cNvPr id="616" name="图片 615">
                  <a:extLst>
                    <a:ext uri="{FF2B5EF4-FFF2-40B4-BE49-F238E27FC236}">
                      <a16:creationId xmlns:a16="http://schemas.microsoft.com/office/drawing/2014/main" id="{CCBE66FD-0308-4D20-8CCA-C1A71778A4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19578" y="4735470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7" name="图片 616">
                  <a:extLst>
                    <a:ext uri="{FF2B5EF4-FFF2-40B4-BE49-F238E27FC236}">
                      <a16:creationId xmlns:a16="http://schemas.microsoft.com/office/drawing/2014/main" id="{1332BFBF-C166-4C98-95A5-635A10D9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7953" y="4866232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18" name="图片 617">
                  <a:extLst>
                    <a:ext uri="{FF2B5EF4-FFF2-40B4-BE49-F238E27FC236}">
                      <a16:creationId xmlns:a16="http://schemas.microsoft.com/office/drawing/2014/main" id="{CECB6CBC-08B4-4D79-A7DC-E446D7E035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24959" y="5199340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4364" y="5502798"/>
                      <a:ext cx="38081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 dirty="0"/>
                    </a:p>
                  </p:txBody>
                </p:sp>
              </mc:Choice>
              <mc:Fallback xmlns="">
                <p:sp>
                  <p:nvSpPr>
                    <p:cNvPr id="620" name="文本框 619">
                      <a:extLst>
                        <a:ext uri="{FF2B5EF4-FFF2-40B4-BE49-F238E27FC236}">
                          <a16:creationId xmlns:a16="http://schemas.microsoft.com/office/drawing/2014/main" id="{A8DD20F9-0317-41AD-900B-0B0F09D732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4364" y="5502798"/>
                      <a:ext cx="380810" cy="3077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2347" y="4614122"/>
                      <a:ext cx="38081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 dirty="0"/>
                    </a:p>
                  </p:txBody>
                </p:sp>
              </mc:Choice>
              <mc:Fallback xmlns="">
                <p:sp>
                  <p:nvSpPr>
                    <p:cNvPr id="621" name="文本框 620">
                      <a:extLst>
                        <a:ext uri="{FF2B5EF4-FFF2-40B4-BE49-F238E27FC236}">
                          <a16:creationId xmlns:a16="http://schemas.microsoft.com/office/drawing/2014/main" id="{41B12F56-5E15-4485-9C0C-99AE3ECC4C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2347" y="4614122"/>
                      <a:ext cx="380810" cy="30777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0" name="椭圆 579">
                <a:extLst>
                  <a:ext uri="{FF2B5EF4-FFF2-40B4-BE49-F238E27FC236}">
                    <a16:creationId xmlns:a16="http://schemas.microsoft.com/office/drawing/2014/main" id="{2FC82DAC-BD3A-4D1B-8B37-764D3FAE2CC3}"/>
                  </a:ext>
                </a:extLst>
              </p:cNvPr>
              <p:cNvSpPr/>
              <p:nvPr/>
            </p:nvSpPr>
            <p:spPr>
              <a:xfrm rot="5136353">
                <a:off x="3391418" y="4553791"/>
                <a:ext cx="579615" cy="68657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81" name="图片 580">
                <a:extLst>
                  <a:ext uri="{FF2B5EF4-FFF2-40B4-BE49-F238E27FC236}">
                    <a16:creationId xmlns:a16="http://schemas.microsoft.com/office/drawing/2014/main" id="{FFAA5F92-FA48-4838-A271-D133AF9CB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9141" y="466928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582" name="图片 581">
                <a:extLst>
                  <a:ext uri="{FF2B5EF4-FFF2-40B4-BE49-F238E27FC236}">
                    <a16:creationId xmlns:a16="http://schemas.microsoft.com/office/drawing/2014/main" id="{2E0859E2-855B-44B4-B181-7783AB33F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47516" y="4743343"/>
                <a:ext cx="304800" cy="3048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/>
                  <p:nvPr/>
                </p:nvSpPr>
                <p:spPr>
                  <a:xfrm>
                    <a:off x="3471441" y="4513355"/>
                    <a:ext cx="38081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584" name="文本框 583">
                    <a:extLst>
                      <a:ext uri="{FF2B5EF4-FFF2-40B4-BE49-F238E27FC236}">
                        <a16:creationId xmlns:a16="http://schemas.microsoft.com/office/drawing/2014/main" id="{E7E34E03-EB08-47D7-BED1-6BE89D0372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1441" y="4513355"/>
                    <a:ext cx="380810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4" name="立方体 573">
                <a:extLst>
                  <a:ext uri="{FF2B5EF4-FFF2-40B4-BE49-F238E27FC236}">
                    <a16:creationId xmlns:a16="http://schemas.microsoft.com/office/drawing/2014/main" id="{89735A1E-690C-4086-A4E1-4CB3CA32F3A7}"/>
                  </a:ext>
                </a:extLst>
              </p:cNvPr>
              <p:cNvSpPr/>
              <p:nvPr/>
            </p:nvSpPr>
            <p:spPr>
              <a:xfrm>
                <a:off x="2363952" y="3627031"/>
                <a:ext cx="434373" cy="732215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85" name="组合 584">
                <a:extLst>
                  <a:ext uri="{FF2B5EF4-FFF2-40B4-BE49-F238E27FC236}">
                    <a16:creationId xmlns:a16="http://schemas.microsoft.com/office/drawing/2014/main" id="{8ACAEF91-8140-4D2C-808E-F289C0595B1F}"/>
                  </a:ext>
                </a:extLst>
              </p:cNvPr>
              <p:cNvGrpSpPr/>
              <p:nvPr/>
            </p:nvGrpSpPr>
            <p:grpSpPr>
              <a:xfrm>
                <a:off x="3001230" y="5275298"/>
                <a:ext cx="741540" cy="579615"/>
                <a:chOff x="4529992" y="4803810"/>
                <a:chExt cx="741540" cy="579615"/>
              </a:xfrm>
            </p:grpSpPr>
            <p:sp>
              <p:nvSpPr>
                <p:cNvPr id="596" name="椭圆 595">
                  <a:extLst>
                    <a:ext uri="{FF2B5EF4-FFF2-40B4-BE49-F238E27FC236}">
                      <a16:creationId xmlns:a16="http://schemas.microsoft.com/office/drawing/2014/main" id="{DF3FC0D9-78B0-468A-B003-802B02A531F6}"/>
                    </a:ext>
                  </a:extLst>
                </p:cNvPr>
                <p:cNvSpPr/>
                <p:nvPr/>
              </p:nvSpPr>
              <p:spPr>
                <a:xfrm rot="4993526">
                  <a:off x="4583474" y="4750328"/>
                  <a:ext cx="579615" cy="686579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pic>
              <p:nvPicPr>
                <p:cNvPr id="597" name="图片 596">
                  <a:extLst>
                    <a:ext uri="{FF2B5EF4-FFF2-40B4-BE49-F238E27FC236}">
                      <a16:creationId xmlns:a16="http://schemas.microsoft.com/office/drawing/2014/main" id="{B7BBB5BE-B4B0-41E3-B2CA-CF9CD4923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9488" y="5145044"/>
                  <a:ext cx="237849" cy="237849"/>
                </a:xfrm>
                <a:prstGeom prst="rect">
                  <a:avLst/>
                </a:prstGeom>
              </p:spPr>
            </p:pic>
            <p:pic>
              <p:nvPicPr>
                <p:cNvPr id="598" name="图片 597">
                  <a:extLst>
                    <a:ext uri="{FF2B5EF4-FFF2-40B4-BE49-F238E27FC236}">
                      <a16:creationId xmlns:a16="http://schemas.microsoft.com/office/drawing/2014/main" id="{2AA70575-C301-4CAF-A6C0-3FAEABD16D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16557" y="4840563"/>
                  <a:ext cx="239596" cy="239596"/>
                </a:xfrm>
                <a:prstGeom prst="rect">
                  <a:avLst/>
                </a:prstGeom>
              </p:spPr>
            </p:pic>
            <p:pic>
              <p:nvPicPr>
                <p:cNvPr id="599" name="图片 598">
                  <a:extLst>
                    <a:ext uri="{FF2B5EF4-FFF2-40B4-BE49-F238E27FC236}">
                      <a16:creationId xmlns:a16="http://schemas.microsoft.com/office/drawing/2014/main" id="{152626A9-C6AE-4885-A3B5-C72C573A3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5567" y="4905247"/>
                  <a:ext cx="281592" cy="28159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0722" y="5006346"/>
                      <a:ext cx="38081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 dirty="0"/>
                    </a:p>
                  </p:txBody>
                </p:sp>
              </mc:Choice>
              <mc:Fallback xmlns="">
                <p:sp>
                  <p:nvSpPr>
                    <p:cNvPr id="600" name="文本框 599">
                      <a:extLst>
                        <a:ext uri="{FF2B5EF4-FFF2-40B4-BE49-F238E27FC236}">
                          <a16:creationId xmlns:a16="http://schemas.microsoft.com/office/drawing/2014/main" id="{89D1B75F-D720-43B2-9467-9073DC6D7D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0722" y="5006346"/>
                      <a:ext cx="380810" cy="3077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6" name="组合 585">
                <a:extLst>
                  <a:ext uri="{FF2B5EF4-FFF2-40B4-BE49-F238E27FC236}">
                    <a16:creationId xmlns:a16="http://schemas.microsoft.com/office/drawing/2014/main" id="{E2616EAB-C025-4E5A-A584-BCB6187BEAD0}"/>
                  </a:ext>
                </a:extLst>
              </p:cNvPr>
              <p:cNvGrpSpPr/>
              <p:nvPr/>
            </p:nvGrpSpPr>
            <p:grpSpPr>
              <a:xfrm>
                <a:off x="3974856" y="4833652"/>
                <a:ext cx="836733" cy="654549"/>
                <a:chOff x="5289306" y="4655058"/>
                <a:chExt cx="836733" cy="654549"/>
              </a:xfrm>
            </p:grpSpPr>
            <p:pic>
              <p:nvPicPr>
                <p:cNvPr id="591" name="图片 590">
                  <a:extLst>
                    <a:ext uri="{FF2B5EF4-FFF2-40B4-BE49-F238E27FC236}">
                      <a16:creationId xmlns:a16="http://schemas.microsoft.com/office/drawing/2014/main" id="{48008523-C8BD-41B3-837E-95A99DD55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74949" y="4733363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592" name="椭圆 591">
                  <a:extLst>
                    <a:ext uri="{FF2B5EF4-FFF2-40B4-BE49-F238E27FC236}">
                      <a16:creationId xmlns:a16="http://schemas.microsoft.com/office/drawing/2014/main" id="{39160B45-C6E9-44B4-9FE5-8D7BACC804FE}"/>
                    </a:ext>
                  </a:extLst>
                </p:cNvPr>
                <p:cNvSpPr/>
                <p:nvPr/>
              </p:nvSpPr>
              <p:spPr>
                <a:xfrm rot="5210808">
                  <a:off x="5380398" y="4563966"/>
                  <a:ext cx="654549" cy="83673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93" name="图片 592">
                  <a:extLst>
                    <a:ext uri="{FF2B5EF4-FFF2-40B4-BE49-F238E27FC236}">
                      <a16:creationId xmlns:a16="http://schemas.microsoft.com/office/drawing/2014/main" id="{9D591761-7555-4FF7-9B58-12663D9266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50967" y="4962063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94" name="图片 593">
                  <a:extLst>
                    <a:ext uri="{FF2B5EF4-FFF2-40B4-BE49-F238E27FC236}">
                      <a16:creationId xmlns:a16="http://schemas.microsoft.com/office/drawing/2014/main" id="{C5C83BDE-5349-4CFC-85B5-CDCD3B182A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2016" y="4793099"/>
                  <a:ext cx="304800" cy="3048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40685" y="4916997"/>
                      <a:ext cx="38081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400" dirty="0"/>
                    </a:p>
                  </p:txBody>
                </p:sp>
              </mc:Choice>
              <mc:Fallback xmlns="">
                <p:sp>
                  <p:nvSpPr>
                    <p:cNvPr id="595" name="文本框 594">
                      <a:extLst>
                        <a:ext uri="{FF2B5EF4-FFF2-40B4-BE49-F238E27FC236}">
                          <a16:creationId xmlns:a16="http://schemas.microsoft.com/office/drawing/2014/main" id="{55C49615-0B9C-488C-B45E-41D1B2844C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40685" y="4916997"/>
                      <a:ext cx="380810" cy="30777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7" name="立方体 586">
                <a:extLst>
                  <a:ext uri="{FF2B5EF4-FFF2-40B4-BE49-F238E27FC236}">
                    <a16:creationId xmlns:a16="http://schemas.microsoft.com/office/drawing/2014/main" id="{143B46B2-8D27-4837-B61E-250C01194E23}"/>
                  </a:ext>
                </a:extLst>
              </p:cNvPr>
              <p:cNvSpPr/>
              <p:nvPr/>
            </p:nvSpPr>
            <p:spPr>
              <a:xfrm>
                <a:off x="1910705" y="5300077"/>
                <a:ext cx="539077" cy="699620"/>
              </a:xfrm>
              <a:prstGeom prst="cub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>
                <a:extLst>
                  <a:ext uri="{FF2B5EF4-FFF2-40B4-BE49-F238E27FC236}">
                    <a16:creationId xmlns:a16="http://schemas.microsoft.com/office/drawing/2014/main" id="{44105EF5-886F-4749-B45B-F40FD6841EBA}"/>
                  </a:ext>
                </a:extLst>
              </p:cNvPr>
              <p:cNvSpPr/>
              <p:nvPr/>
            </p:nvSpPr>
            <p:spPr>
              <a:xfrm>
                <a:off x="4677116" y="4289874"/>
                <a:ext cx="496637" cy="594917"/>
              </a:xfrm>
              <a:prstGeom prst="cube">
                <a:avLst>
                  <a:gd name="adj" fmla="val 1987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66FE54C9-FA5E-4067-87E9-4D83F7FAABFB}"/>
                </a:ext>
              </a:extLst>
            </p:cNvPr>
            <p:cNvCxnSpPr>
              <a:cxnSpLocks/>
              <a:stCxn id="516" idx="2"/>
              <a:endCxn id="613" idx="4"/>
            </p:cNvCxnSpPr>
            <p:nvPr/>
          </p:nvCxnSpPr>
          <p:spPr>
            <a:xfrm flipH="1">
              <a:off x="1363801" y="2798347"/>
              <a:ext cx="385650" cy="292296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48D72933-A91B-490F-80DB-8FA545F0E2CD}"/>
                </a:ext>
              </a:extLst>
            </p:cNvPr>
            <p:cNvCxnSpPr>
              <a:cxnSpLocks/>
              <a:stCxn id="513" idx="2"/>
              <a:endCxn id="605" idx="0"/>
            </p:cNvCxnSpPr>
            <p:nvPr/>
          </p:nvCxnSpPr>
          <p:spPr>
            <a:xfrm>
              <a:off x="1329532" y="2359854"/>
              <a:ext cx="305330" cy="2795397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EB2F6783-3FC6-4DAC-B3C7-E90DC6A14249}"/>
                </a:ext>
              </a:extLst>
            </p:cNvPr>
            <p:cNvCxnSpPr>
              <a:cxnSpLocks/>
              <a:stCxn id="515" idx="2"/>
              <a:endCxn id="606" idx="0"/>
            </p:cNvCxnSpPr>
            <p:nvPr/>
          </p:nvCxnSpPr>
          <p:spPr>
            <a:xfrm>
              <a:off x="893906" y="2871871"/>
              <a:ext cx="394130" cy="289721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07446E2E-C9C5-426D-B3BE-468C03016796}"/>
                </a:ext>
              </a:extLst>
            </p:cNvPr>
            <p:cNvCxnSpPr>
              <a:cxnSpLocks/>
              <a:stCxn id="513" idx="2"/>
              <a:endCxn id="605" idx="4"/>
            </p:cNvCxnSpPr>
            <p:nvPr/>
          </p:nvCxnSpPr>
          <p:spPr>
            <a:xfrm flipH="1">
              <a:off x="950301" y="2359854"/>
              <a:ext cx="379231" cy="2848001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箭头: 右 624">
              <a:extLst>
                <a:ext uri="{FF2B5EF4-FFF2-40B4-BE49-F238E27FC236}">
                  <a16:creationId xmlns:a16="http://schemas.microsoft.com/office/drawing/2014/main" id="{49C0FC55-71D6-429D-AE12-A43425E3F24F}"/>
                </a:ext>
              </a:extLst>
            </p:cNvPr>
            <p:cNvSpPr/>
            <p:nvPr/>
          </p:nvSpPr>
          <p:spPr>
            <a:xfrm>
              <a:off x="5781020" y="4989518"/>
              <a:ext cx="685800" cy="190500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箭头: 右 626">
              <a:extLst>
                <a:ext uri="{FF2B5EF4-FFF2-40B4-BE49-F238E27FC236}">
                  <a16:creationId xmlns:a16="http://schemas.microsoft.com/office/drawing/2014/main" id="{D57BB293-F80C-4B69-8FA0-AD2E7CF9A910}"/>
                </a:ext>
              </a:extLst>
            </p:cNvPr>
            <p:cNvSpPr/>
            <p:nvPr/>
          </p:nvSpPr>
          <p:spPr>
            <a:xfrm>
              <a:off x="5781020" y="1811343"/>
              <a:ext cx="685800" cy="19050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BDADE602-F8FA-4A31-BD89-A95360F3CC41}"/>
                </a:ext>
              </a:extLst>
            </p:cNvPr>
            <p:cNvCxnSpPr>
              <a:cxnSpLocks/>
              <a:stCxn id="516" idx="2"/>
              <a:endCxn id="613" idx="0"/>
            </p:cNvCxnSpPr>
            <p:nvPr/>
          </p:nvCxnSpPr>
          <p:spPr>
            <a:xfrm>
              <a:off x="1749451" y="2798347"/>
              <a:ext cx="449817" cy="287694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星形: 五角 233">
              <a:extLst>
                <a:ext uri="{FF2B5EF4-FFF2-40B4-BE49-F238E27FC236}">
                  <a16:creationId xmlns:a16="http://schemas.microsoft.com/office/drawing/2014/main" id="{7DDA0F1D-E154-46EB-BE54-A45463913591}"/>
                </a:ext>
              </a:extLst>
            </p:cNvPr>
            <p:cNvSpPr/>
            <p:nvPr/>
          </p:nvSpPr>
          <p:spPr>
            <a:xfrm rot="20997962">
              <a:off x="3239831" y="5534164"/>
              <a:ext cx="104245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星形: 五角 234">
              <a:extLst>
                <a:ext uri="{FF2B5EF4-FFF2-40B4-BE49-F238E27FC236}">
                  <a16:creationId xmlns:a16="http://schemas.microsoft.com/office/drawing/2014/main" id="{F7F58114-93DD-415F-A2C7-538384E520B9}"/>
                </a:ext>
              </a:extLst>
            </p:cNvPr>
            <p:cNvSpPr/>
            <p:nvPr/>
          </p:nvSpPr>
          <p:spPr>
            <a:xfrm rot="1548584">
              <a:off x="2524517" y="5081198"/>
              <a:ext cx="105269" cy="104245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星形: 五角 235">
              <a:extLst>
                <a:ext uri="{FF2B5EF4-FFF2-40B4-BE49-F238E27FC236}">
                  <a16:creationId xmlns:a16="http://schemas.microsoft.com/office/drawing/2014/main" id="{7895F05B-9B87-4F38-905E-C6ACFAC11FC1}"/>
                </a:ext>
              </a:extLst>
            </p:cNvPr>
            <p:cNvSpPr/>
            <p:nvPr/>
          </p:nvSpPr>
          <p:spPr>
            <a:xfrm>
              <a:off x="4765410" y="4691569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2318F9E-E578-404C-9715-42086BD29664}"/>
                </a:ext>
              </a:extLst>
            </p:cNvPr>
            <p:cNvSpPr txBox="1"/>
            <p:nvPr/>
          </p:nvSpPr>
          <p:spPr>
            <a:xfrm>
              <a:off x="5672515" y="1517379"/>
              <a:ext cx="902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全局引导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/>
                <p:nvPr/>
              </p:nvSpPr>
              <p:spPr>
                <a:xfrm>
                  <a:off x="1623172" y="5658081"/>
                  <a:ext cx="4735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D32D3581-37BE-430A-A095-76E70E6EC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3172" y="5658081"/>
                  <a:ext cx="473528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9" name="文本框 358">
              <a:extLst>
                <a:ext uri="{FF2B5EF4-FFF2-40B4-BE49-F238E27FC236}">
                  <a16:creationId xmlns:a16="http://schemas.microsoft.com/office/drawing/2014/main" id="{E610095C-E527-4ED5-B1FA-10625BAFBE23}"/>
                </a:ext>
              </a:extLst>
            </p:cNvPr>
            <p:cNvSpPr txBox="1"/>
            <p:nvPr/>
          </p:nvSpPr>
          <p:spPr>
            <a:xfrm>
              <a:off x="2118239" y="591171"/>
              <a:ext cx="2014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需重新规划的簇路径</a:t>
              </a:r>
            </a:p>
          </p:txBody>
        </p:sp>
        <p:sp>
          <p:nvSpPr>
            <p:cNvPr id="361" name="文本框 360">
              <a:extLst>
                <a:ext uri="{FF2B5EF4-FFF2-40B4-BE49-F238E27FC236}">
                  <a16:creationId xmlns:a16="http://schemas.microsoft.com/office/drawing/2014/main" id="{F4A9B701-AC29-4679-BBDB-EA09762F3529}"/>
                </a:ext>
              </a:extLst>
            </p:cNvPr>
            <p:cNvSpPr txBox="1"/>
            <p:nvPr/>
          </p:nvSpPr>
          <p:spPr>
            <a:xfrm>
              <a:off x="2715173" y="2699149"/>
              <a:ext cx="1112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6">
                      <a:lumMod val="7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全局路径</a:t>
              </a:r>
            </a:p>
          </p:txBody>
        </p:sp>
        <p:sp>
          <p:nvSpPr>
            <p:cNvPr id="721" name="星形: 五角 720">
              <a:extLst>
                <a:ext uri="{FF2B5EF4-FFF2-40B4-BE49-F238E27FC236}">
                  <a16:creationId xmlns:a16="http://schemas.microsoft.com/office/drawing/2014/main" id="{9DE87FF4-F333-4E76-BBA7-97B7458E55FB}"/>
                </a:ext>
              </a:extLst>
            </p:cNvPr>
            <p:cNvSpPr/>
            <p:nvPr/>
          </p:nvSpPr>
          <p:spPr>
            <a:xfrm rot="3684013">
              <a:off x="3138457" y="2616903"/>
              <a:ext cx="137160" cy="137160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2" name="文本框 721">
              <a:extLst>
                <a:ext uri="{FF2B5EF4-FFF2-40B4-BE49-F238E27FC236}">
                  <a16:creationId xmlns:a16="http://schemas.microsoft.com/office/drawing/2014/main" id="{6CBE9503-2A84-47AB-B75B-B4C7044A672D}"/>
                </a:ext>
              </a:extLst>
            </p:cNvPr>
            <p:cNvSpPr txBox="1"/>
            <p:nvPr/>
          </p:nvSpPr>
          <p:spPr>
            <a:xfrm>
              <a:off x="1529819" y="1970281"/>
              <a:ext cx="12771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6">
                      <a:lumMod val="7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全局关键点</a:t>
              </a:r>
            </a:p>
          </p:txBody>
        </p:sp>
        <p:cxnSp>
          <p:nvCxnSpPr>
            <p:cNvPr id="723" name="直接箭头连接符 722">
              <a:extLst>
                <a:ext uri="{FF2B5EF4-FFF2-40B4-BE49-F238E27FC236}">
                  <a16:creationId xmlns:a16="http://schemas.microsoft.com/office/drawing/2014/main" id="{2C7110BC-5D24-4C87-9A82-AF54521489C2}"/>
                </a:ext>
              </a:extLst>
            </p:cNvPr>
            <p:cNvCxnSpPr>
              <a:cxnSpLocks/>
              <a:stCxn id="594" idx="2"/>
              <a:endCxn id="592" idx="6"/>
            </p:cNvCxnSpPr>
            <p:nvPr/>
          </p:nvCxnSpPr>
          <p:spPr>
            <a:xfrm flipH="1">
              <a:off x="4852299" y="5373336"/>
              <a:ext cx="168742" cy="211213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直接箭头连接符 723">
              <a:extLst>
                <a:ext uri="{FF2B5EF4-FFF2-40B4-BE49-F238E27FC236}">
                  <a16:creationId xmlns:a16="http://schemas.microsoft.com/office/drawing/2014/main" id="{CAF4C211-CA3F-43AC-BEA3-D1B53DB4FCED}"/>
                </a:ext>
              </a:extLst>
            </p:cNvPr>
            <p:cNvCxnSpPr>
              <a:cxnSpLocks/>
              <a:stCxn id="594" idx="1"/>
            </p:cNvCxnSpPr>
            <p:nvPr/>
          </p:nvCxnSpPr>
          <p:spPr>
            <a:xfrm flipH="1" flipV="1">
              <a:off x="4481093" y="4990036"/>
              <a:ext cx="387548" cy="2309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直接箭头连接符 724">
              <a:extLst>
                <a:ext uri="{FF2B5EF4-FFF2-40B4-BE49-F238E27FC236}">
                  <a16:creationId xmlns:a16="http://schemas.microsoft.com/office/drawing/2014/main" id="{A03BA77E-BA9D-49C1-9AFF-71C9E10335F4}"/>
                </a:ext>
              </a:extLst>
            </p:cNvPr>
            <p:cNvCxnSpPr>
              <a:cxnSpLocks/>
              <a:stCxn id="594" idx="0"/>
            </p:cNvCxnSpPr>
            <p:nvPr/>
          </p:nvCxnSpPr>
          <p:spPr>
            <a:xfrm flipH="1" flipV="1">
              <a:off x="4855535" y="4869711"/>
              <a:ext cx="165506" cy="198825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6" name="文本框 725">
              <a:extLst>
                <a:ext uri="{FF2B5EF4-FFF2-40B4-BE49-F238E27FC236}">
                  <a16:creationId xmlns:a16="http://schemas.microsoft.com/office/drawing/2014/main" id="{80E16DBA-70B9-42EB-B858-CA57086B87F6}"/>
                </a:ext>
              </a:extLst>
            </p:cNvPr>
            <p:cNvSpPr txBox="1"/>
            <p:nvPr/>
          </p:nvSpPr>
          <p:spPr>
            <a:xfrm>
              <a:off x="2528129" y="4713547"/>
              <a:ext cx="137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通信保持引力</a:t>
              </a:r>
            </a:p>
          </p:txBody>
        </p:sp>
        <p:sp>
          <p:nvSpPr>
            <p:cNvPr id="727" name="文本框 726">
              <a:extLst>
                <a:ext uri="{FF2B5EF4-FFF2-40B4-BE49-F238E27FC236}">
                  <a16:creationId xmlns:a16="http://schemas.microsoft.com/office/drawing/2014/main" id="{09534741-FEED-45C9-80C5-1119FA503FBE}"/>
                </a:ext>
              </a:extLst>
            </p:cNvPr>
            <p:cNvSpPr txBox="1"/>
            <p:nvPr/>
          </p:nvSpPr>
          <p:spPr>
            <a:xfrm>
              <a:off x="5149978" y="5268239"/>
              <a:ext cx="1305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目标导向引力</a:t>
              </a:r>
            </a:p>
          </p:txBody>
        </p:sp>
        <p:sp>
          <p:nvSpPr>
            <p:cNvPr id="728" name="文本框 727">
              <a:extLst>
                <a:ext uri="{FF2B5EF4-FFF2-40B4-BE49-F238E27FC236}">
                  <a16:creationId xmlns:a16="http://schemas.microsoft.com/office/drawing/2014/main" id="{CFB679A7-347E-4AFA-A7E0-D007BAA10681}"/>
                </a:ext>
              </a:extLst>
            </p:cNvPr>
            <p:cNvSpPr txBox="1"/>
            <p:nvPr/>
          </p:nvSpPr>
          <p:spPr>
            <a:xfrm>
              <a:off x="5152758" y="5662999"/>
              <a:ext cx="13189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碰撞避免斥力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875D7AE-C72F-4CE7-BC18-35DC5CD39953}"/>
                </a:ext>
              </a:extLst>
            </p:cNvPr>
            <p:cNvSpPr txBox="1"/>
            <p:nvPr/>
          </p:nvSpPr>
          <p:spPr>
            <a:xfrm>
              <a:off x="269361" y="2729022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虚拟簇中心</a:t>
              </a:r>
            </a:p>
          </p:txBody>
        </p:sp>
        <p:pic>
          <p:nvPicPr>
            <p:cNvPr id="163" name="图片 162">
              <a:extLst>
                <a:ext uri="{FF2B5EF4-FFF2-40B4-BE49-F238E27FC236}">
                  <a16:creationId xmlns:a16="http://schemas.microsoft.com/office/drawing/2014/main" id="{BC60FF59-27EE-4F5A-ABAA-19D660A7B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5332" y="2049148"/>
              <a:ext cx="304800" cy="304800"/>
            </a:xfrm>
            <a:prstGeom prst="rect">
              <a:avLst/>
            </a:prstGeom>
          </p:spPr>
        </p:pic>
        <p:pic>
          <p:nvPicPr>
            <p:cNvPr id="165" name="图片 164">
              <a:extLst>
                <a:ext uri="{FF2B5EF4-FFF2-40B4-BE49-F238E27FC236}">
                  <a16:creationId xmlns:a16="http://schemas.microsoft.com/office/drawing/2014/main" id="{4E812C4A-CB5E-4B89-BE08-BCCA9A8A1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4693" y="2086262"/>
              <a:ext cx="304800" cy="304800"/>
            </a:xfrm>
            <a:prstGeom prst="rect">
              <a:avLst/>
            </a:prstGeom>
          </p:spPr>
        </p:pic>
        <p:pic>
          <p:nvPicPr>
            <p:cNvPr id="164" name="图片 163">
              <a:extLst>
                <a:ext uri="{FF2B5EF4-FFF2-40B4-BE49-F238E27FC236}">
                  <a16:creationId xmlns:a16="http://schemas.microsoft.com/office/drawing/2014/main" id="{DA019470-286F-40D2-A0FA-22F157B09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0224" y="2415233"/>
              <a:ext cx="304800" cy="304800"/>
            </a:xfrm>
            <a:prstGeom prst="rect">
              <a:avLst/>
            </a:prstGeom>
          </p:spPr>
        </p:pic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B6AAEFE8-16B7-4E3A-A385-9BB544E00A76}"/>
                </a:ext>
              </a:extLst>
            </p:cNvPr>
            <p:cNvCxnSpPr>
              <a:cxnSpLocks/>
              <a:stCxn id="164" idx="2"/>
              <a:endCxn id="596" idx="4"/>
            </p:cNvCxnSpPr>
            <p:nvPr/>
          </p:nvCxnSpPr>
          <p:spPr>
            <a:xfrm flipH="1">
              <a:off x="3444702" y="2720033"/>
              <a:ext cx="217922" cy="298241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11DCFF1D-ECF0-4658-A025-5B759CEC81DF}"/>
                </a:ext>
              </a:extLst>
            </p:cNvPr>
            <p:cNvCxnSpPr>
              <a:cxnSpLocks/>
              <a:stCxn id="164" idx="2"/>
              <a:endCxn id="596" idx="0"/>
            </p:cNvCxnSpPr>
            <p:nvPr/>
          </p:nvCxnSpPr>
          <p:spPr>
            <a:xfrm>
              <a:off x="3662624" y="2720033"/>
              <a:ext cx="463863" cy="290142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45C036AA-7A72-4A69-9156-09082C5A7D09}"/>
                </a:ext>
              </a:extLst>
            </p:cNvPr>
            <p:cNvCxnSpPr>
              <a:cxnSpLocks/>
              <a:stCxn id="165" idx="2"/>
              <a:endCxn id="592" idx="0"/>
            </p:cNvCxnSpPr>
            <p:nvPr/>
          </p:nvCxnSpPr>
          <p:spPr>
            <a:xfrm>
              <a:off x="4747093" y="2391062"/>
              <a:ext cx="504938" cy="2843695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3695304C-30F1-43FC-863C-3C20FB6053D7}"/>
                </a:ext>
              </a:extLst>
            </p:cNvPr>
            <p:cNvCxnSpPr>
              <a:cxnSpLocks/>
              <a:stCxn id="163" idx="2"/>
            </p:cNvCxnSpPr>
            <p:nvPr/>
          </p:nvCxnSpPr>
          <p:spPr>
            <a:xfrm flipH="1">
              <a:off x="3764812" y="2353948"/>
              <a:ext cx="272920" cy="2628468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4AB08233-C897-4F40-81C6-CF99A6E47D53}"/>
                </a:ext>
              </a:extLst>
            </p:cNvPr>
            <p:cNvCxnSpPr>
              <a:cxnSpLocks/>
              <a:stCxn id="163" idx="2"/>
              <a:endCxn id="580" idx="0"/>
            </p:cNvCxnSpPr>
            <p:nvPr/>
          </p:nvCxnSpPr>
          <p:spPr>
            <a:xfrm>
              <a:off x="4037732" y="2353948"/>
              <a:ext cx="426849" cy="2613674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86CF84A-2F3C-4F3B-9899-422FC4A30478}"/>
                    </a:ext>
                  </a:extLst>
                </p:cNvPr>
                <p:cNvSpPr txBox="1"/>
                <p:nvPr/>
              </p:nvSpPr>
              <p:spPr>
                <a:xfrm>
                  <a:off x="1669312" y="5068776"/>
                  <a:ext cx="30297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86CF84A-2F3C-4F3B-9899-422FC4A30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9312" y="5068776"/>
                  <a:ext cx="302976" cy="215444"/>
                </a:xfrm>
                <a:prstGeom prst="rect">
                  <a:avLst/>
                </a:prstGeom>
                <a:blipFill>
                  <a:blip r:embed="rId1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A101B57B-76ED-48C7-9606-9321DEE08307}"/>
                    </a:ext>
                  </a:extLst>
                </p:cNvPr>
                <p:cNvSpPr txBox="1"/>
                <p:nvPr/>
              </p:nvSpPr>
              <p:spPr>
                <a:xfrm>
                  <a:off x="3244112" y="5811726"/>
                  <a:ext cx="27757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A101B57B-76ED-48C7-9606-9321DEE08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112" y="5811726"/>
                  <a:ext cx="277576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4348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9429BB99-8E08-44FE-956F-72A742A8EF50}"/>
                </a:ext>
              </a:extLst>
            </p:cNvPr>
            <p:cNvCxnSpPr>
              <a:cxnSpLocks/>
              <a:stCxn id="165" idx="2"/>
              <a:endCxn id="593" idx="1"/>
            </p:cNvCxnSpPr>
            <p:nvPr/>
          </p:nvCxnSpPr>
          <p:spPr>
            <a:xfrm flipH="1">
              <a:off x="4477592" y="2391062"/>
              <a:ext cx="269501" cy="2998838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文本框 415">
              <a:extLst>
                <a:ext uri="{FF2B5EF4-FFF2-40B4-BE49-F238E27FC236}">
                  <a16:creationId xmlns:a16="http://schemas.microsoft.com/office/drawing/2014/main" id="{D649AE65-5832-419B-B649-FEAB2F38D7FD}"/>
                </a:ext>
              </a:extLst>
            </p:cNvPr>
            <p:cNvSpPr txBox="1"/>
            <p:nvPr/>
          </p:nvSpPr>
          <p:spPr>
            <a:xfrm>
              <a:off x="5672515" y="468632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实时规划</a:t>
              </a:r>
            </a:p>
          </p:txBody>
        </p:sp>
        <p:sp>
          <p:nvSpPr>
            <p:cNvPr id="417" name="星形: 五角 416">
              <a:extLst>
                <a:ext uri="{FF2B5EF4-FFF2-40B4-BE49-F238E27FC236}">
                  <a16:creationId xmlns:a16="http://schemas.microsoft.com/office/drawing/2014/main" id="{4FEA26E0-B6D1-4B0A-B17B-FFE1694649A5}"/>
                </a:ext>
              </a:extLst>
            </p:cNvPr>
            <p:cNvSpPr/>
            <p:nvPr/>
          </p:nvSpPr>
          <p:spPr>
            <a:xfrm>
              <a:off x="5321670" y="4196269"/>
              <a:ext cx="92662" cy="105269"/>
            </a:xfrm>
            <a:prstGeom prst="star5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6EB0186A-BE35-4E2F-A739-9848847F0FC3}"/>
                </a:ext>
              </a:extLst>
            </p:cNvPr>
            <p:cNvSpPr/>
            <p:nvPr/>
          </p:nvSpPr>
          <p:spPr>
            <a:xfrm>
              <a:off x="7036657" y="2404435"/>
              <a:ext cx="180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簇间路径检测与重规划</a:t>
              </a:r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EF44CAE1-C7A2-43DD-A317-31A78A8E44B7}"/>
                </a:ext>
              </a:extLst>
            </p:cNvPr>
            <p:cNvSpPr/>
            <p:nvPr/>
          </p:nvSpPr>
          <p:spPr>
            <a:xfrm>
              <a:off x="7036657" y="1675455"/>
              <a:ext cx="180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簇间距离约束</a:t>
              </a:r>
              <a:endPara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路径确认</a:t>
              </a:r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0DD24080-C1AD-4132-9B53-FC7C08F43CD6}"/>
                </a:ext>
              </a:extLst>
            </p:cNvPr>
            <p:cNvSpPr/>
            <p:nvPr/>
          </p:nvSpPr>
          <p:spPr>
            <a:xfrm>
              <a:off x="6946657" y="4131635"/>
              <a:ext cx="1980000" cy="4354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SINR-MBST 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网络构建</a:t>
              </a:r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6ED62DB6-C9EA-4043-97DD-A936360B68BE}"/>
                </a:ext>
              </a:extLst>
            </p:cNvPr>
            <p:cNvSpPr/>
            <p:nvPr/>
          </p:nvSpPr>
          <p:spPr>
            <a:xfrm>
              <a:off x="6946657" y="4753935"/>
              <a:ext cx="1980000" cy="3922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局部 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APF 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势场合成</a:t>
              </a:r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667B601B-6CCD-4E65-8F68-FEA360767288}"/>
                </a:ext>
              </a:extLst>
            </p:cNvPr>
            <p:cNvSpPr/>
            <p:nvPr/>
          </p:nvSpPr>
          <p:spPr>
            <a:xfrm>
              <a:off x="6946657" y="5300035"/>
              <a:ext cx="1980000" cy="6107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单步规划与状态更新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08702F4-49AB-4511-B702-E5A03D528BBA}"/>
                </a:ext>
              </a:extLst>
            </p:cNvPr>
            <p:cNvSpPr/>
            <p:nvPr/>
          </p:nvSpPr>
          <p:spPr>
            <a:xfrm>
              <a:off x="3177540" y="312420"/>
              <a:ext cx="69342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890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55143A0F-B74E-4CFD-AC1C-AECC8D968CCB}"/>
              </a:ext>
            </a:extLst>
          </p:cNvPr>
          <p:cNvGrpSpPr/>
          <p:nvPr/>
        </p:nvGrpSpPr>
        <p:grpSpPr>
          <a:xfrm>
            <a:off x="4686899" y="1753120"/>
            <a:ext cx="2968024" cy="2628572"/>
            <a:chOff x="4669712" y="1962972"/>
            <a:chExt cx="3225036" cy="2843212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0371B848-9B4B-4B95-8E97-C0E5D46DF0F1}"/>
                </a:ext>
              </a:extLst>
            </p:cNvPr>
            <p:cNvGrpSpPr/>
            <p:nvPr/>
          </p:nvGrpSpPr>
          <p:grpSpPr>
            <a:xfrm>
              <a:off x="4669712" y="1962972"/>
              <a:ext cx="3225036" cy="2843212"/>
              <a:chOff x="1595436" y="1624013"/>
              <a:chExt cx="3225036" cy="2843212"/>
            </a:xfrm>
          </p:grpSpPr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54131256-8AB3-408A-AFB1-39A1392A6D0F}"/>
                  </a:ext>
                </a:extLst>
              </p:cNvPr>
              <p:cNvCxnSpPr>
                <a:cxnSpLocks/>
                <a:stCxn id="122" idx="1"/>
                <a:endCxn id="123" idx="1"/>
              </p:cNvCxnSpPr>
              <p:nvPr/>
            </p:nvCxnSpPr>
            <p:spPr>
              <a:xfrm>
                <a:off x="1969355" y="2732199"/>
                <a:ext cx="428089" cy="543476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AFC152EF-4107-4360-865C-25C5FCB1300C}"/>
                  </a:ext>
                </a:extLst>
              </p:cNvPr>
              <p:cNvCxnSpPr>
                <a:cxnSpLocks/>
                <a:stCxn id="124" idx="3"/>
                <a:endCxn id="128" idx="2"/>
              </p:cNvCxnSpPr>
              <p:nvPr/>
            </p:nvCxnSpPr>
            <p:spPr>
              <a:xfrm flipH="1" flipV="1">
                <a:off x="3093213" y="2769514"/>
                <a:ext cx="328184" cy="832960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49BEC858-A296-408A-A791-711AA02023A7}"/>
                  </a:ext>
                </a:extLst>
              </p:cNvPr>
              <p:cNvCxnSpPr>
                <a:cxnSpLocks/>
                <a:stCxn id="125" idx="1"/>
                <a:endCxn id="126" idx="3"/>
              </p:cNvCxnSpPr>
              <p:nvPr/>
            </p:nvCxnSpPr>
            <p:spPr>
              <a:xfrm flipH="1">
                <a:off x="3951726" y="2643189"/>
                <a:ext cx="563946" cy="10242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81013CFE-CA79-46CE-B3D7-FD4FD4BC5437}"/>
                  </a:ext>
                </a:extLst>
              </p:cNvPr>
              <p:cNvCxnSpPr>
                <a:cxnSpLocks/>
                <a:stCxn id="126" idx="1"/>
                <a:endCxn id="128" idx="3"/>
              </p:cNvCxnSpPr>
              <p:nvPr/>
            </p:nvCxnSpPr>
            <p:spPr>
              <a:xfrm flipH="1" flipV="1">
                <a:off x="3217189" y="2593214"/>
                <a:ext cx="429737" cy="15240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5C7E58C1-BDF8-4652-9D1E-F72F3CB1BDD2}"/>
                  </a:ext>
                </a:extLst>
              </p:cNvPr>
              <p:cNvCxnSpPr>
                <a:cxnSpLocks/>
                <a:stCxn id="121" idx="2"/>
              </p:cNvCxnSpPr>
              <p:nvPr/>
            </p:nvCxnSpPr>
            <p:spPr>
              <a:xfrm>
                <a:off x="3014663" y="1928813"/>
                <a:ext cx="29527" cy="540067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10FBB8C8-B010-4273-973F-D393429B08C4}"/>
                  </a:ext>
                </a:extLst>
              </p:cNvPr>
              <p:cNvCxnSpPr>
                <a:cxnSpLocks/>
                <a:stCxn id="123" idx="2"/>
                <a:endCxn id="127" idx="0"/>
              </p:cNvCxnSpPr>
              <p:nvPr/>
            </p:nvCxnSpPr>
            <p:spPr>
              <a:xfrm flipH="1">
                <a:off x="1818406" y="3484244"/>
                <a:ext cx="633357" cy="69550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88B9B182-78DC-4AF3-951D-B621C072B539}"/>
                  </a:ext>
                </a:extLst>
              </p:cNvPr>
              <p:cNvCxnSpPr>
                <a:cxnSpLocks/>
                <a:stCxn id="123" idx="3"/>
                <a:endCxn id="124" idx="0"/>
              </p:cNvCxnSpPr>
              <p:nvPr/>
            </p:nvCxnSpPr>
            <p:spPr>
              <a:xfrm>
                <a:off x="2660332" y="3429925"/>
                <a:ext cx="559208" cy="248080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F2D02902-1885-4112-8D32-1F2689D62942}"/>
                  </a:ext>
                </a:extLst>
              </p:cNvPr>
              <p:cNvCxnSpPr>
                <a:cxnSpLocks/>
                <a:stCxn id="123" idx="0"/>
                <a:endCxn id="128" idx="1"/>
              </p:cNvCxnSpPr>
              <p:nvPr/>
            </p:nvCxnSpPr>
            <p:spPr>
              <a:xfrm flipV="1">
                <a:off x="2606013" y="2645538"/>
                <a:ext cx="310900" cy="57581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pic>
            <p:nvPicPr>
              <p:cNvPr id="121" name="图形 120">
                <a:extLst>
                  <a:ext uri="{FF2B5EF4-FFF2-40B4-BE49-F238E27FC236}">
                    <a16:creationId xmlns:a16="http://schemas.microsoft.com/office/drawing/2014/main" id="{6625F89E-DDCA-4B7E-9B4E-BC3F315C6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62263" y="162401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2" name="图形 121">
                <a:extLst>
                  <a:ext uri="{FF2B5EF4-FFF2-40B4-BE49-F238E27FC236}">
                    <a16:creationId xmlns:a16="http://schemas.microsoft.com/office/drawing/2014/main" id="{9302A102-4755-48C4-9658-15F26A02D6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3665447">
                <a:off x="1714501" y="246697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3" name="图形 122">
                <a:extLst>
                  <a:ext uri="{FF2B5EF4-FFF2-40B4-BE49-F238E27FC236}">
                    <a16:creationId xmlns:a16="http://schemas.microsoft.com/office/drawing/2014/main" id="{2D7164C8-6A9F-40C3-B561-EB37ED8FA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824148">
                <a:off x="2376488" y="3200400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4" name="图形 123">
                <a:extLst>
                  <a:ext uri="{FF2B5EF4-FFF2-40B4-BE49-F238E27FC236}">
                    <a16:creationId xmlns:a16="http://schemas.microsoft.com/office/drawing/2014/main" id="{DAC53B6D-6B27-4A37-960D-58A6ED0722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7669112">
                <a:off x="3205834" y="35887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5" name="图形 124">
                <a:extLst>
                  <a:ext uri="{FF2B5EF4-FFF2-40B4-BE49-F238E27FC236}">
                    <a16:creationId xmlns:a16="http://schemas.microsoft.com/office/drawing/2014/main" id="{622488AD-01EC-435A-8EDE-B123E56F8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15672" y="249078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6" name="图形 125">
                <a:extLst>
                  <a:ext uri="{FF2B5EF4-FFF2-40B4-BE49-F238E27FC236}">
                    <a16:creationId xmlns:a16="http://schemas.microsoft.com/office/drawing/2014/main" id="{80D0D63A-8599-4023-AD7C-E8E6AE3D73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46926" y="259321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7" name="图形 126">
                <a:extLst>
                  <a:ext uri="{FF2B5EF4-FFF2-40B4-BE49-F238E27FC236}">
                    <a16:creationId xmlns:a16="http://schemas.microsoft.com/office/drawing/2014/main" id="{7F1A713D-BDBE-440B-AE0A-207564D99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55070">
                <a:off x="1595436" y="416242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8" name="图形 127">
                <a:extLst>
                  <a:ext uri="{FF2B5EF4-FFF2-40B4-BE49-F238E27FC236}">
                    <a16:creationId xmlns:a16="http://schemas.microsoft.com/office/drawing/2014/main" id="{C17B1EED-FA4A-4BC9-8E5B-9936EA798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1006918">
                <a:off x="2914651" y="246697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C9E363C-E452-4815-8158-ADFD6E1A97F4}"/>
                  </a:ext>
                </a:extLst>
              </p:cNvPr>
              <p:cNvSpPr txBox="1"/>
              <p:nvPr/>
            </p:nvSpPr>
            <p:spPr>
              <a:xfrm>
                <a:off x="2995449" y="203375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10.9</a:t>
                </a:r>
                <a:endParaRPr lang="zh-CN" altLang="en-US" sz="1200" dirty="0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D582BD3A-40D9-4552-B76E-93DAF96BFC54}"/>
                  </a:ext>
                </a:extLst>
              </p:cNvPr>
              <p:cNvSpPr txBox="1"/>
              <p:nvPr/>
            </p:nvSpPr>
            <p:spPr>
              <a:xfrm>
                <a:off x="3224049" y="2703785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12.4</a:t>
                </a:r>
                <a:endParaRPr lang="zh-CN" altLang="en-US" sz="1200" dirty="0"/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A1124415-34F4-4427-9A03-55E1871A4F7C}"/>
                  </a:ext>
                </a:extLst>
              </p:cNvPr>
              <p:cNvSpPr txBox="1"/>
              <p:nvPr/>
            </p:nvSpPr>
            <p:spPr>
              <a:xfrm>
                <a:off x="4067504" y="2798378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15.1</a:t>
                </a:r>
                <a:endParaRPr lang="zh-CN" altLang="en-US" sz="1200" dirty="0"/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BDA0E66-5DC2-4BD9-8ED9-B9284900F37B}"/>
                  </a:ext>
                </a:extLst>
              </p:cNvPr>
              <p:cNvSpPr txBox="1"/>
              <p:nvPr/>
            </p:nvSpPr>
            <p:spPr>
              <a:xfrm>
                <a:off x="3231931" y="3074274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10.2</a:t>
                </a:r>
                <a:endParaRPr lang="zh-CN" altLang="en-US" sz="1200" dirty="0"/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72084FD-6EB2-4A66-B681-749F253A6C39}"/>
                  </a:ext>
                </a:extLst>
              </p:cNvPr>
              <p:cNvSpPr txBox="1"/>
              <p:nvPr/>
            </p:nvSpPr>
            <p:spPr>
              <a:xfrm>
                <a:off x="2333297" y="2632840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15.9</a:t>
                </a:r>
                <a:endParaRPr lang="zh-CN" altLang="en-US" sz="1200" dirty="0"/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5020881-A5CC-4531-B257-AF3300147C77}"/>
                  </a:ext>
                </a:extLst>
              </p:cNvPr>
              <p:cNvSpPr txBox="1"/>
              <p:nvPr/>
            </p:nvSpPr>
            <p:spPr>
              <a:xfrm>
                <a:off x="2609194" y="366548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10.9</a:t>
                </a:r>
                <a:endParaRPr lang="zh-CN" altLang="en-US" sz="1200" dirty="0"/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E04FF796-CA41-4020-A360-E1E523CE3FF4}"/>
                  </a:ext>
                </a:extLst>
              </p:cNvPr>
              <p:cNvSpPr txBox="1"/>
              <p:nvPr/>
            </p:nvSpPr>
            <p:spPr>
              <a:xfrm>
                <a:off x="1749973" y="3555122"/>
                <a:ext cx="3818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1.8</a:t>
                </a:r>
                <a:endParaRPr lang="zh-CN" altLang="en-US" sz="1200" dirty="0"/>
              </a:p>
            </p:txBody>
          </p: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58175890-81E0-4562-8D67-1BF4EB7D3411}"/>
                  </a:ext>
                </a:extLst>
              </p:cNvPr>
              <p:cNvSpPr txBox="1"/>
              <p:nvPr/>
            </p:nvSpPr>
            <p:spPr>
              <a:xfrm>
                <a:off x="1789387" y="2948150"/>
                <a:ext cx="3818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2.9</a:t>
                </a:r>
                <a:endParaRPr lang="zh-CN" altLang="en-US" sz="1200" dirty="0"/>
              </a:p>
            </p:txBody>
          </p:sp>
        </p:grp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0B08751F-706F-43E3-B7F5-9B24F1B33B5E}"/>
                </a:ext>
              </a:extLst>
            </p:cNvPr>
            <p:cNvCxnSpPr>
              <a:cxnSpLocks/>
              <a:stCxn id="121" idx="1"/>
              <a:endCxn id="122" idx="2"/>
            </p:cNvCxnSpPr>
            <p:nvPr/>
          </p:nvCxnSpPr>
          <p:spPr>
            <a:xfrm flipH="1">
              <a:off x="5054000" y="2115372"/>
              <a:ext cx="882539" cy="740509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9E8F9FAC-E6C2-4C80-921F-A2AB530BFDBE}"/>
                </a:ext>
              </a:extLst>
            </p:cNvPr>
            <p:cNvSpPr txBox="1"/>
            <p:nvPr/>
          </p:nvSpPr>
          <p:spPr>
            <a:xfrm>
              <a:off x="5320862" y="2128342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1.1</a:t>
              </a:r>
              <a:endParaRPr lang="zh-CN" altLang="en-US" sz="1200" dirty="0"/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17FA8041-DAF5-465C-B668-AAD8015FE2A7}"/>
              </a:ext>
            </a:extLst>
          </p:cNvPr>
          <p:cNvGrpSpPr/>
          <p:nvPr/>
        </p:nvGrpSpPr>
        <p:grpSpPr>
          <a:xfrm>
            <a:off x="8735845" y="1753120"/>
            <a:ext cx="2968024" cy="2628572"/>
            <a:chOff x="8650505" y="2089097"/>
            <a:chExt cx="3225036" cy="2843212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7345A740-ED8A-47D4-B258-55BDCC0760EC}"/>
                </a:ext>
              </a:extLst>
            </p:cNvPr>
            <p:cNvGrpSpPr/>
            <p:nvPr/>
          </p:nvGrpSpPr>
          <p:grpSpPr>
            <a:xfrm>
              <a:off x="8650505" y="2089097"/>
              <a:ext cx="3225036" cy="2843212"/>
              <a:chOff x="1595436" y="1624013"/>
              <a:chExt cx="3225036" cy="2843212"/>
            </a:xfrm>
          </p:grpSpPr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685E30F1-496E-477D-8236-BAB959BC3FAF}"/>
                  </a:ext>
                </a:extLst>
              </p:cNvPr>
              <p:cNvCxnSpPr>
                <a:cxnSpLocks/>
                <a:stCxn id="147" idx="1"/>
                <a:endCxn id="148" idx="1"/>
              </p:cNvCxnSpPr>
              <p:nvPr/>
            </p:nvCxnSpPr>
            <p:spPr>
              <a:xfrm>
                <a:off x="1969355" y="2732199"/>
                <a:ext cx="428089" cy="54347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7F11A36F-9B64-4C8B-89B0-92680BD2EE7B}"/>
                  </a:ext>
                </a:extLst>
              </p:cNvPr>
              <p:cNvCxnSpPr>
                <a:cxnSpLocks/>
                <a:stCxn id="149" idx="3"/>
                <a:endCxn id="153" idx="2"/>
              </p:cNvCxnSpPr>
              <p:nvPr/>
            </p:nvCxnSpPr>
            <p:spPr>
              <a:xfrm flipH="1" flipV="1">
                <a:off x="3093213" y="2769514"/>
                <a:ext cx="328184" cy="832960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81E9629F-C9FE-4D6C-A1C8-E9590322F959}"/>
                  </a:ext>
                </a:extLst>
              </p:cNvPr>
              <p:cNvCxnSpPr>
                <a:cxnSpLocks/>
                <a:stCxn id="150" idx="1"/>
                <a:endCxn id="151" idx="3"/>
              </p:cNvCxnSpPr>
              <p:nvPr/>
            </p:nvCxnSpPr>
            <p:spPr>
              <a:xfrm flipH="1">
                <a:off x="3951726" y="2643189"/>
                <a:ext cx="563946" cy="10242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71C221EB-F77B-4C6E-B1DF-DE21D37B63B7}"/>
                  </a:ext>
                </a:extLst>
              </p:cNvPr>
              <p:cNvCxnSpPr>
                <a:cxnSpLocks/>
                <a:stCxn id="151" idx="1"/>
                <a:endCxn id="153" idx="3"/>
              </p:cNvCxnSpPr>
              <p:nvPr/>
            </p:nvCxnSpPr>
            <p:spPr>
              <a:xfrm flipH="1" flipV="1">
                <a:off x="3217189" y="2593214"/>
                <a:ext cx="429737" cy="15240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0CD23D12-9CC0-4EA6-B199-82341B685C28}"/>
                  </a:ext>
                </a:extLst>
              </p:cNvPr>
              <p:cNvCxnSpPr>
                <a:cxnSpLocks/>
                <a:stCxn id="146" idx="2"/>
              </p:cNvCxnSpPr>
              <p:nvPr/>
            </p:nvCxnSpPr>
            <p:spPr>
              <a:xfrm>
                <a:off x="3014663" y="1928813"/>
                <a:ext cx="29527" cy="540067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3" name="直接箭头连接符 142">
                <a:extLst>
                  <a:ext uri="{FF2B5EF4-FFF2-40B4-BE49-F238E27FC236}">
                    <a16:creationId xmlns:a16="http://schemas.microsoft.com/office/drawing/2014/main" id="{1968BEC3-2C6C-420C-B3CC-224DE6B71110}"/>
                  </a:ext>
                </a:extLst>
              </p:cNvPr>
              <p:cNvCxnSpPr>
                <a:cxnSpLocks/>
                <a:stCxn id="148" idx="2"/>
                <a:endCxn id="152" idx="0"/>
              </p:cNvCxnSpPr>
              <p:nvPr/>
            </p:nvCxnSpPr>
            <p:spPr>
              <a:xfrm flipH="1">
                <a:off x="1818406" y="3484244"/>
                <a:ext cx="633357" cy="69550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6AA9DCB7-BAF5-455D-8E2C-EA00153080F8}"/>
                  </a:ext>
                </a:extLst>
              </p:cNvPr>
              <p:cNvCxnSpPr>
                <a:cxnSpLocks/>
                <a:stCxn id="148" idx="3"/>
                <a:endCxn id="149" idx="0"/>
              </p:cNvCxnSpPr>
              <p:nvPr/>
            </p:nvCxnSpPr>
            <p:spPr>
              <a:xfrm>
                <a:off x="2660332" y="3429925"/>
                <a:ext cx="559208" cy="24808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E6429629-653A-42F3-97C1-FE6E0F79FE85}"/>
                  </a:ext>
                </a:extLst>
              </p:cNvPr>
              <p:cNvCxnSpPr>
                <a:cxnSpLocks/>
                <a:stCxn id="148" idx="0"/>
                <a:endCxn id="153" idx="1"/>
              </p:cNvCxnSpPr>
              <p:nvPr/>
            </p:nvCxnSpPr>
            <p:spPr>
              <a:xfrm flipV="1">
                <a:off x="2606013" y="2645538"/>
                <a:ext cx="310900" cy="57581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pic>
            <p:nvPicPr>
              <p:cNvPr id="146" name="图形 145">
                <a:extLst>
                  <a:ext uri="{FF2B5EF4-FFF2-40B4-BE49-F238E27FC236}">
                    <a16:creationId xmlns:a16="http://schemas.microsoft.com/office/drawing/2014/main" id="{2291D3AC-40A9-4F35-9E03-53D7B7C35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62263" y="1624013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47" name="图形 146">
                <a:extLst>
                  <a:ext uri="{FF2B5EF4-FFF2-40B4-BE49-F238E27FC236}">
                    <a16:creationId xmlns:a16="http://schemas.microsoft.com/office/drawing/2014/main" id="{1C3F5D13-32A7-4C08-926F-9584BA6FAD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3665447">
                <a:off x="1714501" y="2466976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48" name="图形 147">
                <a:extLst>
                  <a:ext uri="{FF2B5EF4-FFF2-40B4-BE49-F238E27FC236}">
                    <a16:creationId xmlns:a16="http://schemas.microsoft.com/office/drawing/2014/main" id="{9DC60255-209E-4BE1-9F54-E7073FB6C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824148">
                <a:off x="2376488" y="3200400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49" name="图形 148">
                <a:extLst>
                  <a:ext uri="{FF2B5EF4-FFF2-40B4-BE49-F238E27FC236}">
                    <a16:creationId xmlns:a16="http://schemas.microsoft.com/office/drawing/2014/main" id="{C561586C-8220-4DFC-81B8-CE7192D02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7669112">
                <a:off x="3205834" y="358876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50" name="图形 149">
                <a:extLst>
                  <a:ext uri="{FF2B5EF4-FFF2-40B4-BE49-F238E27FC236}">
                    <a16:creationId xmlns:a16="http://schemas.microsoft.com/office/drawing/2014/main" id="{4251DBA3-DAD0-4932-9BDE-ACE79AF925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15672" y="249078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51" name="图形 150">
                <a:extLst>
                  <a:ext uri="{FF2B5EF4-FFF2-40B4-BE49-F238E27FC236}">
                    <a16:creationId xmlns:a16="http://schemas.microsoft.com/office/drawing/2014/main" id="{99CEF500-928F-4688-9115-8CA3ACA69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46926" y="2593214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52" name="图形 151">
                <a:extLst>
                  <a:ext uri="{FF2B5EF4-FFF2-40B4-BE49-F238E27FC236}">
                    <a16:creationId xmlns:a16="http://schemas.microsoft.com/office/drawing/2014/main" id="{6450E74D-B02F-4345-B1CA-3612FFD39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55070">
                <a:off x="1595436" y="4162425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53" name="图形 152">
                <a:extLst>
                  <a:ext uri="{FF2B5EF4-FFF2-40B4-BE49-F238E27FC236}">
                    <a16:creationId xmlns:a16="http://schemas.microsoft.com/office/drawing/2014/main" id="{8B09D3C1-B93C-44D2-9F61-B4F97BADEB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1006918">
                <a:off x="2914651" y="246697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2EE03CE7-F183-4989-9CEC-73875BD8FB6F}"/>
                  </a:ext>
                </a:extLst>
              </p:cNvPr>
              <p:cNvSpPr txBox="1"/>
              <p:nvPr/>
            </p:nvSpPr>
            <p:spPr>
              <a:xfrm>
                <a:off x="2995449" y="203375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10.9</a:t>
                </a:r>
                <a:endParaRPr lang="zh-CN" altLang="en-US" sz="1200" dirty="0"/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91F39708-E0FE-4415-96CE-D2261341AC88}"/>
                  </a:ext>
                </a:extLst>
              </p:cNvPr>
              <p:cNvSpPr txBox="1"/>
              <p:nvPr/>
            </p:nvSpPr>
            <p:spPr>
              <a:xfrm>
                <a:off x="3224049" y="2703785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12.4</a:t>
                </a:r>
                <a:endParaRPr lang="zh-CN" altLang="en-US" sz="1200" dirty="0"/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C2015DD0-315A-4F3F-8A50-1F814B09A0D8}"/>
                  </a:ext>
                </a:extLst>
              </p:cNvPr>
              <p:cNvSpPr txBox="1"/>
              <p:nvPr/>
            </p:nvSpPr>
            <p:spPr>
              <a:xfrm>
                <a:off x="4067504" y="2798378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15.1</a:t>
                </a:r>
                <a:endParaRPr lang="zh-CN" altLang="en-US" sz="1200" dirty="0"/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36365D5-5DC1-4E1D-A554-363A4208C694}"/>
                  </a:ext>
                </a:extLst>
              </p:cNvPr>
              <p:cNvSpPr txBox="1"/>
              <p:nvPr/>
            </p:nvSpPr>
            <p:spPr>
              <a:xfrm>
                <a:off x="3231931" y="3074274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10.2</a:t>
                </a:r>
                <a:endParaRPr lang="zh-CN" altLang="en-US" sz="1200" dirty="0"/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1F3D902-502D-4C36-8231-81D4AF3D2961}"/>
                  </a:ext>
                </a:extLst>
              </p:cNvPr>
              <p:cNvSpPr txBox="1"/>
              <p:nvPr/>
            </p:nvSpPr>
            <p:spPr>
              <a:xfrm>
                <a:off x="2333297" y="2632840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15.9</a:t>
                </a:r>
                <a:endParaRPr lang="zh-CN" altLang="en-US" sz="1200" dirty="0"/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8F1857E6-0390-41FB-B2B1-6DBA17CF6B11}"/>
                  </a:ext>
                </a:extLst>
              </p:cNvPr>
              <p:cNvSpPr txBox="1"/>
              <p:nvPr/>
            </p:nvSpPr>
            <p:spPr>
              <a:xfrm>
                <a:off x="2609194" y="3665481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10.9</a:t>
                </a:r>
                <a:endParaRPr lang="zh-CN" altLang="en-US" sz="1200" dirty="0"/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C3D5A8C-99B5-4099-BDCE-CFF6C73A0BF3}"/>
                  </a:ext>
                </a:extLst>
              </p:cNvPr>
              <p:cNvSpPr txBox="1"/>
              <p:nvPr/>
            </p:nvSpPr>
            <p:spPr>
              <a:xfrm>
                <a:off x="1749973" y="3555122"/>
                <a:ext cx="3818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1.8</a:t>
                </a:r>
                <a:endParaRPr lang="zh-CN" altLang="en-US" sz="1200" dirty="0"/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B4B30B6B-62EE-45FF-B4BC-243E0386D946}"/>
                  </a:ext>
                </a:extLst>
              </p:cNvPr>
              <p:cNvSpPr txBox="1"/>
              <p:nvPr/>
            </p:nvSpPr>
            <p:spPr>
              <a:xfrm>
                <a:off x="1789387" y="2948150"/>
                <a:ext cx="3818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2.9</a:t>
                </a:r>
                <a:endParaRPr lang="zh-CN" altLang="en-US" sz="1200" dirty="0"/>
              </a:p>
            </p:txBody>
          </p:sp>
        </p:grp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C3D5F110-2A6C-417B-8F53-93D4752637D7}"/>
                </a:ext>
              </a:extLst>
            </p:cNvPr>
            <p:cNvCxnSpPr>
              <a:cxnSpLocks/>
              <a:stCxn id="146" idx="1"/>
              <a:endCxn id="147" idx="2"/>
            </p:cNvCxnSpPr>
            <p:nvPr/>
          </p:nvCxnSpPr>
          <p:spPr>
            <a:xfrm flipH="1">
              <a:off x="9034793" y="2241497"/>
              <a:ext cx="882539" cy="740509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612A4FD7-627E-46A9-8C71-FD542592B09C}"/>
                </a:ext>
              </a:extLst>
            </p:cNvPr>
            <p:cNvSpPr txBox="1"/>
            <p:nvPr/>
          </p:nvSpPr>
          <p:spPr>
            <a:xfrm>
              <a:off x="9301655" y="2144107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1.1</a:t>
              </a:r>
              <a:endParaRPr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82A1D29-560D-4142-9636-B525495E4ED8}"/>
              </a:ext>
            </a:extLst>
          </p:cNvPr>
          <p:cNvSpPr txBox="1"/>
          <p:nvPr/>
        </p:nvSpPr>
        <p:spPr>
          <a:xfrm>
            <a:off x="5734493" y="291332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①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BB29507-C95F-41E5-A7B9-4AD82AD9EE93}"/>
              </a:ext>
            </a:extLst>
          </p:cNvPr>
          <p:cNvSpPr txBox="1"/>
          <p:nvPr/>
        </p:nvSpPr>
        <p:spPr>
          <a:xfrm>
            <a:off x="7031665" y="248801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②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8C9FC6D-FFDF-4B86-AC47-D911A043AEFB}"/>
              </a:ext>
            </a:extLst>
          </p:cNvPr>
          <p:cNvSpPr txBox="1"/>
          <p:nvPr/>
        </p:nvSpPr>
        <p:spPr>
          <a:xfrm>
            <a:off x="6301562" y="245257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③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32AD571-4C1B-4CAE-ADF4-07B833A2A569}"/>
              </a:ext>
            </a:extLst>
          </p:cNvPr>
          <p:cNvSpPr txBox="1"/>
          <p:nvPr/>
        </p:nvSpPr>
        <p:spPr>
          <a:xfrm>
            <a:off x="9835117" y="291686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①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7201884-F7A4-440C-AE05-82194D2B9BBF}"/>
              </a:ext>
            </a:extLst>
          </p:cNvPr>
          <p:cNvSpPr txBox="1"/>
          <p:nvPr/>
        </p:nvSpPr>
        <p:spPr>
          <a:xfrm>
            <a:off x="10983433" y="246320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②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4C8BA65E-28E4-4D5E-9210-D87B70090D8D}"/>
              </a:ext>
            </a:extLst>
          </p:cNvPr>
          <p:cNvSpPr txBox="1"/>
          <p:nvPr/>
        </p:nvSpPr>
        <p:spPr>
          <a:xfrm>
            <a:off x="10317125" y="245612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③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DD7907C-B519-446A-8F66-96D7945EE1C7}"/>
              </a:ext>
            </a:extLst>
          </p:cNvPr>
          <p:cNvSpPr txBox="1"/>
          <p:nvPr/>
        </p:nvSpPr>
        <p:spPr>
          <a:xfrm>
            <a:off x="9214884" y="376392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⑦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0E0AE953-6C12-488F-A773-0708E860F5C9}"/>
              </a:ext>
            </a:extLst>
          </p:cNvPr>
          <p:cNvSpPr txBox="1"/>
          <p:nvPr/>
        </p:nvSpPr>
        <p:spPr>
          <a:xfrm>
            <a:off x="9874102" y="328191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⑤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428D4238-2CF8-425B-8F6A-DCE4C81CFE3B}"/>
              </a:ext>
            </a:extLst>
          </p:cNvPr>
          <p:cNvSpPr txBox="1"/>
          <p:nvPr/>
        </p:nvSpPr>
        <p:spPr>
          <a:xfrm>
            <a:off x="9243238" y="284952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⑥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5A181A8-E596-4ECC-9537-C0529A4EAE71}"/>
              </a:ext>
            </a:extLst>
          </p:cNvPr>
          <p:cNvSpPr txBox="1"/>
          <p:nvPr/>
        </p:nvSpPr>
        <p:spPr>
          <a:xfrm>
            <a:off x="9721703" y="216549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④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6BE940C-B46E-4FD4-92DA-7A44658FA56F}"/>
              </a:ext>
            </a:extLst>
          </p:cNvPr>
          <p:cNvGrpSpPr/>
          <p:nvPr/>
        </p:nvGrpSpPr>
        <p:grpSpPr>
          <a:xfrm>
            <a:off x="637953" y="1753120"/>
            <a:ext cx="2968024" cy="2628572"/>
            <a:chOff x="637953" y="1753120"/>
            <a:chExt cx="2968024" cy="2628572"/>
          </a:xfrm>
        </p:grpSpPr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FA3166DB-2F16-4D5F-A8F7-675676E37E2C}"/>
                </a:ext>
              </a:extLst>
            </p:cNvPr>
            <p:cNvGrpSpPr/>
            <p:nvPr/>
          </p:nvGrpSpPr>
          <p:grpSpPr>
            <a:xfrm>
              <a:off x="637953" y="1753120"/>
              <a:ext cx="2968024" cy="2628572"/>
              <a:chOff x="733588" y="1976110"/>
              <a:chExt cx="3225036" cy="2843212"/>
            </a:xfrm>
          </p:grpSpPr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A8421BAB-6A1F-4316-B358-124D8B111B1B}"/>
                  </a:ext>
                </a:extLst>
              </p:cNvPr>
              <p:cNvGrpSpPr/>
              <p:nvPr/>
            </p:nvGrpSpPr>
            <p:grpSpPr>
              <a:xfrm>
                <a:off x="733588" y="1976110"/>
                <a:ext cx="3225036" cy="2843212"/>
                <a:chOff x="1595436" y="1624013"/>
                <a:chExt cx="3225036" cy="2843212"/>
              </a:xfrm>
            </p:grpSpPr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C3716C6E-0565-424B-90F4-C6EA866266C1}"/>
                    </a:ext>
                  </a:extLst>
                </p:cNvPr>
                <p:cNvCxnSpPr>
                  <a:cxnSpLocks/>
                  <a:stCxn id="51" idx="1"/>
                  <a:endCxn id="52" idx="1"/>
                </p:cNvCxnSpPr>
                <p:nvPr/>
              </p:nvCxnSpPr>
              <p:spPr>
                <a:xfrm>
                  <a:off x="1969355" y="2732199"/>
                  <a:ext cx="428089" cy="543476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721E2A37-1728-40BA-B434-4010FAF73120}"/>
                    </a:ext>
                  </a:extLst>
                </p:cNvPr>
                <p:cNvCxnSpPr>
                  <a:cxnSpLocks/>
                  <a:stCxn id="53" idx="3"/>
                  <a:endCxn id="63" idx="2"/>
                </p:cNvCxnSpPr>
                <p:nvPr/>
              </p:nvCxnSpPr>
              <p:spPr>
                <a:xfrm flipH="1" flipV="1">
                  <a:off x="3093213" y="2769514"/>
                  <a:ext cx="328184" cy="832960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64CA309B-BAEF-431D-9A12-8A5053CEEFB1}"/>
                    </a:ext>
                  </a:extLst>
                </p:cNvPr>
                <p:cNvCxnSpPr>
                  <a:cxnSpLocks/>
                  <a:stCxn id="54" idx="1"/>
                  <a:endCxn id="56" idx="3"/>
                </p:cNvCxnSpPr>
                <p:nvPr/>
              </p:nvCxnSpPr>
              <p:spPr>
                <a:xfrm flipH="1">
                  <a:off x="3951726" y="2643189"/>
                  <a:ext cx="563946" cy="102425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82C87D77-EA35-4E28-912A-E07ECFEEAB0E}"/>
                    </a:ext>
                  </a:extLst>
                </p:cNvPr>
                <p:cNvCxnSpPr>
                  <a:cxnSpLocks/>
                  <a:stCxn id="56" idx="1"/>
                  <a:endCxn id="63" idx="3"/>
                </p:cNvCxnSpPr>
                <p:nvPr/>
              </p:nvCxnSpPr>
              <p:spPr>
                <a:xfrm flipH="1" flipV="1">
                  <a:off x="3217189" y="2593214"/>
                  <a:ext cx="429737" cy="152400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7191DFD4-CAAD-43F5-B28C-8209F8D20D0D}"/>
                    </a:ext>
                  </a:extLst>
                </p:cNvPr>
                <p:cNvCxnSpPr>
                  <a:cxnSpLocks/>
                  <a:stCxn id="50" idx="2"/>
                </p:cNvCxnSpPr>
                <p:nvPr/>
              </p:nvCxnSpPr>
              <p:spPr>
                <a:xfrm>
                  <a:off x="3014663" y="1928813"/>
                  <a:ext cx="29527" cy="540067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CBD88303-B320-4085-BB9F-5C4AA556DA5C}"/>
                    </a:ext>
                  </a:extLst>
                </p:cNvPr>
                <p:cNvCxnSpPr>
                  <a:cxnSpLocks/>
                  <a:stCxn id="52" idx="2"/>
                  <a:endCxn id="62" idx="0"/>
                </p:cNvCxnSpPr>
                <p:nvPr/>
              </p:nvCxnSpPr>
              <p:spPr>
                <a:xfrm flipH="1">
                  <a:off x="1818406" y="3484244"/>
                  <a:ext cx="633357" cy="695504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A9D9EBB5-24AC-492D-9EF1-6CAB20CB9BDF}"/>
                    </a:ext>
                  </a:extLst>
                </p:cNvPr>
                <p:cNvCxnSpPr>
                  <a:cxnSpLocks/>
                  <a:stCxn id="52" idx="3"/>
                  <a:endCxn id="53" idx="0"/>
                </p:cNvCxnSpPr>
                <p:nvPr/>
              </p:nvCxnSpPr>
              <p:spPr>
                <a:xfrm>
                  <a:off x="2660332" y="3429925"/>
                  <a:ext cx="559208" cy="248080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743E821C-0108-4A5E-B41D-EB44260BD2CA}"/>
                    </a:ext>
                  </a:extLst>
                </p:cNvPr>
                <p:cNvCxnSpPr>
                  <a:cxnSpLocks/>
                  <a:stCxn id="52" idx="0"/>
                  <a:endCxn id="63" idx="1"/>
                </p:cNvCxnSpPr>
                <p:nvPr/>
              </p:nvCxnSpPr>
              <p:spPr>
                <a:xfrm flipV="1">
                  <a:off x="2606013" y="2645538"/>
                  <a:ext cx="310900" cy="575818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pic>
              <p:nvPicPr>
                <p:cNvPr id="50" name="图形 49">
                  <a:extLst>
                    <a:ext uri="{FF2B5EF4-FFF2-40B4-BE49-F238E27FC236}">
                      <a16:creationId xmlns:a16="http://schemas.microsoft.com/office/drawing/2014/main" id="{6B545B95-211C-4018-93E7-B21C26D7C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2263" y="1624013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1" name="图形 50">
                  <a:extLst>
                    <a:ext uri="{FF2B5EF4-FFF2-40B4-BE49-F238E27FC236}">
                      <a16:creationId xmlns:a16="http://schemas.microsoft.com/office/drawing/2014/main" id="{1525C0AE-6EE0-4BC2-85B8-295DD596C0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3665447">
                  <a:off x="1714501" y="2466976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2" name="图形 51">
                  <a:extLst>
                    <a:ext uri="{FF2B5EF4-FFF2-40B4-BE49-F238E27FC236}">
                      <a16:creationId xmlns:a16="http://schemas.microsoft.com/office/drawing/2014/main" id="{E1E34DC0-FDAA-4316-942B-041F38E2F9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824148">
                  <a:off x="2376488" y="3200400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3" name="图形 52">
                  <a:extLst>
                    <a:ext uri="{FF2B5EF4-FFF2-40B4-BE49-F238E27FC236}">
                      <a16:creationId xmlns:a16="http://schemas.microsoft.com/office/drawing/2014/main" id="{93CAA8B5-5779-4198-87DC-6194DB947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7669112">
                  <a:off x="3205834" y="3588768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4" name="图形 53">
                  <a:extLst>
                    <a:ext uri="{FF2B5EF4-FFF2-40B4-BE49-F238E27FC236}">
                      <a16:creationId xmlns:a16="http://schemas.microsoft.com/office/drawing/2014/main" id="{B1007762-486E-4A02-B523-5D71ABEDCC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15672" y="2490789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56" name="图形 55">
                  <a:extLst>
                    <a:ext uri="{FF2B5EF4-FFF2-40B4-BE49-F238E27FC236}">
                      <a16:creationId xmlns:a16="http://schemas.microsoft.com/office/drawing/2014/main" id="{0900C523-A99D-4F9D-B944-089CF78F4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46926" y="2593214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2" name="图形 61">
                  <a:extLst>
                    <a:ext uri="{FF2B5EF4-FFF2-40B4-BE49-F238E27FC236}">
                      <a16:creationId xmlns:a16="http://schemas.microsoft.com/office/drawing/2014/main" id="{293E1DFB-6790-426C-A7E0-8258CB5DE4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655070">
                  <a:off x="1595436" y="4162425"/>
                  <a:ext cx="304800" cy="304800"/>
                </a:xfrm>
                <a:prstGeom prst="rect">
                  <a:avLst/>
                </a:prstGeom>
              </p:spPr>
            </p:pic>
            <p:pic>
              <p:nvPicPr>
                <p:cNvPr id="63" name="图形 62">
                  <a:extLst>
                    <a:ext uri="{FF2B5EF4-FFF2-40B4-BE49-F238E27FC236}">
                      <a16:creationId xmlns:a16="http://schemas.microsoft.com/office/drawing/2014/main" id="{B8471048-E0E2-4684-A14C-7B50A57E34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21006918">
                  <a:off x="2914651" y="2466976"/>
                  <a:ext cx="304800" cy="304800"/>
                </a:xfrm>
                <a:prstGeom prst="rect">
                  <a:avLst/>
                </a:prstGeom>
              </p:spPr>
            </p:pic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9098337-EE3D-4FCE-8C59-0A1EC35E5B32}"/>
                    </a:ext>
                  </a:extLst>
                </p:cNvPr>
                <p:cNvSpPr txBox="1"/>
                <p:nvPr/>
              </p:nvSpPr>
              <p:spPr>
                <a:xfrm>
                  <a:off x="2995449" y="2033751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10.9</a:t>
                  </a:r>
                  <a:endParaRPr lang="zh-CN" altLang="en-US" sz="1200" dirty="0"/>
                </a:p>
              </p:txBody>
            </p:sp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7F53AB8B-7E9A-46C7-ADE4-EBCC479F18F1}"/>
                    </a:ext>
                  </a:extLst>
                </p:cNvPr>
                <p:cNvSpPr txBox="1"/>
                <p:nvPr/>
              </p:nvSpPr>
              <p:spPr>
                <a:xfrm>
                  <a:off x="3224049" y="2703785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12.4</a:t>
                  </a:r>
                  <a:endParaRPr lang="zh-CN" altLang="en-US" sz="1200" dirty="0"/>
                </a:p>
              </p:txBody>
            </p: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11BDCE6B-4488-4D51-9D50-2F3A050C58F6}"/>
                    </a:ext>
                  </a:extLst>
                </p:cNvPr>
                <p:cNvSpPr txBox="1"/>
                <p:nvPr/>
              </p:nvSpPr>
              <p:spPr>
                <a:xfrm>
                  <a:off x="4067504" y="2798378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15.1</a:t>
                  </a:r>
                  <a:endParaRPr lang="zh-CN" altLang="en-US" sz="1200" dirty="0"/>
                </a:p>
              </p:txBody>
            </p:sp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1953BC8-EF24-4B44-B2E1-05947704E032}"/>
                    </a:ext>
                  </a:extLst>
                </p:cNvPr>
                <p:cNvSpPr txBox="1"/>
                <p:nvPr/>
              </p:nvSpPr>
              <p:spPr>
                <a:xfrm>
                  <a:off x="3231931" y="3074274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10.2</a:t>
                  </a:r>
                  <a:endParaRPr lang="zh-CN" altLang="en-US" sz="1200" dirty="0"/>
                </a:p>
              </p:txBody>
            </p:sp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F059EC5B-657B-4EB8-A90C-D7EFB1F8A0EB}"/>
                    </a:ext>
                  </a:extLst>
                </p:cNvPr>
                <p:cNvSpPr txBox="1"/>
                <p:nvPr/>
              </p:nvSpPr>
              <p:spPr>
                <a:xfrm>
                  <a:off x="2333297" y="2632840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15.9</a:t>
                  </a:r>
                  <a:endParaRPr lang="zh-CN" altLang="en-US" sz="1200" dirty="0"/>
                </a:p>
              </p:txBody>
            </p:sp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54101A5-30D6-40C2-ACE5-C2C54FB9CFDE}"/>
                    </a:ext>
                  </a:extLst>
                </p:cNvPr>
                <p:cNvSpPr txBox="1"/>
                <p:nvPr/>
              </p:nvSpPr>
              <p:spPr>
                <a:xfrm>
                  <a:off x="2609194" y="3665481"/>
                  <a:ext cx="4635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10.9</a:t>
                  </a:r>
                  <a:endParaRPr lang="zh-CN" altLang="en-US" sz="1200" dirty="0"/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3033CC4-12C2-432B-881A-420C34CDAE33}"/>
                    </a:ext>
                  </a:extLst>
                </p:cNvPr>
                <p:cNvSpPr txBox="1"/>
                <p:nvPr/>
              </p:nvSpPr>
              <p:spPr>
                <a:xfrm>
                  <a:off x="1749973" y="3555122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1.8</a:t>
                  </a:r>
                  <a:endParaRPr lang="zh-CN" altLang="en-US" sz="1200" dirty="0"/>
                </a:p>
              </p:txBody>
            </p: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6AAD5B44-FB48-4A20-A1E6-A63FD482A764}"/>
                    </a:ext>
                  </a:extLst>
                </p:cNvPr>
                <p:cNvSpPr txBox="1"/>
                <p:nvPr/>
              </p:nvSpPr>
              <p:spPr>
                <a:xfrm>
                  <a:off x="1749973" y="2956032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2.9</a:t>
                  </a:r>
                  <a:endParaRPr lang="zh-CN" altLang="en-US" sz="1200" dirty="0"/>
                </a:p>
              </p:txBody>
            </p:sp>
            <p:cxnSp>
              <p:nvCxnSpPr>
                <p:cNvPr id="164" name="直接箭头连接符 163">
                  <a:extLst>
                    <a:ext uri="{FF2B5EF4-FFF2-40B4-BE49-F238E27FC236}">
                      <a16:creationId xmlns:a16="http://schemas.microsoft.com/office/drawing/2014/main" id="{E5FA470C-DB25-4210-B1BB-4D29E236E97E}"/>
                    </a:ext>
                  </a:extLst>
                </p:cNvPr>
                <p:cNvCxnSpPr>
                  <a:cxnSpLocks/>
                  <a:stCxn id="50" idx="1"/>
                  <a:endCxn id="51" idx="2"/>
                </p:cNvCxnSpPr>
                <p:nvPr/>
              </p:nvCxnSpPr>
              <p:spPr>
                <a:xfrm flipH="1">
                  <a:off x="1979724" y="1776413"/>
                  <a:ext cx="882539" cy="740509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C128DD21-751E-46D0-BA83-32DF0302EA58}"/>
                  </a:ext>
                </a:extLst>
              </p:cNvPr>
              <p:cNvSpPr txBox="1"/>
              <p:nvPr/>
            </p:nvSpPr>
            <p:spPr>
              <a:xfrm>
                <a:off x="1340069" y="2144108"/>
                <a:ext cx="3818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1.1</a:t>
                </a:r>
                <a:endParaRPr lang="zh-CN" altLang="en-US" sz="1200" dirty="0"/>
              </a:p>
            </p:txBody>
          </p:sp>
        </p:grp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A51AF22F-0D48-41DB-AE05-0B856909D837}"/>
                </a:ext>
              </a:extLst>
            </p:cNvPr>
            <p:cNvCxnSpPr>
              <a:cxnSpLocks/>
              <a:stCxn id="50" idx="3"/>
              <a:endCxn id="54" idx="0"/>
            </p:cNvCxnSpPr>
            <p:nvPr/>
          </p:nvCxnSpPr>
          <p:spPr>
            <a:xfrm>
              <a:off x="2084333" y="1894015"/>
              <a:ext cx="1381389" cy="660446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73B20F11-12B3-4386-87CF-4C3701A0006C}"/>
                </a:ext>
              </a:extLst>
            </p:cNvPr>
            <p:cNvSpPr txBox="1"/>
            <p:nvPr/>
          </p:nvSpPr>
          <p:spPr>
            <a:xfrm>
              <a:off x="2617511" y="1922820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8.5</a:t>
              </a:r>
              <a:endParaRPr lang="zh-CN" altLang="en-US" sz="1200" dirty="0"/>
            </a:p>
          </p:txBody>
        </p:sp>
      </p:grp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AD2A5D46-D31D-42F9-B538-23885C91FA25}"/>
              </a:ext>
            </a:extLst>
          </p:cNvPr>
          <p:cNvCxnSpPr>
            <a:cxnSpLocks/>
            <a:stCxn id="121" idx="3"/>
            <a:endCxn id="125" idx="0"/>
          </p:cNvCxnSpPr>
          <p:nvPr/>
        </p:nvCxnSpPr>
        <p:spPr>
          <a:xfrm>
            <a:off x="6133279" y="1894015"/>
            <a:ext cx="1381389" cy="660446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523B5C9-E700-46C3-B391-911478E397A5}"/>
              </a:ext>
            </a:extLst>
          </p:cNvPr>
          <p:cNvSpPr txBox="1"/>
          <p:nvPr/>
        </p:nvSpPr>
        <p:spPr>
          <a:xfrm>
            <a:off x="6661427" y="1940540"/>
            <a:ext cx="381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8.5</a:t>
            </a:r>
            <a:endParaRPr lang="zh-CN" altLang="en-US" sz="1200" dirty="0"/>
          </a:p>
        </p:txBody>
      </p: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3221C717-4760-4E56-957D-6B772019DCC8}"/>
              </a:ext>
            </a:extLst>
          </p:cNvPr>
          <p:cNvCxnSpPr>
            <a:cxnSpLocks/>
            <a:stCxn id="146" idx="3"/>
            <a:endCxn id="150" idx="0"/>
          </p:cNvCxnSpPr>
          <p:nvPr/>
        </p:nvCxnSpPr>
        <p:spPr>
          <a:xfrm>
            <a:off x="10182225" y="1894015"/>
            <a:ext cx="1381389" cy="660446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8E29990B-76C6-4042-A3F5-0E6F1C797C68}"/>
              </a:ext>
            </a:extLst>
          </p:cNvPr>
          <p:cNvSpPr txBox="1"/>
          <p:nvPr/>
        </p:nvSpPr>
        <p:spPr>
          <a:xfrm>
            <a:off x="10747874" y="1951172"/>
            <a:ext cx="381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8.5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147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11624</TotalTime>
  <Words>497</Words>
  <Application>Microsoft Office PowerPoint</Application>
  <PresentationFormat>宽屏</PresentationFormat>
  <Paragraphs>228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运璐 何</dc:creator>
  <cp:lastModifiedBy>运璐 何</cp:lastModifiedBy>
  <cp:revision>84</cp:revision>
  <dcterms:created xsi:type="dcterms:W3CDTF">2025-10-10T10:59:36Z</dcterms:created>
  <dcterms:modified xsi:type="dcterms:W3CDTF">2026-03-31T04:24:00Z</dcterms:modified>
</cp:coreProperties>
</file>