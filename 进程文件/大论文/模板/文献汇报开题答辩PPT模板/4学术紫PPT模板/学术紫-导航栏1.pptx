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31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60" autoAdjust="0"/>
    <p:restoredTop sz="94660"/>
  </p:normalViewPr>
  <p:slideViewPr>
    <p:cSldViewPr snapToGrid="0" showGuides="1">
      <p:cViewPr varScale="1">
        <p:scale>
          <a:sx n="103" d="100"/>
          <a:sy n="103" d="100"/>
        </p:scale>
        <p:origin x="2160"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alpha val="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8D0956AB-380D-4E39-959A-E835960A8FA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8435" y="116987"/>
            <a:ext cx="718520" cy="718520"/>
          </a:xfrm>
          <a:prstGeom prst="rect">
            <a:avLst/>
          </a:pr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D9517037-141A-48F6-B53B-0DCB439045E7}"/>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4E4E7F01-9B9D-41F2-895C-BA4807B1C153}"/>
              </a:ext>
            </a:extLst>
          </p:cNvPr>
          <p:cNvGrpSpPr/>
          <p:nvPr userDrawn="1"/>
        </p:nvGrpSpPr>
        <p:grpSpPr>
          <a:xfrm>
            <a:off x="263525" y="297823"/>
            <a:ext cx="635651" cy="522101"/>
            <a:chOff x="301625" y="297823"/>
            <a:chExt cx="635651" cy="522101"/>
          </a:xfrm>
        </p:grpSpPr>
        <p:sp>
          <p:nvSpPr>
            <p:cNvPr id="22" name="graduate-hat_59495">
              <a:extLst>
                <a:ext uri="{FF2B5EF4-FFF2-40B4-BE49-F238E27FC236}">
                  <a16:creationId xmlns:a16="http://schemas.microsoft.com/office/drawing/2014/main" id="{DD0BFF86-3D53-47E0-AF89-12419F84B670}"/>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graduate-hat_59495">
              <a:extLst>
                <a:ext uri="{FF2B5EF4-FFF2-40B4-BE49-F238E27FC236}">
                  <a16:creationId xmlns:a16="http://schemas.microsoft.com/office/drawing/2014/main" id="{982232FC-F8D0-4442-8635-4F34564CD7FC}"/>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图片 23">
            <a:extLst>
              <a:ext uri="{FF2B5EF4-FFF2-40B4-BE49-F238E27FC236}">
                <a16:creationId xmlns:a16="http://schemas.microsoft.com/office/drawing/2014/main" id="{2117DF09-E413-4D01-BC4E-6ED41FC4906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pic>
        <p:nvPicPr>
          <p:cNvPr id="25" name="图片 24">
            <a:extLst>
              <a:ext uri="{FF2B5EF4-FFF2-40B4-BE49-F238E27FC236}">
                <a16:creationId xmlns:a16="http://schemas.microsoft.com/office/drawing/2014/main" id="{C055130A-6683-4D3F-B6D0-8A297E98B3A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35552" b="35552"/>
          <a:stretch/>
        </p:blipFill>
        <p:spPr>
          <a:xfrm>
            <a:off x="9992360" y="253301"/>
            <a:ext cx="2009140" cy="580571"/>
          </a:xfrm>
          <a:custGeom>
            <a:avLst/>
            <a:gdLst>
              <a:gd name="connsiteX0" fmla="*/ 0 w 3810000"/>
              <a:gd name="connsiteY0" fmla="*/ 0 h 1100956"/>
              <a:gd name="connsiteX1" fmla="*/ 3810000 w 3810000"/>
              <a:gd name="connsiteY1" fmla="*/ 0 h 1100956"/>
              <a:gd name="connsiteX2" fmla="*/ 3810000 w 3810000"/>
              <a:gd name="connsiteY2" fmla="*/ 1100956 h 1100956"/>
              <a:gd name="connsiteX3" fmla="*/ 0 w 3810000"/>
              <a:gd name="connsiteY3" fmla="*/ 1100956 h 1100956"/>
              <a:gd name="connsiteX4" fmla="*/ 0 w 3810000"/>
              <a:gd name="connsiteY4" fmla="*/ 0 h 1100956"/>
              <a:gd name="connsiteX5" fmla="*/ 1306088 w 3810000"/>
              <a:gd name="connsiteY5" fmla="*/ 826132 h 1100956"/>
              <a:gd name="connsiteX6" fmla="*/ 1306088 w 3810000"/>
              <a:gd name="connsiteY6" fmla="*/ 1099051 h 1100956"/>
              <a:gd name="connsiteX7" fmla="*/ 3683528 w 3810000"/>
              <a:gd name="connsiteY7" fmla="*/ 1099051 h 1100956"/>
              <a:gd name="connsiteX8" fmla="*/ 3683528 w 3810000"/>
              <a:gd name="connsiteY8" fmla="*/ 826132 h 1100956"/>
              <a:gd name="connsiteX9" fmla="*/ 1306088 w 3810000"/>
              <a:gd name="connsiteY9" fmla="*/ 826132 h 110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0" h="1100956">
                <a:moveTo>
                  <a:pt x="0" y="0"/>
                </a:moveTo>
                <a:lnTo>
                  <a:pt x="3810000" y="0"/>
                </a:lnTo>
                <a:lnTo>
                  <a:pt x="3810000" y="1100956"/>
                </a:lnTo>
                <a:lnTo>
                  <a:pt x="0" y="1100956"/>
                </a:lnTo>
                <a:lnTo>
                  <a:pt x="0" y="0"/>
                </a:lnTo>
                <a:close/>
                <a:moveTo>
                  <a:pt x="1306088" y="826132"/>
                </a:moveTo>
                <a:lnTo>
                  <a:pt x="1306088" y="1099051"/>
                </a:lnTo>
                <a:lnTo>
                  <a:pt x="3683528" y="1099051"/>
                </a:lnTo>
                <a:lnTo>
                  <a:pt x="3683528" y="826132"/>
                </a:lnTo>
                <a:lnTo>
                  <a:pt x="1306088" y="826132"/>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jpg"/><Relationship Id="rId5" Type="http://schemas.microsoft.com/office/2007/relationships/hdphoto" Target="../media/hdphoto1.wdp"/><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8" name="图片 27">
            <a:extLst>
              <a:ext uri="{FF2B5EF4-FFF2-40B4-BE49-F238E27FC236}">
                <a16:creationId xmlns:a16="http://schemas.microsoft.com/office/drawing/2014/main" id="{EFC9C6AB-2107-4292-B9C7-DA93CA0876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
        <p:nvSpPr>
          <p:cNvPr id="21" name="文本框 20">
            <a:extLst>
              <a:ext uri="{FF2B5EF4-FFF2-40B4-BE49-F238E27FC236}">
                <a16:creationId xmlns:a16="http://schemas.microsoft.com/office/drawing/2014/main" id="{B0403E33-DC34-42C7-89BC-FE02C2B4AFC9}"/>
              </a:ext>
            </a:extLst>
          </p:cNvPr>
          <p:cNvSpPr txBox="1"/>
          <p:nvPr/>
        </p:nvSpPr>
        <p:spPr>
          <a:xfrm>
            <a:off x="1177185" y="232861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22" name="文本框 21">
            <a:extLst>
              <a:ext uri="{FF2B5EF4-FFF2-40B4-BE49-F238E27FC236}">
                <a16:creationId xmlns:a16="http://schemas.microsoft.com/office/drawing/2014/main" id="{430D0DB0-73AF-493B-A059-9E8C2DC11226}"/>
              </a:ext>
            </a:extLst>
          </p:cNvPr>
          <p:cNvSpPr txBox="1"/>
          <p:nvPr/>
        </p:nvSpPr>
        <p:spPr>
          <a:xfrm>
            <a:off x="1501136" y="349586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24" name="直接连接符 23">
            <a:extLst>
              <a:ext uri="{FF2B5EF4-FFF2-40B4-BE49-F238E27FC236}">
                <a16:creationId xmlns:a16="http://schemas.microsoft.com/office/drawing/2014/main" id="{2A2161EB-0169-4296-80D1-4E3AA158ACA6}"/>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流程图: 接点 21">
            <a:extLst>
              <a:ext uri="{FF2B5EF4-FFF2-40B4-BE49-F238E27FC236}">
                <a16:creationId xmlns:a16="http://schemas.microsoft.com/office/drawing/2014/main" id="{1BAEDF04-A857-45F7-873D-B659C6EE7EEF}"/>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a:extLst>
              <a:ext uri="{FF2B5EF4-FFF2-40B4-BE49-F238E27FC236}">
                <a16:creationId xmlns:a16="http://schemas.microsoft.com/office/drawing/2014/main" id="{DED4F681-E374-428C-B934-B65B9699A0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9D4276D1-0836-43B5-A00A-3DEAF42BCCA7}"/>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1017879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grpSp>
        <p:nvGrpSpPr>
          <p:cNvPr id="48" name="组合 47">
            <a:extLst>
              <a:ext uri="{FF2B5EF4-FFF2-40B4-BE49-F238E27FC236}">
                <a16:creationId xmlns:a16="http://schemas.microsoft.com/office/drawing/2014/main" id="{A612F682-E0D1-49CA-96BF-7B66193F28E9}"/>
              </a:ext>
            </a:extLst>
          </p:cNvPr>
          <p:cNvGrpSpPr/>
          <p:nvPr/>
        </p:nvGrpSpPr>
        <p:grpSpPr>
          <a:xfrm>
            <a:off x="766778" y="0"/>
            <a:ext cx="11280936" cy="836294"/>
            <a:chOff x="766778" y="0"/>
            <a:chExt cx="11280936" cy="836294"/>
          </a:xfrm>
        </p:grpSpPr>
        <p:sp>
          <p:nvSpPr>
            <p:cNvPr id="49" name="文本框 48">
              <a:extLst>
                <a:ext uri="{FF2B5EF4-FFF2-40B4-BE49-F238E27FC236}">
                  <a16:creationId xmlns:a16="http://schemas.microsoft.com/office/drawing/2014/main" id="{0227C653-B763-4D21-9CBF-5EB6DFF395CC}"/>
                </a:ext>
              </a:extLst>
            </p:cNvPr>
            <p:cNvSpPr txBox="1"/>
            <p:nvPr/>
          </p:nvSpPr>
          <p:spPr>
            <a:xfrm>
              <a:off x="7272525" y="263961"/>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51" name="文本框 50">
              <a:extLst>
                <a:ext uri="{FF2B5EF4-FFF2-40B4-BE49-F238E27FC236}">
                  <a16:creationId xmlns:a16="http://schemas.microsoft.com/office/drawing/2014/main" id="{565472D0-AB22-4065-A9BE-39A1CDB39144}"/>
                </a:ext>
              </a:extLst>
            </p:cNvPr>
            <p:cNvSpPr txBox="1"/>
            <p:nvPr/>
          </p:nvSpPr>
          <p:spPr>
            <a:xfrm>
              <a:off x="5209025" y="263961"/>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52" name="文本框 51">
              <a:extLst>
                <a:ext uri="{FF2B5EF4-FFF2-40B4-BE49-F238E27FC236}">
                  <a16:creationId xmlns:a16="http://schemas.microsoft.com/office/drawing/2014/main" id="{172910F9-3CEA-4115-BB47-8D770D84ECCA}"/>
                </a:ext>
              </a:extLst>
            </p:cNvPr>
            <p:cNvSpPr txBox="1"/>
            <p:nvPr/>
          </p:nvSpPr>
          <p:spPr>
            <a:xfrm>
              <a:off x="9325073" y="263961"/>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53" name="文本框 52">
              <a:extLst>
                <a:ext uri="{FF2B5EF4-FFF2-40B4-BE49-F238E27FC236}">
                  <a16:creationId xmlns:a16="http://schemas.microsoft.com/office/drawing/2014/main" id="{7F7953F6-C061-4E69-B872-E43745E94615}"/>
                </a:ext>
              </a:extLst>
            </p:cNvPr>
            <p:cNvSpPr txBox="1"/>
            <p:nvPr/>
          </p:nvSpPr>
          <p:spPr>
            <a:xfrm>
              <a:off x="3153565" y="263961"/>
              <a:ext cx="181903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研究目标和内容</a:t>
              </a:r>
            </a:p>
          </p:txBody>
        </p:sp>
        <p:sp>
          <p:nvSpPr>
            <p:cNvPr id="54" name="任意多边形: 形状 53">
              <a:extLst>
                <a:ext uri="{FF2B5EF4-FFF2-40B4-BE49-F238E27FC236}">
                  <a16:creationId xmlns:a16="http://schemas.microsoft.com/office/drawing/2014/main" id="{2E34448C-0CCE-4BE8-95D6-34171B159DA7}"/>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文本框 54">
              <a:extLst>
                <a:ext uri="{FF2B5EF4-FFF2-40B4-BE49-F238E27FC236}">
                  <a16:creationId xmlns:a16="http://schemas.microsoft.com/office/drawing/2014/main" id="{6A5CAA5F-4889-45A7-8B6F-2DA45C85775E}"/>
                </a:ext>
              </a:extLst>
            </p:cNvPr>
            <p:cNvSpPr txBox="1"/>
            <p:nvPr/>
          </p:nvSpPr>
          <p:spPr>
            <a:xfrm>
              <a:off x="1090993" y="263961"/>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56" name="文本框 55">
              <a:extLst>
                <a:ext uri="{FF2B5EF4-FFF2-40B4-BE49-F238E27FC236}">
                  <a16:creationId xmlns:a16="http://schemas.microsoft.com/office/drawing/2014/main" id="{D65E8E88-A5F5-4A56-B377-29AC55ECA314}"/>
                </a:ext>
              </a:extLst>
            </p:cNvPr>
            <p:cNvSpPr txBox="1"/>
            <p:nvPr/>
          </p:nvSpPr>
          <p:spPr>
            <a:xfrm>
              <a:off x="10893226" y="263961"/>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57" name="直接连接符 56">
              <a:extLst>
                <a:ext uri="{FF2B5EF4-FFF2-40B4-BE49-F238E27FC236}">
                  <a16:creationId xmlns:a16="http://schemas.microsoft.com/office/drawing/2014/main" id="{B0BD3BCB-EA16-4531-8EB9-E848420CEAE1}"/>
                </a:ext>
              </a:extLst>
            </p:cNvPr>
            <p:cNvCxnSpPr/>
            <p:nvPr/>
          </p:nvCxnSpPr>
          <p:spPr>
            <a:xfrm>
              <a:off x="71543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D4F7B42D-DDEF-470E-BC8C-6EDA9EE30A4F}"/>
                </a:ext>
              </a:extLst>
            </p:cNvPr>
            <p:cNvCxnSpPr/>
            <p:nvPr/>
          </p:nvCxnSpPr>
          <p:spPr>
            <a:xfrm>
              <a:off x="50908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943BC9CB-4F6A-4C01-8457-AAA30E6B3F95}"/>
                </a:ext>
              </a:extLst>
            </p:cNvPr>
            <p:cNvCxnSpPr/>
            <p:nvPr/>
          </p:nvCxnSpPr>
          <p:spPr>
            <a:xfrm>
              <a:off x="9206861"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6B1EA57F-03F9-4D89-A4ED-E36FE5995023}"/>
                </a:ext>
              </a:extLst>
            </p:cNvPr>
            <p:cNvCxnSpPr/>
            <p:nvPr/>
          </p:nvCxnSpPr>
          <p:spPr>
            <a:xfrm>
              <a:off x="10775015"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C6DA5D-51B2-4D77-A026-56072E8D8350}"/>
                </a:ext>
              </a:extLst>
            </p:cNvPr>
            <p:cNvCxnSpPr/>
            <p:nvPr/>
          </p:nvCxnSpPr>
          <p:spPr>
            <a:xfrm>
              <a:off x="303535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grpSp>
        <p:nvGrpSpPr>
          <p:cNvPr id="25" name="组合 24">
            <a:extLst>
              <a:ext uri="{FF2B5EF4-FFF2-40B4-BE49-F238E27FC236}">
                <a16:creationId xmlns:a16="http://schemas.microsoft.com/office/drawing/2014/main" id="{FAB73EEB-7F1A-498D-845D-4A1DB338213E}"/>
              </a:ext>
            </a:extLst>
          </p:cNvPr>
          <p:cNvGrpSpPr/>
          <p:nvPr/>
        </p:nvGrpSpPr>
        <p:grpSpPr>
          <a:xfrm>
            <a:off x="766778" y="0"/>
            <a:ext cx="11280936" cy="836294"/>
            <a:chOff x="766778" y="0"/>
            <a:chExt cx="11280936" cy="836294"/>
          </a:xfrm>
        </p:grpSpPr>
        <p:sp>
          <p:nvSpPr>
            <p:cNvPr id="26" name="文本框 25">
              <a:extLst>
                <a:ext uri="{FF2B5EF4-FFF2-40B4-BE49-F238E27FC236}">
                  <a16:creationId xmlns:a16="http://schemas.microsoft.com/office/drawing/2014/main" id="{AD99B994-FE57-4B58-84EC-88D713037F11}"/>
                </a:ext>
              </a:extLst>
            </p:cNvPr>
            <p:cNvSpPr txBox="1"/>
            <p:nvPr/>
          </p:nvSpPr>
          <p:spPr>
            <a:xfrm>
              <a:off x="7272525" y="263961"/>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27" name="文本框 26">
              <a:extLst>
                <a:ext uri="{FF2B5EF4-FFF2-40B4-BE49-F238E27FC236}">
                  <a16:creationId xmlns:a16="http://schemas.microsoft.com/office/drawing/2014/main" id="{FBAA61B6-99E3-493B-B318-795FE68D4D7A}"/>
                </a:ext>
              </a:extLst>
            </p:cNvPr>
            <p:cNvSpPr txBox="1"/>
            <p:nvPr/>
          </p:nvSpPr>
          <p:spPr>
            <a:xfrm>
              <a:off x="5209025" y="263961"/>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28" name="文本框 27">
              <a:extLst>
                <a:ext uri="{FF2B5EF4-FFF2-40B4-BE49-F238E27FC236}">
                  <a16:creationId xmlns:a16="http://schemas.microsoft.com/office/drawing/2014/main" id="{4C1712C1-5933-4BE4-8AAA-5891D2A33B4C}"/>
                </a:ext>
              </a:extLst>
            </p:cNvPr>
            <p:cNvSpPr txBox="1"/>
            <p:nvPr/>
          </p:nvSpPr>
          <p:spPr>
            <a:xfrm>
              <a:off x="9325073" y="263961"/>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29" name="文本框 28">
              <a:extLst>
                <a:ext uri="{FF2B5EF4-FFF2-40B4-BE49-F238E27FC236}">
                  <a16:creationId xmlns:a16="http://schemas.microsoft.com/office/drawing/2014/main" id="{BA668367-1206-4FF5-ACEC-CC767D548931}"/>
                </a:ext>
              </a:extLst>
            </p:cNvPr>
            <p:cNvSpPr txBox="1"/>
            <p:nvPr/>
          </p:nvSpPr>
          <p:spPr>
            <a:xfrm>
              <a:off x="3153565" y="263961"/>
              <a:ext cx="181903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研究目标和内容</a:t>
              </a:r>
            </a:p>
          </p:txBody>
        </p:sp>
        <p:sp>
          <p:nvSpPr>
            <p:cNvPr id="30" name="任意多边形: 形状 29">
              <a:extLst>
                <a:ext uri="{FF2B5EF4-FFF2-40B4-BE49-F238E27FC236}">
                  <a16:creationId xmlns:a16="http://schemas.microsoft.com/office/drawing/2014/main" id="{FD15BB09-7652-4264-B956-591F24310B49}"/>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248B4FC0-FE2B-4DB2-B07E-58DE45C15221}"/>
                </a:ext>
              </a:extLst>
            </p:cNvPr>
            <p:cNvSpPr txBox="1"/>
            <p:nvPr/>
          </p:nvSpPr>
          <p:spPr>
            <a:xfrm>
              <a:off x="1090993" y="263961"/>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2" name="文本框 31">
              <a:extLst>
                <a:ext uri="{FF2B5EF4-FFF2-40B4-BE49-F238E27FC236}">
                  <a16:creationId xmlns:a16="http://schemas.microsoft.com/office/drawing/2014/main" id="{2054C759-01EC-44F4-AB30-7B9CAC372DDD}"/>
                </a:ext>
              </a:extLst>
            </p:cNvPr>
            <p:cNvSpPr txBox="1"/>
            <p:nvPr/>
          </p:nvSpPr>
          <p:spPr>
            <a:xfrm>
              <a:off x="10893226" y="263961"/>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33" name="直接连接符 32">
              <a:extLst>
                <a:ext uri="{FF2B5EF4-FFF2-40B4-BE49-F238E27FC236}">
                  <a16:creationId xmlns:a16="http://schemas.microsoft.com/office/drawing/2014/main" id="{9F693105-07F7-45E4-868D-15F2D8A34765}"/>
                </a:ext>
              </a:extLst>
            </p:cNvPr>
            <p:cNvCxnSpPr/>
            <p:nvPr/>
          </p:nvCxnSpPr>
          <p:spPr>
            <a:xfrm>
              <a:off x="71543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9AC063AE-9F86-4B9A-B39E-2BD07CBE0047}"/>
                </a:ext>
              </a:extLst>
            </p:cNvPr>
            <p:cNvCxnSpPr/>
            <p:nvPr/>
          </p:nvCxnSpPr>
          <p:spPr>
            <a:xfrm>
              <a:off x="50908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51AFF3BE-643B-4D57-80D5-C1690D61CABC}"/>
                </a:ext>
              </a:extLst>
            </p:cNvPr>
            <p:cNvCxnSpPr/>
            <p:nvPr/>
          </p:nvCxnSpPr>
          <p:spPr>
            <a:xfrm>
              <a:off x="9206861"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CEF79BB3-FC2D-4C23-B4DF-E025F65BA115}"/>
                </a:ext>
              </a:extLst>
            </p:cNvPr>
            <p:cNvCxnSpPr/>
            <p:nvPr/>
          </p:nvCxnSpPr>
          <p:spPr>
            <a:xfrm>
              <a:off x="10775015"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2D82BFA1-2208-45AE-A269-C0C183ACA4A9}"/>
                </a:ext>
              </a:extLst>
            </p:cNvPr>
            <p:cNvCxnSpPr/>
            <p:nvPr/>
          </p:nvCxnSpPr>
          <p:spPr>
            <a:xfrm>
              <a:off x="303535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0" name="组合 29">
            <a:extLst>
              <a:ext uri="{FF2B5EF4-FFF2-40B4-BE49-F238E27FC236}">
                <a16:creationId xmlns:a16="http://schemas.microsoft.com/office/drawing/2014/main" id="{04E55A3C-118D-4894-BCD8-F0D4EAF9AAEB}"/>
              </a:ext>
            </a:extLst>
          </p:cNvPr>
          <p:cNvGrpSpPr/>
          <p:nvPr/>
        </p:nvGrpSpPr>
        <p:grpSpPr>
          <a:xfrm>
            <a:off x="766778" y="0"/>
            <a:ext cx="11280936" cy="836294"/>
            <a:chOff x="766778" y="0"/>
            <a:chExt cx="11280936" cy="836294"/>
          </a:xfrm>
        </p:grpSpPr>
        <p:sp>
          <p:nvSpPr>
            <p:cNvPr id="31" name="文本框 30">
              <a:extLst>
                <a:ext uri="{FF2B5EF4-FFF2-40B4-BE49-F238E27FC236}">
                  <a16:creationId xmlns:a16="http://schemas.microsoft.com/office/drawing/2014/main" id="{A5E4158D-7ADB-4A6B-B882-15E56C843D84}"/>
                </a:ext>
              </a:extLst>
            </p:cNvPr>
            <p:cNvSpPr txBox="1"/>
            <p:nvPr/>
          </p:nvSpPr>
          <p:spPr>
            <a:xfrm>
              <a:off x="7272525" y="263961"/>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32" name="文本框 31">
              <a:extLst>
                <a:ext uri="{FF2B5EF4-FFF2-40B4-BE49-F238E27FC236}">
                  <a16:creationId xmlns:a16="http://schemas.microsoft.com/office/drawing/2014/main" id="{89CC0087-03BE-41E8-AF4B-4833849F707C}"/>
                </a:ext>
              </a:extLst>
            </p:cNvPr>
            <p:cNvSpPr txBox="1"/>
            <p:nvPr/>
          </p:nvSpPr>
          <p:spPr>
            <a:xfrm>
              <a:off x="5209025" y="263961"/>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33" name="文本框 32">
              <a:extLst>
                <a:ext uri="{FF2B5EF4-FFF2-40B4-BE49-F238E27FC236}">
                  <a16:creationId xmlns:a16="http://schemas.microsoft.com/office/drawing/2014/main" id="{BD2F8160-CEFE-4F7F-8F45-B4F59D25F7BD}"/>
                </a:ext>
              </a:extLst>
            </p:cNvPr>
            <p:cNvSpPr txBox="1"/>
            <p:nvPr/>
          </p:nvSpPr>
          <p:spPr>
            <a:xfrm>
              <a:off x="9325073" y="263961"/>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34" name="文本框 33">
              <a:extLst>
                <a:ext uri="{FF2B5EF4-FFF2-40B4-BE49-F238E27FC236}">
                  <a16:creationId xmlns:a16="http://schemas.microsoft.com/office/drawing/2014/main" id="{86DE56E8-B055-42D5-838D-941E50F5E16F}"/>
                </a:ext>
              </a:extLst>
            </p:cNvPr>
            <p:cNvSpPr txBox="1"/>
            <p:nvPr/>
          </p:nvSpPr>
          <p:spPr>
            <a:xfrm>
              <a:off x="3153565" y="263961"/>
              <a:ext cx="181903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研究目标和内容</a:t>
              </a:r>
            </a:p>
          </p:txBody>
        </p:sp>
        <p:sp>
          <p:nvSpPr>
            <p:cNvPr id="35" name="任意多边形: 形状 34">
              <a:extLst>
                <a:ext uri="{FF2B5EF4-FFF2-40B4-BE49-F238E27FC236}">
                  <a16:creationId xmlns:a16="http://schemas.microsoft.com/office/drawing/2014/main" id="{1F949906-ECF9-4A12-968C-0F661FB5CE6C}"/>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文本框 35">
              <a:extLst>
                <a:ext uri="{FF2B5EF4-FFF2-40B4-BE49-F238E27FC236}">
                  <a16:creationId xmlns:a16="http://schemas.microsoft.com/office/drawing/2014/main" id="{FB66DD8D-B122-4256-9421-FE14F6AA4DC3}"/>
                </a:ext>
              </a:extLst>
            </p:cNvPr>
            <p:cNvSpPr txBox="1"/>
            <p:nvPr/>
          </p:nvSpPr>
          <p:spPr>
            <a:xfrm>
              <a:off x="1090993" y="263961"/>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7" name="文本框 36">
              <a:extLst>
                <a:ext uri="{FF2B5EF4-FFF2-40B4-BE49-F238E27FC236}">
                  <a16:creationId xmlns:a16="http://schemas.microsoft.com/office/drawing/2014/main" id="{EA3BFB3E-0936-4578-93C2-3C623198A3F5}"/>
                </a:ext>
              </a:extLst>
            </p:cNvPr>
            <p:cNvSpPr txBox="1"/>
            <p:nvPr/>
          </p:nvSpPr>
          <p:spPr>
            <a:xfrm>
              <a:off x="10893226" y="263961"/>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38" name="直接连接符 37">
              <a:extLst>
                <a:ext uri="{FF2B5EF4-FFF2-40B4-BE49-F238E27FC236}">
                  <a16:creationId xmlns:a16="http://schemas.microsoft.com/office/drawing/2014/main" id="{803670A4-9108-4EB1-998E-A2799E7C0CB9}"/>
                </a:ext>
              </a:extLst>
            </p:cNvPr>
            <p:cNvCxnSpPr/>
            <p:nvPr/>
          </p:nvCxnSpPr>
          <p:spPr>
            <a:xfrm>
              <a:off x="71543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7B905777-24ED-45FE-82F6-348DB40245B8}"/>
                </a:ext>
              </a:extLst>
            </p:cNvPr>
            <p:cNvCxnSpPr/>
            <p:nvPr/>
          </p:nvCxnSpPr>
          <p:spPr>
            <a:xfrm>
              <a:off x="50908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6D2125D3-8825-4ACE-8BD0-E401BCF63649}"/>
                </a:ext>
              </a:extLst>
            </p:cNvPr>
            <p:cNvCxnSpPr/>
            <p:nvPr/>
          </p:nvCxnSpPr>
          <p:spPr>
            <a:xfrm>
              <a:off x="9206861"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4870836D-3572-432A-B465-842F24539215}"/>
                </a:ext>
              </a:extLst>
            </p:cNvPr>
            <p:cNvCxnSpPr/>
            <p:nvPr/>
          </p:nvCxnSpPr>
          <p:spPr>
            <a:xfrm>
              <a:off x="10775015"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7D76CDA0-E74C-4F55-A909-B66A61F135CE}"/>
                </a:ext>
              </a:extLst>
            </p:cNvPr>
            <p:cNvCxnSpPr/>
            <p:nvPr/>
          </p:nvCxnSpPr>
          <p:spPr>
            <a:xfrm>
              <a:off x="303535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grpSp>
        <p:nvGrpSpPr>
          <p:cNvPr id="40" name="组合 39">
            <a:extLst>
              <a:ext uri="{FF2B5EF4-FFF2-40B4-BE49-F238E27FC236}">
                <a16:creationId xmlns:a16="http://schemas.microsoft.com/office/drawing/2014/main" id="{F0DE306D-8D8C-4967-81C5-3A0D8886380A}"/>
              </a:ext>
            </a:extLst>
          </p:cNvPr>
          <p:cNvGrpSpPr/>
          <p:nvPr/>
        </p:nvGrpSpPr>
        <p:grpSpPr>
          <a:xfrm>
            <a:off x="1090993" y="0"/>
            <a:ext cx="10956721" cy="836294"/>
            <a:chOff x="1090993" y="1076773"/>
            <a:chExt cx="10956721" cy="836294"/>
          </a:xfrm>
        </p:grpSpPr>
        <p:sp>
          <p:nvSpPr>
            <p:cNvPr id="42" name="任意多边形: 形状 41">
              <a:extLst>
                <a:ext uri="{FF2B5EF4-FFF2-40B4-BE49-F238E27FC236}">
                  <a16:creationId xmlns:a16="http://schemas.microsoft.com/office/drawing/2014/main" id="{A54D6EC1-34F6-4555-AAAE-6A99D9F96232}"/>
                </a:ext>
              </a:extLst>
            </p:cNvPr>
            <p:cNvSpPr/>
            <p:nvPr/>
          </p:nvSpPr>
          <p:spPr>
            <a:xfrm flipH="1" flipV="1">
              <a:off x="2825794" y="1076773"/>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文本框 43">
              <a:extLst>
                <a:ext uri="{FF2B5EF4-FFF2-40B4-BE49-F238E27FC236}">
                  <a16:creationId xmlns:a16="http://schemas.microsoft.com/office/drawing/2014/main" id="{D93F4FDD-1683-450B-8600-6F9E02B6ED64}"/>
                </a:ext>
              </a:extLst>
            </p:cNvPr>
            <p:cNvSpPr txBox="1"/>
            <p:nvPr/>
          </p:nvSpPr>
          <p:spPr>
            <a:xfrm>
              <a:off x="7272525" y="1340734"/>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45" name="文本框 44">
              <a:extLst>
                <a:ext uri="{FF2B5EF4-FFF2-40B4-BE49-F238E27FC236}">
                  <a16:creationId xmlns:a16="http://schemas.microsoft.com/office/drawing/2014/main" id="{3984C9F0-E6D8-46EE-BCB9-33393D0A5C3C}"/>
                </a:ext>
              </a:extLst>
            </p:cNvPr>
            <p:cNvSpPr txBox="1"/>
            <p:nvPr/>
          </p:nvSpPr>
          <p:spPr>
            <a:xfrm>
              <a:off x="5209025" y="1340734"/>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46" name="文本框 45">
              <a:extLst>
                <a:ext uri="{FF2B5EF4-FFF2-40B4-BE49-F238E27FC236}">
                  <a16:creationId xmlns:a16="http://schemas.microsoft.com/office/drawing/2014/main" id="{EF236D05-3670-4A0F-AAE8-EE6A5BCD1DF4}"/>
                </a:ext>
              </a:extLst>
            </p:cNvPr>
            <p:cNvSpPr txBox="1"/>
            <p:nvPr/>
          </p:nvSpPr>
          <p:spPr>
            <a:xfrm>
              <a:off x="9325073" y="1340734"/>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56" name="文本框 55">
              <a:extLst>
                <a:ext uri="{FF2B5EF4-FFF2-40B4-BE49-F238E27FC236}">
                  <a16:creationId xmlns:a16="http://schemas.microsoft.com/office/drawing/2014/main" id="{B84E3287-11B8-4C24-A57F-1151B6E7548A}"/>
                </a:ext>
              </a:extLst>
            </p:cNvPr>
            <p:cNvSpPr txBox="1"/>
            <p:nvPr/>
          </p:nvSpPr>
          <p:spPr>
            <a:xfrm>
              <a:off x="3153565" y="1340734"/>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8" name="文本框 57">
              <a:extLst>
                <a:ext uri="{FF2B5EF4-FFF2-40B4-BE49-F238E27FC236}">
                  <a16:creationId xmlns:a16="http://schemas.microsoft.com/office/drawing/2014/main" id="{1A9B80E4-DF55-4B6E-968C-8FFB334DD8EA}"/>
                </a:ext>
              </a:extLst>
            </p:cNvPr>
            <p:cNvSpPr txBox="1"/>
            <p:nvPr/>
          </p:nvSpPr>
          <p:spPr>
            <a:xfrm>
              <a:off x="1090993" y="1340734"/>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9" name="文本框 58">
              <a:extLst>
                <a:ext uri="{FF2B5EF4-FFF2-40B4-BE49-F238E27FC236}">
                  <a16:creationId xmlns:a16="http://schemas.microsoft.com/office/drawing/2014/main" id="{454E4F34-4292-4E69-B8B8-F76FC3BD0EC8}"/>
                </a:ext>
              </a:extLst>
            </p:cNvPr>
            <p:cNvSpPr txBox="1"/>
            <p:nvPr/>
          </p:nvSpPr>
          <p:spPr>
            <a:xfrm>
              <a:off x="10893226" y="1340734"/>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60" name="直接连接符 59">
              <a:extLst>
                <a:ext uri="{FF2B5EF4-FFF2-40B4-BE49-F238E27FC236}">
                  <a16:creationId xmlns:a16="http://schemas.microsoft.com/office/drawing/2014/main" id="{6FC8B9FF-AEC4-485F-A713-D3E20D9BF77D}"/>
                </a:ext>
              </a:extLst>
            </p:cNvPr>
            <p:cNvCxnSpPr/>
            <p:nvPr/>
          </p:nvCxnSpPr>
          <p:spPr>
            <a:xfrm>
              <a:off x="71543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C2162B04-A372-4735-B660-914C80893FF7}"/>
                </a:ext>
              </a:extLst>
            </p:cNvPr>
            <p:cNvCxnSpPr/>
            <p:nvPr/>
          </p:nvCxnSpPr>
          <p:spPr>
            <a:xfrm>
              <a:off x="50908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8E20FF03-8ED1-4CD8-A09F-E1711FC7C107}"/>
                </a:ext>
              </a:extLst>
            </p:cNvPr>
            <p:cNvCxnSpPr/>
            <p:nvPr/>
          </p:nvCxnSpPr>
          <p:spPr>
            <a:xfrm>
              <a:off x="9206861"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F896032B-753D-468F-B66F-959F9945B3B9}"/>
                </a:ext>
              </a:extLst>
            </p:cNvPr>
            <p:cNvCxnSpPr/>
            <p:nvPr/>
          </p:nvCxnSpPr>
          <p:spPr>
            <a:xfrm>
              <a:off x="10775015"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8FC1960C-1C66-451B-BF97-B6F2F6300956}"/>
                </a:ext>
              </a:extLst>
            </p:cNvPr>
            <p:cNvCxnSpPr/>
            <p:nvPr/>
          </p:nvCxnSpPr>
          <p:spPr>
            <a:xfrm>
              <a:off x="303535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grpSp>
        <p:nvGrpSpPr>
          <p:cNvPr id="39" name="组合 38">
            <a:extLst>
              <a:ext uri="{FF2B5EF4-FFF2-40B4-BE49-F238E27FC236}">
                <a16:creationId xmlns:a16="http://schemas.microsoft.com/office/drawing/2014/main" id="{23BC5D51-DF1C-480A-83D5-51C672F3C230}"/>
              </a:ext>
            </a:extLst>
          </p:cNvPr>
          <p:cNvGrpSpPr/>
          <p:nvPr/>
        </p:nvGrpSpPr>
        <p:grpSpPr>
          <a:xfrm>
            <a:off x="1090993" y="0"/>
            <a:ext cx="10956721" cy="836294"/>
            <a:chOff x="1090993" y="1076773"/>
            <a:chExt cx="10956721" cy="836294"/>
          </a:xfrm>
        </p:grpSpPr>
        <p:sp>
          <p:nvSpPr>
            <p:cNvPr id="40" name="任意多边形: 形状 39">
              <a:extLst>
                <a:ext uri="{FF2B5EF4-FFF2-40B4-BE49-F238E27FC236}">
                  <a16:creationId xmlns:a16="http://schemas.microsoft.com/office/drawing/2014/main" id="{EA8472A5-EFFB-4B73-A9F8-1052AE2EBDA3}"/>
                </a:ext>
              </a:extLst>
            </p:cNvPr>
            <p:cNvSpPr/>
            <p:nvPr/>
          </p:nvSpPr>
          <p:spPr>
            <a:xfrm flipH="1" flipV="1">
              <a:off x="2825794" y="1076773"/>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文本框 40">
              <a:extLst>
                <a:ext uri="{FF2B5EF4-FFF2-40B4-BE49-F238E27FC236}">
                  <a16:creationId xmlns:a16="http://schemas.microsoft.com/office/drawing/2014/main" id="{68628A01-ECAE-4DEF-B543-DABCA4627ED3}"/>
                </a:ext>
              </a:extLst>
            </p:cNvPr>
            <p:cNvSpPr txBox="1"/>
            <p:nvPr/>
          </p:nvSpPr>
          <p:spPr>
            <a:xfrm>
              <a:off x="7272525" y="1340734"/>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42" name="文本框 41">
              <a:extLst>
                <a:ext uri="{FF2B5EF4-FFF2-40B4-BE49-F238E27FC236}">
                  <a16:creationId xmlns:a16="http://schemas.microsoft.com/office/drawing/2014/main" id="{BA73310C-B748-4EEE-8096-150669EA85A4}"/>
                </a:ext>
              </a:extLst>
            </p:cNvPr>
            <p:cNvSpPr txBox="1"/>
            <p:nvPr/>
          </p:nvSpPr>
          <p:spPr>
            <a:xfrm>
              <a:off x="5209025" y="1340734"/>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43" name="文本框 42">
              <a:extLst>
                <a:ext uri="{FF2B5EF4-FFF2-40B4-BE49-F238E27FC236}">
                  <a16:creationId xmlns:a16="http://schemas.microsoft.com/office/drawing/2014/main" id="{A17BEDDC-ECE5-4BFC-95EE-5B7F1E61C99B}"/>
                </a:ext>
              </a:extLst>
            </p:cNvPr>
            <p:cNvSpPr txBox="1"/>
            <p:nvPr/>
          </p:nvSpPr>
          <p:spPr>
            <a:xfrm>
              <a:off x="9325073" y="1340734"/>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44" name="文本框 43">
              <a:extLst>
                <a:ext uri="{FF2B5EF4-FFF2-40B4-BE49-F238E27FC236}">
                  <a16:creationId xmlns:a16="http://schemas.microsoft.com/office/drawing/2014/main" id="{8959224D-FBB7-4A53-AE7E-5E0916026299}"/>
                </a:ext>
              </a:extLst>
            </p:cNvPr>
            <p:cNvSpPr txBox="1"/>
            <p:nvPr/>
          </p:nvSpPr>
          <p:spPr>
            <a:xfrm>
              <a:off x="3153565" y="1340734"/>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45" name="文本框 44">
              <a:extLst>
                <a:ext uri="{FF2B5EF4-FFF2-40B4-BE49-F238E27FC236}">
                  <a16:creationId xmlns:a16="http://schemas.microsoft.com/office/drawing/2014/main" id="{CE8D47B7-64E8-4990-874C-588548083C69}"/>
                </a:ext>
              </a:extLst>
            </p:cNvPr>
            <p:cNvSpPr txBox="1"/>
            <p:nvPr/>
          </p:nvSpPr>
          <p:spPr>
            <a:xfrm>
              <a:off x="1090993" y="1340734"/>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8" name="文本框 47">
              <a:extLst>
                <a:ext uri="{FF2B5EF4-FFF2-40B4-BE49-F238E27FC236}">
                  <a16:creationId xmlns:a16="http://schemas.microsoft.com/office/drawing/2014/main" id="{3BC6CD01-5492-4AA9-B774-80881C2EB2A6}"/>
                </a:ext>
              </a:extLst>
            </p:cNvPr>
            <p:cNvSpPr txBox="1"/>
            <p:nvPr/>
          </p:nvSpPr>
          <p:spPr>
            <a:xfrm>
              <a:off x="10893226" y="1340734"/>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49" name="直接连接符 48">
              <a:extLst>
                <a:ext uri="{FF2B5EF4-FFF2-40B4-BE49-F238E27FC236}">
                  <a16:creationId xmlns:a16="http://schemas.microsoft.com/office/drawing/2014/main" id="{B50AC37F-235D-4186-8B0C-D372A3312BB3}"/>
                </a:ext>
              </a:extLst>
            </p:cNvPr>
            <p:cNvCxnSpPr/>
            <p:nvPr/>
          </p:nvCxnSpPr>
          <p:spPr>
            <a:xfrm>
              <a:off x="71543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7B437920-1650-4C31-B6ED-D4242ADD1BB0}"/>
                </a:ext>
              </a:extLst>
            </p:cNvPr>
            <p:cNvCxnSpPr/>
            <p:nvPr/>
          </p:nvCxnSpPr>
          <p:spPr>
            <a:xfrm>
              <a:off x="50908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490C9991-7995-4209-AF9D-4A41BEE2918D}"/>
                </a:ext>
              </a:extLst>
            </p:cNvPr>
            <p:cNvCxnSpPr/>
            <p:nvPr/>
          </p:nvCxnSpPr>
          <p:spPr>
            <a:xfrm>
              <a:off x="9206861"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C796E0EB-B130-4032-AFF0-BF5779AC2663}"/>
                </a:ext>
              </a:extLst>
            </p:cNvPr>
            <p:cNvCxnSpPr/>
            <p:nvPr/>
          </p:nvCxnSpPr>
          <p:spPr>
            <a:xfrm>
              <a:off x="10775015"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A69DDB9A-AA96-4E12-9B34-19947737D738}"/>
                </a:ext>
              </a:extLst>
            </p:cNvPr>
            <p:cNvCxnSpPr/>
            <p:nvPr/>
          </p:nvCxnSpPr>
          <p:spPr>
            <a:xfrm>
              <a:off x="303535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组合 43">
            <a:extLst>
              <a:ext uri="{FF2B5EF4-FFF2-40B4-BE49-F238E27FC236}">
                <a16:creationId xmlns:a16="http://schemas.microsoft.com/office/drawing/2014/main" id="{A576685C-6031-4912-A989-5B2682B367FC}"/>
              </a:ext>
            </a:extLst>
          </p:cNvPr>
          <p:cNvGrpSpPr/>
          <p:nvPr/>
        </p:nvGrpSpPr>
        <p:grpSpPr>
          <a:xfrm>
            <a:off x="1090993" y="0"/>
            <a:ext cx="10956721" cy="836294"/>
            <a:chOff x="1090993" y="1076773"/>
            <a:chExt cx="10956721" cy="836294"/>
          </a:xfrm>
        </p:grpSpPr>
        <p:sp>
          <p:nvSpPr>
            <p:cNvPr id="51" name="任意多边形: 形状 50">
              <a:extLst>
                <a:ext uri="{FF2B5EF4-FFF2-40B4-BE49-F238E27FC236}">
                  <a16:creationId xmlns:a16="http://schemas.microsoft.com/office/drawing/2014/main" id="{0004D9A8-D7B4-4C77-BE4B-59FF28D2DB7E}"/>
                </a:ext>
              </a:extLst>
            </p:cNvPr>
            <p:cNvSpPr/>
            <p:nvPr/>
          </p:nvSpPr>
          <p:spPr>
            <a:xfrm flipH="1" flipV="1">
              <a:off x="2825794" y="1076773"/>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文本框 51">
              <a:extLst>
                <a:ext uri="{FF2B5EF4-FFF2-40B4-BE49-F238E27FC236}">
                  <a16:creationId xmlns:a16="http://schemas.microsoft.com/office/drawing/2014/main" id="{C350CEB8-A40B-4856-B990-F6BE93601A22}"/>
                </a:ext>
              </a:extLst>
            </p:cNvPr>
            <p:cNvSpPr txBox="1"/>
            <p:nvPr/>
          </p:nvSpPr>
          <p:spPr>
            <a:xfrm>
              <a:off x="7272525" y="1340734"/>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53" name="文本框 52">
              <a:extLst>
                <a:ext uri="{FF2B5EF4-FFF2-40B4-BE49-F238E27FC236}">
                  <a16:creationId xmlns:a16="http://schemas.microsoft.com/office/drawing/2014/main" id="{59E85B7A-CEC7-4EBB-A573-A1578D33B55A}"/>
                </a:ext>
              </a:extLst>
            </p:cNvPr>
            <p:cNvSpPr txBox="1"/>
            <p:nvPr/>
          </p:nvSpPr>
          <p:spPr>
            <a:xfrm>
              <a:off x="5209025" y="1340734"/>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54" name="文本框 53">
              <a:extLst>
                <a:ext uri="{FF2B5EF4-FFF2-40B4-BE49-F238E27FC236}">
                  <a16:creationId xmlns:a16="http://schemas.microsoft.com/office/drawing/2014/main" id="{BE399270-ACFA-4CBE-B22B-CB72CCC355D3}"/>
                </a:ext>
              </a:extLst>
            </p:cNvPr>
            <p:cNvSpPr txBox="1"/>
            <p:nvPr/>
          </p:nvSpPr>
          <p:spPr>
            <a:xfrm>
              <a:off x="9325073" y="1340734"/>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55" name="文本框 54">
              <a:extLst>
                <a:ext uri="{FF2B5EF4-FFF2-40B4-BE49-F238E27FC236}">
                  <a16:creationId xmlns:a16="http://schemas.microsoft.com/office/drawing/2014/main" id="{CFAFDB26-3A90-4A83-A399-5EE5C3BA93B4}"/>
                </a:ext>
              </a:extLst>
            </p:cNvPr>
            <p:cNvSpPr txBox="1"/>
            <p:nvPr/>
          </p:nvSpPr>
          <p:spPr>
            <a:xfrm>
              <a:off x="3153565" y="1340734"/>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6" name="文本框 55">
              <a:extLst>
                <a:ext uri="{FF2B5EF4-FFF2-40B4-BE49-F238E27FC236}">
                  <a16:creationId xmlns:a16="http://schemas.microsoft.com/office/drawing/2014/main" id="{123336DB-0343-469C-8052-477B3698E729}"/>
                </a:ext>
              </a:extLst>
            </p:cNvPr>
            <p:cNvSpPr txBox="1"/>
            <p:nvPr/>
          </p:nvSpPr>
          <p:spPr>
            <a:xfrm>
              <a:off x="1090993" y="1340734"/>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7" name="文本框 56">
              <a:extLst>
                <a:ext uri="{FF2B5EF4-FFF2-40B4-BE49-F238E27FC236}">
                  <a16:creationId xmlns:a16="http://schemas.microsoft.com/office/drawing/2014/main" id="{0CA1BC51-785A-41D9-834D-86297DCF0DA4}"/>
                </a:ext>
              </a:extLst>
            </p:cNvPr>
            <p:cNvSpPr txBox="1"/>
            <p:nvPr/>
          </p:nvSpPr>
          <p:spPr>
            <a:xfrm>
              <a:off x="10893226" y="1340734"/>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58" name="直接连接符 57">
              <a:extLst>
                <a:ext uri="{FF2B5EF4-FFF2-40B4-BE49-F238E27FC236}">
                  <a16:creationId xmlns:a16="http://schemas.microsoft.com/office/drawing/2014/main" id="{FB3192C1-8184-4630-AFB0-029E164B2355}"/>
                </a:ext>
              </a:extLst>
            </p:cNvPr>
            <p:cNvCxnSpPr/>
            <p:nvPr/>
          </p:nvCxnSpPr>
          <p:spPr>
            <a:xfrm>
              <a:off x="71543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0481D740-F49B-413F-BD78-461BBBD871CF}"/>
                </a:ext>
              </a:extLst>
            </p:cNvPr>
            <p:cNvCxnSpPr/>
            <p:nvPr/>
          </p:nvCxnSpPr>
          <p:spPr>
            <a:xfrm>
              <a:off x="50908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CF4EF331-5E7F-473F-B03A-D543F4BD5579}"/>
                </a:ext>
              </a:extLst>
            </p:cNvPr>
            <p:cNvCxnSpPr/>
            <p:nvPr/>
          </p:nvCxnSpPr>
          <p:spPr>
            <a:xfrm>
              <a:off x="9206861"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92851F90-57B9-4756-831E-5E36A70E473A}"/>
                </a:ext>
              </a:extLst>
            </p:cNvPr>
            <p:cNvCxnSpPr/>
            <p:nvPr/>
          </p:nvCxnSpPr>
          <p:spPr>
            <a:xfrm>
              <a:off x="10775015"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57ED8011-6E7B-4C1E-9313-6530BE1358C8}"/>
                </a:ext>
              </a:extLst>
            </p:cNvPr>
            <p:cNvCxnSpPr/>
            <p:nvPr/>
          </p:nvCxnSpPr>
          <p:spPr>
            <a:xfrm>
              <a:off x="303535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a:extLst>
              <a:ext uri="{FF2B5EF4-FFF2-40B4-BE49-F238E27FC236}">
                <a16:creationId xmlns:a16="http://schemas.microsoft.com/office/drawing/2014/main" id="{2EFA7F60-26DB-42A6-8760-9375222ADADB}"/>
              </a:ext>
            </a:extLst>
          </p:cNvPr>
          <p:cNvGrpSpPr/>
          <p:nvPr/>
        </p:nvGrpSpPr>
        <p:grpSpPr>
          <a:xfrm>
            <a:off x="1090993" y="0"/>
            <a:ext cx="10956721" cy="836294"/>
            <a:chOff x="1090993" y="1076773"/>
            <a:chExt cx="10956721" cy="836294"/>
          </a:xfrm>
        </p:grpSpPr>
        <p:sp>
          <p:nvSpPr>
            <p:cNvPr id="45" name="任意多边形: 形状 44">
              <a:extLst>
                <a:ext uri="{FF2B5EF4-FFF2-40B4-BE49-F238E27FC236}">
                  <a16:creationId xmlns:a16="http://schemas.microsoft.com/office/drawing/2014/main" id="{97545B40-293D-4937-A595-D1C9BBD43C72}"/>
                </a:ext>
              </a:extLst>
            </p:cNvPr>
            <p:cNvSpPr/>
            <p:nvPr/>
          </p:nvSpPr>
          <p:spPr>
            <a:xfrm flipH="1" flipV="1">
              <a:off x="2825794" y="1076773"/>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文本框 45">
              <a:extLst>
                <a:ext uri="{FF2B5EF4-FFF2-40B4-BE49-F238E27FC236}">
                  <a16:creationId xmlns:a16="http://schemas.microsoft.com/office/drawing/2014/main" id="{72E6BB87-BB70-488C-B588-48415189823E}"/>
                </a:ext>
              </a:extLst>
            </p:cNvPr>
            <p:cNvSpPr txBox="1"/>
            <p:nvPr/>
          </p:nvSpPr>
          <p:spPr>
            <a:xfrm>
              <a:off x="7272525" y="1340734"/>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47" name="文本框 46">
              <a:extLst>
                <a:ext uri="{FF2B5EF4-FFF2-40B4-BE49-F238E27FC236}">
                  <a16:creationId xmlns:a16="http://schemas.microsoft.com/office/drawing/2014/main" id="{233EFFEB-558F-4ABE-88C7-4D1A477544DD}"/>
                </a:ext>
              </a:extLst>
            </p:cNvPr>
            <p:cNvSpPr txBox="1"/>
            <p:nvPr/>
          </p:nvSpPr>
          <p:spPr>
            <a:xfrm>
              <a:off x="5209025" y="1340734"/>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56" name="文本框 55">
              <a:extLst>
                <a:ext uri="{FF2B5EF4-FFF2-40B4-BE49-F238E27FC236}">
                  <a16:creationId xmlns:a16="http://schemas.microsoft.com/office/drawing/2014/main" id="{4A0B495D-6194-4D01-887B-E302DF657628}"/>
                </a:ext>
              </a:extLst>
            </p:cNvPr>
            <p:cNvSpPr txBox="1"/>
            <p:nvPr/>
          </p:nvSpPr>
          <p:spPr>
            <a:xfrm>
              <a:off x="9325073" y="1340734"/>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57" name="文本框 56">
              <a:extLst>
                <a:ext uri="{FF2B5EF4-FFF2-40B4-BE49-F238E27FC236}">
                  <a16:creationId xmlns:a16="http://schemas.microsoft.com/office/drawing/2014/main" id="{A51CAA38-B84F-4233-878F-3CB7FE7F86CD}"/>
                </a:ext>
              </a:extLst>
            </p:cNvPr>
            <p:cNvSpPr txBox="1"/>
            <p:nvPr/>
          </p:nvSpPr>
          <p:spPr>
            <a:xfrm>
              <a:off x="3153565" y="1340734"/>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8" name="文本框 57">
              <a:extLst>
                <a:ext uri="{FF2B5EF4-FFF2-40B4-BE49-F238E27FC236}">
                  <a16:creationId xmlns:a16="http://schemas.microsoft.com/office/drawing/2014/main" id="{55448F43-D160-42F9-B61B-C59518033B95}"/>
                </a:ext>
              </a:extLst>
            </p:cNvPr>
            <p:cNvSpPr txBox="1"/>
            <p:nvPr/>
          </p:nvSpPr>
          <p:spPr>
            <a:xfrm>
              <a:off x="1090993" y="1340734"/>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9" name="文本框 58">
              <a:extLst>
                <a:ext uri="{FF2B5EF4-FFF2-40B4-BE49-F238E27FC236}">
                  <a16:creationId xmlns:a16="http://schemas.microsoft.com/office/drawing/2014/main" id="{1BBA71A1-3763-4B14-82E4-6B18D2B1A594}"/>
                </a:ext>
              </a:extLst>
            </p:cNvPr>
            <p:cNvSpPr txBox="1"/>
            <p:nvPr/>
          </p:nvSpPr>
          <p:spPr>
            <a:xfrm>
              <a:off x="10893226" y="1340734"/>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60" name="直接连接符 59">
              <a:extLst>
                <a:ext uri="{FF2B5EF4-FFF2-40B4-BE49-F238E27FC236}">
                  <a16:creationId xmlns:a16="http://schemas.microsoft.com/office/drawing/2014/main" id="{BABBA8B1-7126-4962-A5AC-1C52BD273C5D}"/>
                </a:ext>
              </a:extLst>
            </p:cNvPr>
            <p:cNvCxnSpPr/>
            <p:nvPr/>
          </p:nvCxnSpPr>
          <p:spPr>
            <a:xfrm>
              <a:off x="71543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CC1D092F-3A96-4F48-B6C2-A23D0A250E69}"/>
                </a:ext>
              </a:extLst>
            </p:cNvPr>
            <p:cNvCxnSpPr/>
            <p:nvPr/>
          </p:nvCxnSpPr>
          <p:spPr>
            <a:xfrm>
              <a:off x="50908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73020153-7D49-4E2B-9B93-99248ECD22EF}"/>
                </a:ext>
              </a:extLst>
            </p:cNvPr>
            <p:cNvCxnSpPr/>
            <p:nvPr/>
          </p:nvCxnSpPr>
          <p:spPr>
            <a:xfrm>
              <a:off x="9206861"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739D4566-05B6-4DFC-B947-E4F19823B418}"/>
                </a:ext>
              </a:extLst>
            </p:cNvPr>
            <p:cNvCxnSpPr/>
            <p:nvPr/>
          </p:nvCxnSpPr>
          <p:spPr>
            <a:xfrm>
              <a:off x="10775015"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169172D8-97F1-49E8-A152-5BC40E76DABA}"/>
                </a:ext>
              </a:extLst>
            </p:cNvPr>
            <p:cNvCxnSpPr/>
            <p:nvPr/>
          </p:nvCxnSpPr>
          <p:spPr>
            <a:xfrm>
              <a:off x="303535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id="{5A5BF97A-8891-44E3-8A56-5BB277172EF7}"/>
              </a:ext>
            </a:extLst>
          </p:cNvPr>
          <p:cNvGrpSpPr/>
          <p:nvPr/>
        </p:nvGrpSpPr>
        <p:grpSpPr>
          <a:xfrm>
            <a:off x="1090993" y="0"/>
            <a:ext cx="10956721" cy="836294"/>
            <a:chOff x="1090993" y="2318571"/>
            <a:chExt cx="10956721" cy="836294"/>
          </a:xfrm>
        </p:grpSpPr>
        <p:sp>
          <p:nvSpPr>
            <p:cNvPr id="37" name="任意多边形: 形状 36">
              <a:extLst>
                <a:ext uri="{FF2B5EF4-FFF2-40B4-BE49-F238E27FC236}">
                  <a16:creationId xmlns:a16="http://schemas.microsoft.com/office/drawing/2014/main" id="{3AA9B6C5-D239-4A71-8FB0-E545A38182AA}"/>
                </a:ext>
              </a:extLst>
            </p:cNvPr>
            <p:cNvSpPr/>
            <p:nvPr/>
          </p:nvSpPr>
          <p:spPr>
            <a:xfrm flipH="1" flipV="1">
              <a:off x="4858711" y="2318571"/>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3A3C9278-F913-445E-A299-7C0AE51AAA81}"/>
                </a:ext>
              </a:extLst>
            </p:cNvPr>
            <p:cNvSpPr txBox="1"/>
            <p:nvPr/>
          </p:nvSpPr>
          <p:spPr>
            <a:xfrm>
              <a:off x="7272525" y="2582532"/>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43" name="文本框 42">
              <a:extLst>
                <a:ext uri="{FF2B5EF4-FFF2-40B4-BE49-F238E27FC236}">
                  <a16:creationId xmlns:a16="http://schemas.microsoft.com/office/drawing/2014/main" id="{612AB3B7-7C34-41D3-B80B-6EC4A7ED5323}"/>
                </a:ext>
              </a:extLst>
            </p:cNvPr>
            <p:cNvSpPr txBox="1"/>
            <p:nvPr/>
          </p:nvSpPr>
          <p:spPr>
            <a:xfrm>
              <a:off x="5209025" y="258253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4" name="文本框 43">
              <a:extLst>
                <a:ext uri="{FF2B5EF4-FFF2-40B4-BE49-F238E27FC236}">
                  <a16:creationId xmlns:a16="http://schemas.microsoft.com/office/drawing/2014/main" id="{50745873-6CF0-48A7-B4A0-D635005B543C}"/>
                </a:ext>
              </a:extLst>
            </p:cNvPr>
            <p:cNvSpPr txBox="1"/>
            <p:nvPr/>
          </p:nvSpPr>
          <p:spPr>
            <a:xfrm>
              <a:off x="9325073" y="2582532"/>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45" name="文本框 44">
              <a:extLst>
                <a:ext uri="{FF2B5EF4-FFF2-40B4-BE49-F238E27FC236}">
                  <a16:creationId xmlns:a16="http://schemas.microsoft.com/office/drawing/2014/main" id="{CDBF7B53-5AE0-4EE3-9604-FC06E33498DF}"/>
                </a:ext>
              </a:extLst>
            </p:cNvPr>
            <p:cNvSpPr txBox="1"/>
            <p:nvPr/>
          </p:nvSpPr>
          <p:spPr>
            <a:xfrm>
              <a:off x="3153565" y="2582532"/>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46" name="文本框 45">
              <a:extLst>
                <a:ext uri="{FF2B5EF4-FFF2-40B4-BE49-F238E27FC236}">
                  <a16:creationId xmlns:a16="http://schemas.microsoft.com/office/drawing/2014/main" id="{6BFBE882-05BF-4C57-9008-125BC58FE4B2}"/>
                </a:ext>
              </a:extLst>
            </p:cNvPr>
            <p:cNvSpPr txBox="1"/>
            <p:nvPr/>
          </p:nvSpPr>
          <p:spPr>
            <a:xfrm>
              <a:off x="1090993" y="2582532"/>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7" name="文本框 46">
              <a:extLst>
                <a:ext uri="{FF2B5EF4-FFF2-40B4-BE49-F238E27FC236}">
                  <a16:creationId xmlns:a16="http://schemas.microsoft.com/office/drawing/2014/main" id="{DD79E47F-D734-4568-AF61-299191CFD71C}"/>
                </a:ext>
              </a:extLst>
            </p:cNvPr>
            <p:cNvSpPr txBox="1"/>
            <p:nvPr/>
          </p:nvSpPr>
          <p:spPr>
            <a:xfrm>
              <a:off x="10893226" y="2582532"/>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49" name="直接连接符 48">
              <a:extLst>
                <a:ext uri="{FF2B5EF4-FFF2-40B4-BE49-F238E27FC236}">
                  <a16:creationId xmlns:a16="http://schemas.microsoft.com/office/drawing/2014/main" id="{3872B908-3AEA-4F79-A1F5-58AE3CAF0D32}"/>
                </a:ext>
              </a:extLst>
            </p:cNvPr>
            <p:cNvCxnSpPr/>
            <p:nvPr/>
          </p:nvCxnSpPr>
          <p:spPr>
            <a:xfrm>
              <a:off x="71543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049BA7C1-7EAE-4EC6-88FD-017292E8707E}"/>
                </a:ext>
              </a:extLst>
            </p:cNvPr>
            <p:cNvCxnSpPr/>
            <p:nvPr/>
          </p:nvCxnSpPr>
          <p:spPr>
            <a:xfrm>
              <a:off x="50908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5D3F56C0-0194-41A8-892F-5F969D7D606C}"/>
                </a:ext>
              </a:extLst>
            </p:cNvPr>
            <p:cNvCxnSpPr/>
            <p:nvPr/>
          </p:nvCxnSpPr>
          <p:spPr>
            <a:xfrm>
              <a:off x="9206861"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D6AC40DF-15D6-4644-8847-4CD1FFF19D08}"/>
                </a:ext>
              </a:extLst>
            </p:cNvPr>
            <p:cNvCxnSpPr/>
            <p:nvPr/>
          </p:nvCxnSpPr>
          <p:spPr>
            <a:xfrm>
              <a:off x="10775015"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6FEC7FF4-9128-4FB1-83A7-E91CB203315A}"/>
                </a:ext>
              </a:extLst>
            </p:cNvPr>
            <p:cNvCxnSpPr/>
            <p:nvPr/>
          </p:nvCxnSpPr>
          <p:spPr>
            <a:xfrm>
              <a:off x="303535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7327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0" name="组合 29">
            <a:extLst>
              <a:ext uri="{FF2B5EF4-FFF2-40B4-BE49-F238E27FC236}">
                <a16:creationId xmlns:a16="http://schemas.microsoft.com/office/drawing/2014/main" id="{B1B89A42-272D-4D74-A13B-60E0E8549A6C}"/>
              </a:ext>
            </a:extLst>
          </p:cNvPr>
          <p:cNvGrpSpPr/>
          <p:nvPr/>
        </p:nvGrpSpPr>
        <p:grpSpPr>
          <a:xfrm>
            <a:off x="1090993" y="0"/>
            <a:ext cx="10956721" cy="836294"/>
            <a:chOff x="1090993" y="2318571"/>
            <a:chExt cx="10956721" cy="836294"/>
          </a:xfrm>
        </p:grpSpPr>
        <p:sp>
          <p:nvSpPr>
            <p:cNvPr id="31" name="任意多边形: 形状 30">
              <a:extLst>
                <a:ext uri="{FF2B5EF4-FFF2-40B4-BE49-F238E27FC236}">
                  <a16:creationId xmlns:a16="http://schemas.microsoft.com/office/drawing/2014/main" id="{B1292024-984E-4CE8-9799-B052951C8FB9}"/>
                </a:ext>
              </a:extLst>
            </p:cNvPr>
            <p:cNvSpPr/>
            <p:nvPr/>
          </p:nvSpPr>
          <p:spPr>
            <a:xfrm flipH="1" flipV="1">
              <a:off x="4858711" y="2318571"/>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文本框 31">
              <a:extLst>
                <a:ext uri="{FF2B5EF4-FFF2-40B4-BE49-F238E27FC236}">
                  <a16:creationId xmlns:a16="http://schemas.microsoft.com/office/drawing/2014/main" id="{C8096C5B-A3A6-4A2A-AAE9-0EED59C96AB1}"/>
                </a:ext>
              </a:extLst>
            </p:cNvPr>
            <p:cNvSpPr txBox="1"/>
            <p:nvPr/>
          </p:nvSpPr>
          <p:spPr>
            <a:xfrm>
              <a:off x="7272525" y="2582532"/>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33" name="文本框 32">
              <a:extLst>
                <a:ext uri="{FF2B5EF4-FFF2-40B4-BE49-F238E27FC236}">
                  <a16:creationId xmlns:a16="http://schemas.microsoft.com/office/drawing/2014/main" id="{B1BA135C-3929-4911-9A87-79B3005C07CD}"/>
                </a:ext>
              </a:extLst>
            </p:cNvPr>
            <p:cNvSpPr txBox="1"/>
            <p:nvPr/>
          </p:nvSpPr>
          <p:spPr>
            <a:xfrm>
              <a:off x="5209025" y="258253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4" name="文本框 33">
              <a:extLst>
                <a:ext uri="{FF2B5EF4-FFF2-40B4-BE49-F238E27FC236}">
                  <a16:creationId xmlns:a16="http://schemas.microsoft.com/office/drawing/2014/main" id="{0131AB56-D204-42C1-BCD5-CFE0C68E7E85}"/>
                </a:ext>
              </a:extLst>
            </p:cNvPr>
            <p:cNvSpPr txBox="1"/>
            <p:nvPr/>
          </p:nvSpPr>
          <p:spPr>
            <a:xfrm>
              <a:off x="9325073" y="2582532"/>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35" name="文本框 34">
              <a:extLst>
                <a:ext uri="{FF2B5EF4-FFF2-40B4-BE49-F238E27FC236}">
                  <a16:creationId xmlns:a16="http://schemas.microsoft.com/office/drawing/2014/main" id="{E48FF590-C05A-4C62-8C42-D20FB46EAFDC}"/>
                </a:ext>
              </a:extLst>
            </p:cNvPr>
            <p:cNvSpPr txBox="1"/>
            <p:nvPr/>
          </p:nvSpPr>
          <p:spPr>
            <a:xfrm>
              <a:off x="3153565" y="2582532"/>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36" name="文本框 35">
              <a:extLst>
                <a:ext uri="{FF2B5EF4-FFF2-40B4-BE49-F238E27FC236}">
                  <a16:creationId xmlns:a16="http://schemas.microsoft.com/office/drawing/2014/main" id="{A755EDA1-E3DB-4C9F-B67E-2E8C42C37E8E}"/>
                </a:ext>
              </a:extLst>
            </p:cNvPr>
            <p:cNvSpPr txBox="1"/>
            <p:nvPr/>
          </p:nvSpPr>
          <p:spPr>
            <a:xfrm>
              <a:off x="1090993" y="2582532"/>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37" name="文本框 36">
              <a:extLst>
                <a:ext uri="{FF2B5EF4-FFF2-40B4-BE49-F238E27FC236}">
                  <a16:creationId xmlns:a16="http://schemas.microsoft.com/office/drawing/2014/main" id="{5CAD8515-6B16-438B-B97E-836EC740051B}"/>
                </a:ext>
              </a:extLst>
            </p:cNvPr>
            <p:cNvSpPr txBox="1"/>
            <p:nvPr/>
          </p:nvSpPr>
          <p:spPr>
            <a:xfrm>
              <a:off x="10893226" y="2582532"/>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38" name="直接连接符 37">
              <a:extLst>
                <a:ext uri="{FF2B5EF4-FFF2-40B4-BE49-F238E27FC236}">
                  <a16:creationId xmlns:a16="http://schemas.microsoft.com/office/drawing/2014/main" id="{7EC9BCA8-87A2-4523-AD3F-6C6D05556248}"/>
                </a:ext>
              </a:extLst>
            </p:cNvPr>
            <p:cNvCxnSpPr/>
            <p:nvPr/>
          </p:nvCxnSpPr>
          <p:spPr>
            <a:xfrm>
              <a:off x="71543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4BA4794-7C71-4739-867F-0E63E98F1A12}"/>
                </a:ext>
              </a:extLst>
            </p:cNvPr>
            <p:cNvCxnSpPr/>
            <p:nvPr/>
          </p:nvCxnSpPr>
          <p:spPr>
            <a:xfrm>
              <a:off x="50908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4532C44-219F-48B0-B43E-EA78349D428B}"/>
                </a:ext>
              </a:extLst>
            </p:cNvPr>
            <p:cNvCxnSpPr/>
            <p:nvPr/>
          </p:nvCxnSpPr>
          <p:spPr>
            <a:xfrm>
              <a:off x="9206861"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4102B8BA-BD3C-4E50-9A7A-03C00C17EDD3}"/>
                </a:ext>
              </a:extLst>
            </p:cNvPr>
            <p:cNvCxnSpPr/>
            <p:nvPr/>
          </p:nvCxnSpPr>
          <p:spPr>
            <a:xfrm>
              <a:off x="10775015"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F8DC4C03-E855-4035-BBF7-FD919756F10D}"/>
                </a:ext>
              </a:extLst>
            </p:cNvPr>
            <p:cNvCxnSpPr/>
            <p:nvPr/>
          </p:nvCxnSpPr>
          <p:spPr>
            <a:xfrm>
              <a:off x="303535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grpSp>
        <p:nvGrpSpPr>
          <p:cNvPr id="49" name="组合 48">
            <a:extLst>
              <a:ext uri="{FF2B5EF4-FFF2-40B4-BE49-F238E27FC236}">
                <a16:creationId xmlns:a16="http://schemas.microsoft.com/office/drawing/2014/main" id="{932A1149-A788-4DAA-8AE2-82FE307FAA1B}"/>
              </a:ext>
            </a:extLst>
          </p:cNvPr>
          <p:cNvGrpSpPr/>
          <p:nvPr/>
        </p:nvGrpSpPr>
        <p:grpSpPr>
          <a:xfrm>
            <a:off x="1090993" y="0"/>
            <a:ext cx="10956721" cy="836294"/>
            <a:chOff x="1090993" y="2318571"/>
            <a:chExt cx="10956721" cy="836294"/>
          </a:xfrm>
        </p:grpSpPr>
        <p:sp>
          <p:nvSpPr>
            <p:cNvPr id="50" name="任意多边形: 形状 49">
              <a:extLst>
                <a:ext uri="{FF2B5EF4-FFF2-40B4-BE49-F238E27FC236}">
                  <a16:creationId xmlns:a16="http://schemas.microsoft.com/office/drawing/2014/main" id="{03C0DFAF-1C88-46B9-B3D8-842A530FD5BB}"/>
                </a:ext>
              </a:extLst>
            </p:cNvPr>
            <p:cNvSpPr/>
            <p:nvPr/>
          </p:nvSpPr>
          <p:spPr>
            <a:xfrm flipH="1" flipV="1">
              <a:off x="4858711" y="2318571"/>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文本框 51">
              <a:extLst>
                <a:ext uri="{FF2B5EF4-FFF2-40B4-BE49-F238E27FC236}">
                  <a16:creationId xmlns:a16="http://schemas.microsoft.com/office/drawing/2014/main" id="{F44229ED-F690-41AD-A762-53DDA9043C58}"/>
                </a:ext>
              </a:extLst>
            </p:cNvPr>
            <p:cNvSpPr txBox="1"/>
            <p:nvPr/>
          </p:nvSpPr>
          <p:spPr>
            <a:xfrm>
              <a:off x="7272525" y="2582532"/>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56" name="文本框 55">
              <a:extLst>
                <a:ext uri="{FF2B5EF4-FFF2-40B4-BE49-F238E27FC236}">
                  <a16:creationId xmlns:a16="http://schemas.microsoft.com/office/drawing/2014/main" id="{288AA771-CAF2-4CAC-B662-254676AC62B4}"/>
                </a:ext>
              </a:extLst>
            </p:cNvPr>
            <p:cNvSpPr txBox="1"/>
            <p:nvPr/>
          </p:nvSpPr>
          <p:spPr>
            <a:xfrm>
              <a:off x="5209025" y="258253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7" name="文本框 56">
              <a:extLst>
                <a:ext uri="{FF2B5EF4-FFF2-40B4-BE49-F238E27FC236}">
                  <a16:creationId xmlns:a16="http://schemas.microsoft.com/office/drawing/2014/main" id="{C3F38CF2-F55A-46BA-897C-4C39A2DC36CD}"/>
                </a:ext>
              </a:extLst>
            </p:cNvPr>
            <p:cNvSpPr txBox="1"/>
            <p:nvPr/>
          </p:nvSpPr>
          <p:spPr>
            <a:xfrm>
              <a:off x="9325073" y="2582532"/>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58" name="文本框 57">
              <a:extLst>
                <a:ext uri="{FF2B5EF4-FFF2-40B4-BE49-F238E27FC236}">
                  <a16:creationId xmlns:a16="http://schemas.microsoft.com/office/drawing/2014/main" id="{9913EC23-07FC-4B96-A889-1E202CF83B57}"/>
                </a:ext>
              </a:extLst>
            </p:cNvPr>
            <p:cNvSpPr txBox="1"/>
            <p:nvPr/>
          </p:nvSpPr>
          <p:spPr>
            <a:xfrm>
              <a:off x="3153565" y="2582532"/>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9" name="文本框 58">
              <a:extLst>
                <a:ext uri="{FF2B5EF4-FFF2-40B4-BE49-F238E27FC236}">
                  <a16:creationId xmlns:a16="http://schemas.microsoft.com/office/drawing/2014/main" id="{4B5BCAD1-A60E-487F-99FD-04FF8D517013}"/>
                </a:ext>
              </a:extLst>
            </p:cNvPr>
            <p:cNvSpPr txBox="1"/>
            <p:nvPr/>
          </p:nvSpPr>
          <p:spPr>
            <a:xfrm>
              <a:off x="1090993" y="2582532"/>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60" name="文本框 59">
              <a:extLst>
                <a:ext uri="{FF2B5EF4-FFF2-40B4-BE49-F238E27FC236}">
                  <a16:creationId xmlns:a16="http://schemas.microsoft.com/office/drawing/2014/main" id="{D4007CF9-344B-4BCD-AE35-042B80FC753A}"/>
                </a:ext>
              </a:extLst>
            </p:cNvPr>
            <p:cNvSpPr txBox="1"/>
            <p:nvPr/>
          </p:nvSpPr>
          <p:spPr>
            <a:xfrm>
              <a:off x="10893226" y="2582532"/>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64" name="直接连接符 63">
              <a:extLst>
                <a:ext uri="{FF2B5EF4-FFF2-40B4-BE49-F238E27FC236}">
                  <a16:creationId xmlns:a16="http://schemas.microsoft.com/office/drawing/2014/main" id="{B99892BC-FBCD-41CA-9A27-7921165B0849}"/>
                </a:ext>
              </a:extLst>
            </p:cNvPr>
            <p:cNvCxnSpPr/>
            <p:nvPr/>
          </p:nvCxnSpPr>
          <p:spPr>
            <a:xfrm>
              <a:off x="71543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00625D4A-EC7E-4B8B-8BB8-B68C345EB499}"/>
                </a:ext>
              </a:extLst>
            </p:cNvPr>
            <p:cNvCxnSpPr/>
            <p:nvPr/>
          </p:nvCxnSpPr>
          <p:spPr>
            <a:xfrm>
              <a:off x="50908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69EFD4CA-183B-4C47-9F48-9AA9EBC1EF57}"/>
                </a:ext>
              </a:extLst>
            </p:cNvPr>
            <p:cNvCxnSpPr/>
            <p:nvPr/>
          </p:nvCxnSpPr>
          <p:spPr>
            <a:xfrm>
              <a:off x="9206861"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8615DCA6-1006-4600-AA34-930E3E9F903B}"/>
                </a:ext>
              </a:extLst>
            </p:cNvPr>
            <p:cNvCxnSpPr/>
            <p:nvPr/>
          </p:nvCxnSpPr>
          <p:spPr>
            <a:xfrm>
              <a:off x="10775015"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48EA796C-4D52-49A6-A39E-B3A25A26B331}"/>
                </a:ext>
              </a:extLst>
            </p:cNvPr>
            <p:cNvCxnSpPr/>
            <p:nvPr/>
          </p:nvCxnSpPr>
          <p:spPr>
            <a:xfrm>
              <a:off x="303535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grpSp>
        <p:nvGrpSpPr>
          <p:cNvPr id="25" name="组合 24">
            <a:extLst>
              <a:ext uri="{FF2B5EF4-FFF2-40B4-BE49-F238E27FC236}">
                <a16:creationId xmlns:a16="http://schemas.microsoft.com/office/drawing/2014/main" id="{8A75A5E0-0507-41B1-BEEB-61E15D37A287}"/>
              </a:ext>
            </a:extLst>
          </p:cNvPr>
          <p:cNvGrpSpPr/>
          <p:nvPr/>
        </p:nvGrpSpPr>
        <p:grpSpPr>
          <a:xfrm>
            <a:off x="1090993" y="0"/>
            <a:ext cx="10956721" cy="836294"/>
            <a:chOff x="1090993" y="3409258"/>
            <a:chExt cx="10956721" cy="836294"/>
          </a:xfrm>
        </p:grpSpPr>
        <p:sp>
          <p:nvSpPr>
            <p:cNvPr id="33" name="任意多边形: 形状 32">
              <a:extLst>
                <a:ext uri="{FF2B5EF4-FFF2-40B4-BE49-F238E27FC236}">
                  <a16:creationId xmlns:a16="http://schemas.microsoft.com/office/drawing/2014/main" id="{1EDB41D5-3252-43E7-B441-4B2209B900F5}"/>
                </a:ext>
              </a:extLst>
            </p:cNvPr>
            <p:cNvSpPr/>
            <p:nvPr/>
          </p:nvSpPr>
          <p:spPr>
            <a:xfrm flipH="1" flipV="1">
              <a:off x="6943298" y="3409258"/>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AE0B7539-F683-4FEE-9132-B8642FCA4B10}"/>
                </a:ext>
              </a:extLst>
            </p:cNvPr>
            <p:cNvSpPr txBox="1"/>
            <p:nvPr/>
          </p:nvSpPr>
          <p:spPr>
            <a:xfrm>
              <a:off x="7272525" y="3673219"/>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8" name="文本框 37">
              <a:extLst>
                <a:ext uri="{FF2B5EF4-FFF2-40B4-BE49-F238E27FC236}">
                  <a16:creationId xmlns:a16="http://schemas.microsoft.com/office/drawing/2014/main" id="{1EC81168-E25F-4DC5-B2E5-7A2B58C36A4E}"/>
                </a:ext>
              </a:extLst>
            </p:cNvPr>
            <p:cNvSpPr txBox="1"/>
            <p:nvPr/>
          </p:nvSpPr>
          <p:spPr>
            <a:xfrm>
              <a:off x="5209025" y="3673219"/>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41" name="文本框 40">
              <a:extLst>
                <a:ext uri="{FF2B5EF4-FFF2-40B4-BE49-F238E27FC236}">
                  <a16:creationId xmlns:a16="http://schemas.microsoft.com/office/drawing/2014/main" id="{52E93C2B-232B-4660-B179-3AB3D4B12C73}"/>
                </a:ext>
              </a:extLst>
            </p:cNvPr>
            <p:cNvSpPr txBox="1"/>
            <p:nvPr/>
          </p:nvSpPr>
          <p:spPr>
            <a:xfrm>
              <a:off x="9325073" y="3673219"/>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42" name="文本框 41">
              <a:extLst>
                <a:ext uri="{FF2B5EF4-FFF2-40B4-BE49-F238E27FC236}">
                  <a16:creationId xmlns:a16="http://schemas.microsoft.com/office/drawing/2014/main" id="{AA118CAF-9FF9-454E-A789-6E407130FCFC}"/>
                </a:ext>
              </a:extLst>
            </p:cNvPr>
            <p:cNvSpPr txBox="1"/>
            <p:nvPr/>
          </p:nvSpPr>
          <p:spPr>
            <a:xfrm>
              <a:off x="3153565" y="3673219"/>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43" name="文本框 42">
              <a:extLst>
                <a:ext uri="{FF2B5EF4-FFF2-40B4-BE49-F238E27FC236}">
                  <a16:creationId xmlns:a16="http://schemas.microsoft.com/office/drawing/2014/main" id="{1E64064F-A986-4DB4-B71E-9F8A2C38E004}"/>
                </a:ext>
              </a:extLst>
            </p:cNvPr>
            <p:cNvSpPr txBox="1"/>
            <p:nvPr/>
          </p:nvSpPr>
          <p:spPr>
            <a:xfrm>
              <a:off x="1090993" y="3673219"/>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4" name="文本框 43">
              <a:extLst>
                <a:ext uri="{FF2B5EF4-FFF2-40B4-BE49-F238E27FC236}">
                  <a16:creationId xmlns:a16="http://schemas.microsoft.com/office/drawing/2014/main" id="{D6448CEA-D31A-4D79-BEA7-888633268991}"/>
                </a:ext>
              </a:extLst>
            </p:cNvPr>
            <p:cNvSpPr txBox="1"/>
            <p:nvPr/>
          </p:nvSpPr>
          <p:spPr>
            <a:xfrm>
              <a:off x="10893226" y="3673219"/>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45" name="直接连接符 44">
              <a:extLst>
                <a:ext uri="{FF2B5EF4-FFF2-40B4-BE49-F238E27FC236}">
                  <a16:creationId xmlns:a16="http://schemas.microsoft.com/office/drawing/2014/main" id="{832FFC4C-1BB7-490B-B684-F4917D99E8A4}"/>
                </a:ext>
              </a:extLst>
            </p:cNvPr>
            <p:cNvCxnSpPr/>
            <p:nvPr/>
          </p:nvCxnSpPr>
          <p:spPr>
            <a:xfrm>
              <a:off x="7154313"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C830D469-5450-4778-834E-8F3F7BBBCFD2}"/>
                </a:ext>
              </a:extLst>
            </p:cNvPr>
            <p:cNvCxnSpPr/>
            <p:nvPr/>
          </p:nvCxnSpPr>
          <p:spPr>
            <a:xfrm>
              <a:off x="5090813"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D9B6BE5A-B1AA-47D3-8A79-0547FBC51BFF}"/>
                </a:ext>
              </a:extLst>
            </p:cNvPr>
            <p:cNvCxnSpPr/>
            <p:nvPr/>
          </p:nvCxnSpPr>
          <p:spPr>
            <a:xfrm>
              <a:off x="9206861"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98C757FF-F90E-4DCF-A331-FB1EFE1102CB}"/>
                </a:ext>
              </a:extLst>
            </p:cNvPr>
            <p:cNvCxnSpPr/>
            <p:nvPr/>
          </p:nvCxnSpPr>
          <p:spPr>
            <a:xfrm>
              <a:off x="10775015"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9398B600-C9A1-4DF5-BBC8-DA2D25E82A17}"/>
                </a:ext>
              </a:extLst>
            </p:cNvPr>
            <p:cNvCxnSpPr/>
            <p:nvPr/>
          </p:nvCxnSpPr>
          <p:spPr>
            <a:xfrm>
              <a:off x="3035353"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ext uri="{D42A27DB-BD31-4B8C-83A1-F6EECF244321}">
                <p14:modId xmlns:p14="http://schemas.microsoft.com/office/powerpoint/2010/main" val="3236356"/>
              </p:ext>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ext uri="{D42A27DB-BD31-4B8C-83A1-F6EECF244321}">
                <p14:modId xmlns:p14="http://schemas.microsoft.com/office/powerpoint/2010/main" val="3735261682"/>
              </p:ext>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grpSp>
        <p:nvGrpSpPr>
          <p:cNvPr id="27" name="组合 26">
            <a:extLst>
              <a:ext uri="{FF2B5EF4-FFF2-40B4-BE49-F238E27FC236}">
                <a16:creationId xmlns:a16="http://schemas.microsoft.com/office/drawing/2014/main" id="{6E0F1A38-E324-4EBB-80A6-4CA11973D8C6}"/>
              </a:ext>
            </a:extLst>
          </p:cNvPr>
          <p:cNvGrpSpPr/>
          <p:nvPr/>
        </p:nvGrpSpPr>
        <p:grpSpPr>
          <a:xfrm>
            <a:off x="1090993" y="0"/>
            <a:ext cx="10956721" cy="836294"/>
            <a:chOff x="1090993" y="4562756"/>
            <a:chExt cx="10956721" cy="836294"/>
          </a:xfrm>
        </p:grpSpPr>
        <p:cxnSp>
          <p:nvCxnSpPr>
            <p:cNvPr id="38" name="直接连接符 37">
              <a:extLst>
                <a:ext uri="{FF2B5EF4-FFF2-40B4-BE49-F238E27FC236}">
                  <a16:creationId xmlns:a16="http://schemas.microsoft.com/office/drawing/2014/main" id="{0A048ED2-18CD-488C-A514-0AAF05D5C401}"/>
                </a:ext>
              </a:extLst>
            </p:cNvPr>
            <p:cNvCxnSpPr/>
            <p:nvPr/>
          </p:nvCxnSpPr>
          <p:spPr>
            <a:xfrm>
              <a:off x="10775015"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6D0D17A-333D-4183-8C3F-0E8892DE2486}"/>
                </a:ext>
              </a:extLst>
            </p:cNvPr>
            <p:cNvCxnSpPr/>
            <p:nvPr/>
          </p:nvCxnSpPr>
          <p:spPr>
            <a:xfrm>
              <a:off x="9206861"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D201840E-0F21-4BB0-96B4-0BF58C65711E}"/>
                </a:ext>
              </a:extLst>
            </p:cNvPr>
            <p:cNvSpPr txBox="1"/>
            <p:nvPr/>
          </p:nvSpPr>
          <p:spPr>
            <a:xfrm>
              <a:off x="7272525" y="4826717"/>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30" name="文本框 29">
              <a:extLst>
                <a:ext uri="{FF2B5EF4-FFF2-40B4-BE49-F238E27FC236}">
                  <a16:creationId xmlns:a16="http://schemas.microsoft.com/office/drawing/2014/main" id="{B60D239F-32FF-4B59-81A5-D76F66E5B17E}"/>
                </a:ext>
              </a:extLst>
            </p:cNvPr>
            <p:cNvSpPr txBox="1"/>
            <p:nvPr/>
          </p:nvSpPr>
          <p:spPr>
            <a:xfrm>
              <a:off x="5209025" y="4826717"/>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32" name="文本框 31">
              <a:extLst>
                <a:ext uri="{FF2B5EF4-FFF2-40B4-BE49-F238E27FC236}">
                  <a16:creationId xmlns:a16="http://schemas.microsoft.com/office/drawing/2014/main" id="{81B9EB8F-B7EE-44E6-8FED-0A6F80C016DB}"/>
                </a:ext>
              </a:extLst>
            </p:cNvPr>
            <p:cNvSpPr txBox="1"/>
            <p:nvPr/>
          </p:nvSpPr>
          <p:spPr>
            <a:xfrm>
              <a:off x="3153565" y="4826717"/>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33" name="文本框 32">
              <a:extLst>
                <a:ext uri="{FF2B5EF4-FFF2-40B4-BE49-F238E27FC236}">
                  <a16:creationId xmlns:a16="http://schemas.microsoft.com/office/drawing/2014/main" id="{3A99197A-9DDB-4525-8039-5E6206413A4F}"/>
                </a:ext>
              </a:extLst>
            </p:cNvPr>
            <p:cNvSpPr txBox="1"/>
            <p:nvPr/>
          </p:nvSpPr>
          <p:spPr>
            <a:xfrm>
              <a:off x="1090993" y="4826717"/>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34" name="文本框 33">
              <a:extLst>
                <a:ext uri="{FF2B5EF4-FFF2-40B4-BE49-F238E27FC236}">
                  <a16:creationId xmlns:a16="http://schemas.microsoft.com/office/drawing/2014/main" id="{AC5FDB4E-2DF0-40D4-81F9-C366AD981993}"/>
                </a:ext>
              </a:extLst>
            </p:cNvPr>
            <p:cNvSpPr txBox="1"/>
            <p:nvPr/>
          </p:nvSpPr>
          <p:spPr>
            <a:xfrm>
              <a:off x="10893226" y="4826717"/>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35" name="直接连接符 34">
              <a:extLst>
                <a:ext uri="{FF2B5EF4-FFF2-40B4-BE49-F238E27FC236}">
                  <a16:creationId xmlns:a16="http://schemas.microsoft.com/office/drawing/2014/main" id="{E83BCA7D-5542-4ABA-870C-C9B8656AED34}"/>
                </a:ext>
              </a:extLst>
            </p:cNvPr>
            <p:cNvCxnSpPr/>
            <p:nvPr/>
          </p:nvCxnSpPr>
          <p:spPr>
            <a:xfrm>
              <a:off x="71543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1F848FBB-F13E-4D7B-A184-F33A08C3E049}"/>
                </a:ext>
              </a:extLst>
            </p:cNvPr>
            <p:cNvCxnSpPr/>
            <p:nvPr/>
          </p:nvCxnSpPr>
          <p:spPr>
            <a:xfrm>
              <a:off x="50908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17B24B83-2D24-4716-B54E-9D83FD4758CE}"/>
                </a:ext>
              </a:extLst>
            </p:cNvPr>
            <p:cNvCxnSpPr/>
            <p:nvPr/>
          </p:nvCxnSpPr>
          <p:spPr>
            <a:xfrm>
              <a:off x="303535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8" name="任意多边形: 形状 27">
              <a:extLst>
                <a:ext uri="{FF2B5EF4-FFF2-40B4-BE49-F238E27FC236}">
                  <a16:creationId xmlns:a16="http://schemas.microsoft.com/office/drawing/2014/main" id="{15563042-6477-4280-A219-C1223EBD6598}"/>
                </a:ext>
              </a:extLst>
            </p:cNvPr>
            <p:cNvSpPr/>
            <p:nvPr/>
          </p:nvSpPr>
          <p:spPr>
            <a:xfrm flipH="1" flipV="1">
              <a:off x="8972340" y="4562756"/>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60F3F1B3-06AA-44A2-B5B4-D29559CEF807}"/>
                </a:ext>
              </a:extLst>
            </p:cNvPr>
            <p:cNvSpPr txBox="1"/>
            <p:nvPr/>
          </p:nvSpPr>
          <p:spPr>
            <a:xfrm>
              <a:off x="9325073" y="482671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gr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grpSp>
        <p:nvGrpSpPr>
          <p:cNvPr id="28" name="组合 27">
            <a:extLst>
              <a:ext uri="{FF2B5EF4-FFF2-40B4-BE49-F238E27FC236}">
                <a16:creationId xmlns:a16="http://schemas.microsoft.com/office/drawing/2014/main" id="{F9B0D4C4-002F-4D99-9766-AF5B1E63C171}"/>
              </a:ext>
            </a:extLst>
          </p:cNvPr>
          <p:cNvGrpSpPr/>
          <p:nvPr/>
        </p:nvGrpSpPr>
        <p:grpSpPr>
          <a:xfrm>
            <a:off x="1090993" y="0"/>
            <a:ext cx="10956721" cy="836294"/>
            <a:chOff x="1090993" y="4562756"/>
            <a:chExt cx="10956721" cy="836294"/>
          </a:xfrm>
        </p:grpSpPr>
        <p:cxnSp>
          <p:nvCxnSpPr>
            <p:cNvPr id="29" name="直接连接符 28">
              <a:extLst>
                <a:ext uri="{FF2B5EF4-FFF2-40B4-BE49-F238E27FC236}">
                  <a16:creationId xmlns:a16="http://schemas.microsoft.com/office/drawing/2014/main" id="{3B41025A-AA12-4B21-B2CF-1572F7C0D105}"/>
                </a:ext>
              </a:extLst>
            </p:cNvPr>
            <p:cNvCxnSpPr/>
            <p:nvPr/>
          </p:nvCxnSpPr>
          <p:spPr>
            <a:xfrm>
              <a:off x="10775015"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C1AE8189-984F-484E-AEA6-217A072047E0}"/>
                </a:ext>
              </a:extLst>
            </p:cNvPr>
            <p:cNvCxnSpPr/>
            <p:nvPr/>
          </p:nvCxnSpPr>
          <p:spPr>
            <a:xfrm>
              <a:off x="9206861"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1B469BCC-F084-478B-A395-15664DE338A7}"/>
                </a:ext>
              </a:extLst>
            </p:cNvPr>
            <p:cNvSpPr txBox="1"/>
            <p:nvPr/>
          </p:nvSpPr>
          <p:spPr>
            <a:xfrm>
              <a:off x="7272525" y="4826717"/>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32" name="文本框 31">
              <a:extLst>
                <a:ext uri="{FF2B5EF4-FFF2-40B4-BE49-F238E27FC236}">
                  <a16:creationId xmlns:a16="http://schemas.microsoft.com/office/drawing/2014/main" id="{2F4BABC3-83A6-4EED-9D04-41592A76E900}"/>
                </a:ext>
              </a:extLst>
            </p:cNvPr>
            <p:cNvSpPr txBox="1"/>
            <p:nvPr/>
          </p:nvSpPr>
          <p:spPr>
            <a:xfrm>
              <a:off x="5209025" y="4826717"/>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33" name="文本框 32">
              <a:extLst>
                <a:ext uri="{FF2B5EF4-FFF2-40B4-BE49-F238E27FC236}">
                  <a16:creationId xmlns:a16="http://schemas.microsoft.com/office/drawing/2014/main" id="{5DBFD334-1F08-439F-9FC9-00301D8662EE}"/>
                </a:ext>
              </a:extLst>
            </p:cNvPr>
            <p:cNvSpPr txBox="1"/>
            <p:nvPr/>
          </p:nvSpPr>
          <p:spPr>
            <a:xfrm>
              <a:off x="3153565" y="4826717"/>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34" name="文本框 33">
              <a:extLst>
                <a:ext uri="{FF2B5EF4-FFF2-40B4-BE49-F238E27FC236}">
                  <a16:creationId xmlns:a16="http://schemas.microsoft.com/office/drawing/2014/main" id="{3F061A83-45A9-47E0-AAD3-B388181A0881}"/>
                </a:ext>
              </a:extLst>
            </p:cNvPr>
            <p:cNvSpPr txBox="1"/>
            <p:nvPr/>
          </p:nvSpPr>
          <p:spPr>
            <a:xfrm>
              <a:off x="1090993" y="4826717"/>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35" name="文本框 34">
              <a:extLst>
                <a:ext uri="{FF2B5EF4-FFF2-40B4-BE49-F238E27FC236}">
                  <a16:creationId xmlns:a16="http://schemas.microsoft.com/office/drawing/2014/main" id="{5F7D0CF6-F753-410D-A436-990A89F794F5}"/>
                </a:ext>
              </a:extLst>
            </p:cNvPr>
            <p:cNvSpPr txBox="1"/>
            <p:nvPr/>
          </p:nvSpPr>
          <p:spPr>
            <a:xfrm>
              <a:off x="10893226" y="4826717"/>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36" name="直接连接符 35">
              <a:extLst>
                <a:ext uri="{FF2B5EF4-FFF2-40B4-BE49-F238E27FC236}">
                  <a16:creationId xmlns:a16="http://schemas.microsoft.com/office/drawing/2014/main" id="{706643A3-9C45-4655-9637-2DCBE725E957}"/>
                </a:ext>
              </a:extLst>
            </p:cNvPr>
            <p:cNvCxnSpPr/>
            <p:nvPr/>
          </p:nvCxnSpPr>
          <p:spPr>
            <a:xfrm>
              <a:off x="71543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082F8C31-851D-4DB2-BB32-A699CAC0611F}"/>
                </a:ext>
              </a:extLst>
            </p:cNvPr>
            <p:cNvCxnSpPr/>
            <p:nvPr/>
          </p:nvCxnSpPr>
          <p:spPr>
            <a:xfrm>
              <a:off x="50908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E9CCC8A-E9A0-499B-BE19-4BFF01C7ED73}"/>
                </a:ext>
              </a:extLst>
            </p:cNvPr>
            <p:cNvCxnSpPr/>
            <p:nvPr/>
          </p:nvCxnSpPr>
          <p:spPr>
            <a:xfrm>
              <a:off x="303535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9" name="任意多边形: 形状 38">
              <a:extLst>
                <a:ext uri="{FF2B5EF4-FFF2-40B4-BE49-F238E27FC236}">
                  <a16:creationId xmlns:a16="http://schemas.microsoft.com/office/drawing/2014/main" id="{52E943A5-DC6B-4DF9-B219-806183B02409}"/>
                </a:ext>
              </a:extLst>
            </p:cNvPr>
            <p:cNvSpPr/>
            <p:nvPr/>
          </p:nvSpPr>
          <p:spPr>
            <a:xfrm flipH="1" flipV="1">
              <a:off x="8972340" y="4562756"/>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文本框 39">
              <a:extLst>
                <a:ext uri="{FF2B5EF4-FFF2-40B4-BE49-F238E27FC236}">
                  <a16:creationId xmlns:a16="http://schemas.microsoft.com/office/drawing/2014/main" id="{BB8CE556-82B1-4E06-9C77-C96C780562BD}"/>
                </a:ext>
              </a:extLst>
            </p:cNvPr>
            <p:cNvSpPr txBox="1"/>
            <p:nvPr/>
          </p:nvSpPr>
          <p:spPr>
            <a:xfrm>
              <a:off x="9325073" y="482671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gr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a:extLst>
              <a:ext uri="{FF2B5EF4-FFF2-40B4-BE49-F238E27FC236}">
                <a16:creationId xmlns:a16="http://schemas.microsoft.com/office/drawing/2014/main" id="{11AB50B9-4DCE-4B68-A5A9-7D787D67B8AB}"/>
              </a:ext>
            </a:extLst>
          </p:cNvPr>
          <p:cNvGrpSpPr/>
          <p:nvPr/>
        </p:nvGrpSpPr>
        <p:grpSpPr>
          <a:xfrm>
            <a:off x="1090993" y="0"/>
            <a:ext cx="10956721" cy="836294"/>
            <a:chOff x="1090993" y="4562756"/>
            <a:chExt cx="10956721" cy="836294"/>
          </a:xfrm>
        </p:grpSpPr>
        <p:cxnSp>
          <p:nvCxnSpPr>
            <p:cNvPr id="30" name="直接连接符 29">
              <a:extLst>
                <a:ext uri="{FF2B5EF4-FFF2-40B4-BE49-F238E27FC236}">
                  <a16:creationId xmlns:a16="http://schemas.microsoft.com/office/drawing/2014/main" id="{1C02576D-B8E8-497A-A90C-D5E479266FB0}"/>
                </a:ext>
              </a:extLst>
            </p:cNvPr>
            <p:cNvCxnSpPr/>
            <p:nvPr/>
          </p:nvCxnSpPr>
          <p:spPr>
            <a:xfrm>
              <a:off x="10775015"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7CF23B73-5E71-4C2A-985E-75358B5F0C7D}"/>
                </a:ext>
              </a:extLst>
            </p:cNvPr>
            <p:cNvCxnSpPr/>
            <p:nvPr/>
          </p:nvCxnSpPr>
          <p:spPr>
            <a:xfrm>
              <a:off x="9206861"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76F7CCE2-45E8-4E56-9546-7974056C4293}"/>
                </a:ext>
              </a:extLst>
            </p:cNvPr>
            <p:cNvSpPr txBox="1"/>
            <p:nvPr/>
          </p:nvSpPr>
          <p:spPr>
            <a:xfrm>
              <a:off x="7272525" y="4826717"/>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42" name="文本框 41">
              <a:extLst>
                <a:ext uri="{FF2B5EF4-FFF2-40B4-BE49-F238E27FC236}">
                  <a16:creationId xmlns:a16="http://schemas.microsoft.com/office/drawing/2014/main" id="{4A1668A4-DDC4-40CA-9C5A-6104DB041C56}"/>
                </a:ext>
              </a:extLst>
            </p:cNvPr>
            <p:cNvSpPr txBox="1"/>
            <p:nvPr/>
          </p:nvSpPr>
          <p:spPr>
            <a:xfrm>
              <a:off x="5209025" y="4826717"/>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43" name="文本框 42">
              <a:extLst>
                <a:ext uri="{FF2B5EF4-FFF2-40B4-BE49-F238E27FC236}">
                  <a16:creationId xmlns:a16="http://schemas.microsoft.com/office/drawing/2014/main" id="{1241F83E-554A-4C85-9FA0-D4E1AAE6BBFF}"/>
                </a:ext>
              </a:extLst>
            </p:cNvPr>
            <p:cNvSpPr txBox="1"/>
            <p:nvPr/>
          </p:nvSpPr>
          <p:spPr>
            <a:xfrm>
              <a:off x="3153565" y="4826717"/>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44" name="文本框 43">
              <a:extLst>
                <a:ext uri="{FF2B5EF4-FFF2-40B4-BE49-F238E27FC236}">
                  <a16:creationId xmlns:a16="http://schemas.microsoft.com/office/drawing/2014/main" id="{9D34C1E7-AF1C-409B-82B1-351B45F4C683}"/>
                </a:ext>
              </a:extLst>
            </p:cNvPr>
            <p:cNvSpPr txBox="1"/>
            <p:nvPr/>
          </p:nvSpPr>
          <p:spPr>
            <a:xfrm>
              <a:off x="1090993" y="4826717"/>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5" name="文本框 44">
              <a:extLst>
                <a:ext uri="{FF2B5EF4-FFF2-40B4-BE49-F238E27FC236}">
                  <a16:creationId xmlns:a16="http://schemas.microsoft.com/office/drawing/2014/main" id="{72251808-EDDF-4265-83AB-23A6A504C6F3}"/>
                </a:ext>
              </a:extLst>
            </p:cNvPr>
            <p:cNvSpPr txBox="1"/>
            <p:nvPr/>
          </p:nvSpPr>
          <p:spPr>
            <a:xfrm>
              <a:off x="10893226" y="4826717"/>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46" name="直接连接符 45">
              <a:extLst>
                <a:ext uri="{FF2B5EF4-FFF2-40B4-BE49-F238E27FC236}">
                  <a16:creationId xmlns:a16="http://schemas.microsoft.com/office/drawing/2014/main" id="{13E10964-27E6-4B29-AF5F-5C461D3EEE97}"/>
                </a:ext>
              </a:extLst>
            </p:cNvPr>
            <p:cNvCxnSpPr/>
            <p:nvPr/>
          </p:nvCxnSpPr>
          <p:spPr>
            <a:xfrm>
              <a:off x="71543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B9DDC381-3631-42A5-9ED6-2C8109E7CAE4}"/>
                </a:ext>
              </a:extLst>
            </p:cNvPr>
            <p:cNvCxnSpPr/>
            <p:nvPr/>
          </p:nvCxnSpPr>
          <p:spPr>
            <a:xfrm>
              <a:off x="50908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7AC14B12-2D2E-4569-AE63-7D52C57E3B56}"/>
                </a:ext>
              </a:extLst>
            </p:cNvPr>
            <p:cNvCxnSpPr/>
            <p:nvPr/>
          </p:nvCxnSpPr>
          <p:spPr>
            <a:xfrm>
              <a:off x="303535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49" name="任意多边形: 形状 48">
              <a:extLst>
                <a:ext uri="{FF2B5EF4-FFF2-40B4-BE49-F238E27FC236}">
                  <a16:creationId xmlns:a16="http://schemas.microsoft.com/office/drawing/2014/main" id="{7AA160BB-FD81-4B5B-A8FF-8B0F6098CB94}"/>
                </a:ext>
              </a:extLst>
            </p:cNvPr>
            <p:cNvSpPr/>
            <p:nvPr/>
          </p:nvSpPr>
          <p:spPr>
            <a:xfrm flipH="1" flipV="1">
              <a:off x="8972340" y="4562756"/>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文本框 49">
              <a:extLst>
                <a:ext uri="{FF2B5EF4-FFF2-40B4-BE49-F238E27FC236}">
                  <a16:creationId xmlns:a16="http://schemas.microsoft.com/office/drawing/2014/main" id="{7C1BEF29-BCEA-4E11-8207-1C2000988FEF}"/>
                </a:ext>
              </a:extLst>
            </p:cNvPr>
            <p:cNvSpPr txBox="1"/>
            <p:nvPr/>
          </p:nvSpPr>
          <p:spPr>
            <a:xfrm>
              <a:off x="9325073" y="482671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gr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grpSp>
        <p:nvGrpSpPr>
          <p:cNvPr id="37" name="组合 36">
            <a:extLst>
              <a:ext uri="{FF2B5EF4-FFF2-40B4-BE49-F238E27FC236}">
                <a16:creationId xmlns:a16="http://schemas.microsoft.com/office/drawing/2014/main" id="{F4C3BFDD-9269-4986-96EE-5C1CD961E94D}"/>
              </a:ext>
            </a:extLst>
          </p:cNvPr>
          <p:cNvGrpSpPr/>
          <p:nvPr/>
        </p:nvGrpSpPr>
        <p:grpSpPr>
          <a:xfrm>
            <a:off x="1090993" y="0"/>
            <a:ext cx="10956721" cy="836294"/>
            <a:chOff x="1090993" y="4562756"/>
            <a:chExt cx="10956721" cy="836294"/>
          </a:xfrm>
        </p:grpSpPr>
        <p:cxnSp>
          <p:nvCxnSpPr>
            <p:cNvPr id="39" name="直接连接符 38">
              <a:extLst>
                <a:ext uri="{FF2B5EF4-FFF2-40B4-BE49-F238E27FC236}">
                  <a16:creationId xmlns:a16="http://schemas.microsoft.com/office/drawing/2014/main" id="{11F491B8-DCAB-4A92-BD36-243672811A92}"/>
                </a:ext>
              </a:extLst>
            </p:cNvPr>
            <p:cNvCxnSpPr/>
            <p:nvPr/>
          </p:nvCxnSpPr>
          <p:spPr>
            <a:xfrm>
              <a:off x="10775015"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DEA08CB1-B7BF-4A33-91A3-C274599EB86B}"/>
                </a:ext>
              </a:extLst>
            </p:cNvPr>
            <p:cNvCxnSpPr/>
            <p:nvPr/>
          </p:nvCxnSpPr>
          <p:spPr>
            <a:xfrm>
              <a:off x="9206861"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5A3B08ED-94D1-4339-AE41-7A63AEF2B24B}"/>
                </a:ext>
              </a:extLst>
            </p:cNvPr>
            <p:cNvSpPr txBox="1"/>
            <p:nvPr/>
          </p:nvSpPr>
          <p:spPr>
            <a:xfrm>
              <a:off x="7272525" y="4826717"/>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42" name="文本框 41">
              <a:extLst>
                <a:ext uri="{FF2B5EF4-FFF2-40B4-BE49-F238E27FC236}">
                  <a16:creationId xmlns:a16="http://schemas.microsoft.com/office/drawing/2014/main" id="{BF4A385A-F36F-4842-B741-4A0204E8D11C}"/>
                </a:ext>
              </a:extLst>
            </p:cNvPr>
            <p:cNvSpPr txBox="1"/>
            <p:nvPr/>
          </p:nvSpPr>
          <p:spPr>
            <a:xfrm>
              <a:off x="5209025" y="4826717"/>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44" name="文本框 43">
              <a:extLst>
                <a:ext uri="{FF2B5EF4-FFF2-40B4-BE49-F238E27FC236}">
                  <a16:creationId xmlns:a16="http://schemas.microsoft.com/office/drawing/2014/main" id="{094313BF-559E-4688-AA5F-4EE59FD44C39}"/>
                </a:ext>
              </a:extLst>
            </p:cNvPr>
            <p:cNvSpPr txBox="1"/>
            <p:nvPr/>
          </p:nvSpPr>
          <p:spPr>
            <a:xfrm>
              <a:off x="3153565" y="4826717"/>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45" name="文本框 44">
              <a:extLst>
                <a:ext uri="{FF2B5EF4-FFF2-40B4-BE49-F238E27FC236}">
                  <a16:creationId xmlns:a16="http://schemas.microsoft.com/office/drawing/2014/main" id="{75DE95D5-4B96-4EB7-B852-6AAF992759B1}"/>
                </a:ext>
              </a:extLst>
            </p:cNvPr>
            <p:cNvSpPr txBox="1"/>
            <p:nvPr/>
          </p:nvSpPr>
          <p:spPr>
            <a:xfrm>
              <a:off x="1090993" y="4826717"/>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8" name="文本框 47">
              <a:extLst>
                <a:ext uri="{FF2B5EF4-FFF2-40B4-BE49-F238E27FC236}">
                  <a16:creationId xmlns:a16="http://schemas.microsoft.com/office/drawing/2014/main" id="{32C72122-6DD0-4333-9539-2C0F268CB479}"/>
                </a:ext>
              </a:extLst>
            </p:cNvPr>
            <p:cNvSpPr txBox="1"/>
            <p:nvPr/>
          </p:nvSpPr>
          <p:spPr>
            <a:xfrm>
              <a:off x="10893226" y="4826717"/>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51" name="直接连接符 50">
              <a:extLst>
                <a:ext uri="{FF2B5EF4-FFF2-40B4-BE49-F238E27FC236}">
                  <a16:creationId xmlns:a16="http://schemas.microsoft.com/office/drawing/2014/main" id="{41B92AD5-03BF-4461-A1CF-9EE66AE7997D}"/>
                </a:ext>
              </a:extLst>
            </p:cNvPr>
            <p:cNvCxnSpPr/>
            <p:nvPr/>
          </p:nvCxnSpPr>
          <p:spPr>
            <a:xfrm>
              <a:off x="71543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F04B213F-0545-4BD7-83EB-8718746689CA}"/>
                </a:ext>
              </a:extLst>
            </p:cNvPr>
            <p:cNvCxnSpPr/>
            <p:nvPr/>
          </p:nvCxnSpPr>
          <p:spPr>
            <a:xfrm>
              <a:off x="50908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5101C76D-1885-48B6-A8E1-C52808787614}"/>
                </a:ext>
              </a:extLst>
            </p:cNvPr>
            <p:cNvCxnSpPr/>
            <p:nvPr/>
          </p:nvCxnSpPr>
          <p:spPr>
            <a:xfrm>
              <a:off x="303535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1" name="任意多边形: 形状 60">
              <a:extLst>
                <a:ext uri="{FF2B5EF4-FFF2-40B4-BE49-F238E27FC236}">
                  <a16:creationId xmlns:a16="http://schemas.microsoft.com/office/drawing/2014/main" id="{5D80099C-CC0B-45B7-8C1A-F37B17205506}"/>
                </a:ext>
              </a:extLst>
            </p:cNvPr>
            <p:cNvSpPr/>
            <p:nvPr/>
          </p:nvSpPr>
          <p:spPr>
            <a:xfrm flipH="1" flipV="1">
              <a:off x="8972340" y="4562756"/>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 name="文本框 62">
              <a:extLst>
                <a:ext uri="{FF2B5EF4-FFF2-40B4-BE49-F238E27FC236}">
                  <a16:creationId xmlns:a16="http://schemas.microsoft.com/office/drawing/2014/main" id="{D66A472A-72A5-4684-B256-9814712D9F86}"/>
                </a:ext>
              </a:extLst>
            </p:cNvPr>
            <p:cNvSpPr txBox="1"/>
            <p:nvPr/>
          </p:nvSpPr>
          <p:spPr>
            <a:xfrm>
              <a:off x="9325073" y="482671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gr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grpSp>
        <p:nvGrpSpPr>
          <p:cNvPr id="94" name="组合 93">
            <a:extLst>
              <a:ext uri="{FF2B5EF4-FFF2-40B4-BE49-F238E27FC236}">
                <a16:creationId xmlns:a16="http://schemas.microsoft.com/office/drawing/2014/main" id="{F2850A2D-0595-4EBD-931E-9F047798C607}"/>
              </a:ext>
            </a:extLst>
          </p:cNvPr>
          <p:cNvGrpSpPr/>
          <p:nvPr/>
        </p:nvGrpSpPr>
        <p:grpSpPr>
          <a:xfrm>
            <a:off x="1090993" y="0"/>
            <a:ext cx="11398075" cy="836294"/>
            <a:chOff x="1090993" y="5660441"/>
            <a:chExt cx="11398075" cy="836294"/>
          </a:xfrm>
        </p:grpSpPr>
        <p:sp>
          <p:nvSpPr>
            <p:cNvPr id="95" name="文本框 94">
              <a:extLst>
                <a:ext uri="{FF2B5EF4-FFF2-40B4-BE49-F238E27FC236}">
                  <a16:creationId xmlns:a16="http://schemas.microsoft.com/office/drawing/2014/main" id="{0C1238E4-9732-4CE3-8D11-C685DA57C30A}"/>
                </a:ext>
              </a:extLst>
            </p:cNvPr>
            <p:cNvSpPr txBox="1"/>
            <p:nvPr/>
          </p:nvSpPr>
          <p:spPr>
            <a:xfrm>
              <a:off x="7272525" y="5924402"/>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96" name="文本框 95">
              <a:extLst>
                <a:ext uri="{FF2B5EF4-FFF2-40B4-BE49-F238E27FC236}">
                  <a16:creationId xmlns:a16="http://schemas.microsoft.com/office/drawing/2014/main" id="{C4154E25-19E0-451B-B6E1-784AB41770F7}"/>
                </a:ext>
              </a:extLst>
            </p:cNvPr>
            <p:cNvSpPr txBox="1"/>
            <p:nvPr/>
          </p:nvSpPr>
          <p:spPr>
            <a:xfrm>
              <a:off x="5209025" y="5924402"/>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97" name="文本框 96">
              <a:extLst>
                <a:ext uri="{FF2B5EF4-FFF2-40B4-BE49-F238E27FC236}">
                  <a16:creationId xmlns:a16="http://schemas.microsoft.com/office/drawing/2014/main" id="{8B6F87F8-1DC9-4F3E-9295-11ED43E94222}"/>
                </a:ext>
              </a:extLst>
            </p:cNvPr>
            <p:cNvSpPr txBox="1"/>
            <p:nvPr/>
          </p:nvSpPr>
          <p:spPr>
            <a:xfrm>
              <a:off x="9325073" y="5924402"/>
              <a:ext cx="1331730"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已开展工作</a:t>
              </a:r>
            </a:p>
          </p:txBody>
        </p:sp>
        <p:sp>
          <p:nvSpPr>
            <p:cNvPr id="98" name="文本框 97">
              <a:extLst>
                <a:ext uri="{FF2B5EF4-FFF2-40B4-BE49-F238E27FC236}">
                  <a16:creationId xmlns:a16="http://schemas.microsoft.com/office/drawing/2014/main" id="{731C8F47-B2FE-42D2-BA17-F798FA6013A4}"/>
                </a:ext>
              </a:extLst>
            </p:cNvPr>
            <p:cNvSpPr txBox="1"/>
            <p:nvPr/>
          </p:nvSpPr>
          <p:spPr>
            <a:xfrm>
              <a:off x="3153565" y="5924402"/>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99" name="文本框 98">
              <a:extLst>
                <a:ext uri="{FF2B5EF4-FFF2-40B4-BE49-F238E27FC236}">
                  <a16:creationId xmlns:a16="http://schemas.microsoft.com/office/drawing/2014/main" id="{35DB850E-0360-4E1E-B694-D8C218281927}"/>
                </a:ext>
              </a:extLst>
            </p:cNvPr>
            <p:cNvSpPr txBox="1"/>
            <p:nvPr/>
          </p:nvSpPr>
          <p:spPr>
            <a:xfrm>
              <a:off x="1090993" y="5924402"/>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cxnSp>
          <p:nvCxnSpPr>
            <p:cNvPr id="100" name="直接连接符 99">
              <a:extLst>
                <a:ext uri="{FF2B5EF4-FFF2-40B4-BE49-F238E27FC236}">
                  <a16:creationId xmlns:a16="http://schemas.microsoft.com/office/drawing/2014/main" id="{F6F4385B-39B0-42F5-97FA-15837E02DBE6}"/>
                </a:ext>
              </a:extLst>
            </p:cNvPr>
            <p:cNvCxnSpPr/>
            <p:nvPr/>
          </p:nvCxnSpPr>
          <p:spPr>
            <a:xfrm>
              <a:off x="7154313"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8F078FA1-58EF-4180-A024-01888C94BD5A}"/>
                </a:ext>
              </a:extLst>
            </p:cNvPr>
            <p:cNvCxnSpPr/>
            <p:nvPr/>
          </p:nvCxnSpPr>
          <p:spPr>
            <a:xfrm>
              <a:off x="5090813"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507F1CCD-3871-489A-B8D6-37946C53417F}"/>
                </a:ext>
              </a:extLst>
            </p:cNvPr>
            <p:cNvCxnSpPr/>
            <p:nvPr/>
          </p:nvCxnSpPr>
          <p:spPr>
            <a:xfrm>
              <a:off x="9206861"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AE080A89-08BE-4833-A97A-117E7FB5C53A}"/>
                </a:ext>
              </a:extLst>
            </p:cNvPr>
            <p:cNvCxnSpPr/>
            <p:nvPr/>
          </p:nvCxnSpPr>
          <p:spPr>
            <a:xfrm>
              <a:off x="10775015"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46DA7BFD-83F9-440B-B1FB-6BE9809B2F7A}"/>
                </a:ext>
              </a:extLst>
            </p:cNvPr>
            <p:cNvCxnSpPr/>
            <p:nvPr/>
          </p:nvCxnSpPr>
          <p:spPr>
            <a:xfrm>
              <a:off x="3035353"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05" name="任意多边形: 形状 104">
              <a:extLst>
                <a:ext uri="{FF2B5EF4-FFF2-40B4-BE49-F238E27FC236}">
                  <a16:creationId xmlns:a16="http://schemas.microsoft.com/office/drawing/2014/main" id="{21484294-7E4D-42EB-965D-EEE45BDD8393}"/>
                </a:ext>
              </a:extLst>
            </p:cNvPr>
            <p:cNvSpPr/>
            <p:nvPr/>
          </p:nvSpPr>
          <p:spPr>
            <a:xfrm flipH="1" flipV="1">
              <a:off x="10451872" y="5660441"/>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6" name="文本框 105">
              <a:extLst>
                <a:ext uri="{FF2B5EF4-FFF2-40B4-BE49-F238E27FC236}">
                  <a16:creationId xmlns:a16="http://schemas.microsoft.com/office/drawing/2014/main" id="{7C6D0B81-61A1-4223-959C-CB85BAD6A193}"/>
                </a:ext>
              </a:extLst>
            </p:cNvPr>
            <p:cNvSpPr txBox="1"/>
            <p:nvPr/>
          </p:nvSpPr>
          <p:spPr>
            <a:xfrm>
              <a:off x="10893226" y="5924402"/>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gr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组合 28">
            <a:extLst>
              <a:ext uri="{FF2B5EF4-FFF2-40B4-BE49-F238E27FC236}">
                <a16:creationId xmlns:a16="http://schemas.microsoft.com/office/drawing/2014/main" id="{934DFBC6-060F-4D70-84F2-8974875CED06}"/>
              </a:ext>
            </a:extLst>
          </p:cNvPr>
          <p:cNvGrpSpPr/>
          <p:nvPr/>
        </p:nvGrpSpPr>
        <p:grpSpPr>
          <a:xfrm>
            <a:off x="5695157" y="1404632"/>
            <a:ext cx="801687" cy="801687"/>
            <a:chOff x="5695157" y="927748"/>
            <a:chExt cx="801687" cy="801687"/>
          </a:xfrm>
        </p:grpSpPr>
        <p:sp>
          <p:nvSpPr>
            <p:cNvPr id="30" name="流程图: 接点 29">
              <a:extLst>
                <a:ext uri="{FF2B5EF4-FFF2-40B4-BE49-F238E27FC236}">
                  <a16:creationId xmlns:a16="http://schemas.microsoft.com/office/drawing/2014/main" id="{B2F6296F-500D-4439-BC70-D67907E7C59E}"/>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a:extLst>
                <a:ext uri="{FF2B5EF4-FFF2-40B4-BE49-F238E27FC236}">
                  <a16:creationId xmlns:a16="http://schemas.microsoft.com/office/drawing/2014/main" id="{704788B6-A5A7-4734-BC98-D29BE81F2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6">
      <a:dk1>
        <a:sysClr val="windowText" lastClr="000000"/>
      </a:dk1>
      <a:lt1>
        <a:sysClr val="window" lastClr="FFFFFF"/>
      </a:lt1>
      <a:dk2>
        <a:srgbClr val="44546A"/>
      </a:dk2>
      <a:lt2>
        <a:srgbClr val="E7E6E6"/>
      </a:lt2>
      <a:accent1>
        <a:srgbClr val="80308B"/>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5760</TotalTime>
  <Words>2247</Words>
  <Application>Microsoft Office PowerPoint</Application>
  <PresentationFormat>宽屏</PresentationFormat>
  <Paragraphs>339</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491</cp:revision>
  <dcterms:created xsi:type="dcterms:W3CDTF">2025-12-29T13:01:08Z</dcterms:created>
  <dcterms:modified xsi:type="dcterms:W3CDTF">2026-01-15T06:36:04Z</dcterms:modified>
</cp:coreProperties>
</file>