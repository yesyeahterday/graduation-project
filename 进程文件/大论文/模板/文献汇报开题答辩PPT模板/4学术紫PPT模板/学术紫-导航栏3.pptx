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31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0" autoAdjust="0"/>
    <p:restoredTop sz="94660"/>
  </p:normalViewPr>
  <p:slideViewPr>
    <p:cSldViewPr snapToGrid="0" showGuides="1">
      <p:cViewPr varScale="1">
        <p:scale>
          <a:sx n="103" d="100"/>
          <a:sy n="103" d="100"/>
        </p:scale>
        <p:origin x="2160"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8D0956AB-380D-4E39-959A-E835960A8FAE}"/>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78435" y="116987"/>
            <a:ext cx="718520" cy="718520"/>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D9517037-141A-48F6-B53B-0DCB439045E7}"/>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4E4E7F01-9B9D-41F2-895C-BA4807B1C153}"/>
              </a:ext>
            </a:extLst>
          </p:cNvPr>
          <p:cNvGrpSpPr/>
          <p:nvPr userDrawn="1"/>
        </p:nvGrpSpPr>
        <p:grpSpPr>
          <a:xfrm>
            <a:off x="263525" y="297823"/>
            <a:ext cx="635651" cy="522101"/>
            <a:chOff x="301625" y="297823"/>
            <a:chExt cx="635651" cy="522101"/>
          </a:xfrm>
        </p:grpSpPr>
        <p:sp>
          <p:nvSpPr>
            <p:cNvPr id="22" name="graduate-hat_59495">
              <a:extLst>
                <a:ext uri="{FF2B5EF4-FFF2-40B4-BE49-F238E27FC236}">
                  <a16:creationId xmlns:a16="http://schemas.microsoft.com/office/drawing/2014/main" id="{DD0BFF86-3D53-47E0-AF89-12419F84B670}"/>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raduate-hat_59495">
              <a:extLst>
                <a:ext uri="{FF2B5EF4-FFF2-40B4-BE49-F238E27FC236}">
                  <a16:creationId xmlns:a16="http://schemas.microsoft.com/office/drawing/2014/main" id="{982232FC-F8D0-4442-8635-4F34564CD7FC}"/>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图片 23">
            <a:extLst>
              <a:ext uri="{FF2B5EF4-FFF2-40B4-BE49-F238E27FC236}">
                <a16:creationId xmlns:a16="http://schemas.microsoft.com/office/drawing/2014/main" id="{2117DF09-E413-4D01-BC4E-6ED41FC4906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pic>
        <p:nvPicPr>
          <p:cNvPr id="25" name="图片 24">
            <a:extLst>
              <a:ext uri="{FF2B5EF4-FFF2-40B4-BE49-F238E27FC236}">
                <a16:creationId xmlns:a16="http://schemas.microsoft.com/office/drawing/2014/main" id="{C055130A-6683-4D3F-B6D0-8A297E98B3A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35552" b="35552"/>
          <a:stretch/>
        </p:blipFill>
        <p:spPr>
          <a:xfrm>
            <a:off x="9992360" y="253301"/>
            <a:ext cx="2009140" cy="580571"/>
          </a:xfrm>
          <a:custGeom>
            <a:avLst/>
            <a:gdLst>
              <a:gd name="connsiteX0" fmla="*/ 0 w 3810000"/>
              <a:gd name="connsiteY0" fmla="*/ 0 h 1100956"/>
              <a:gd name="connsiteX1" fmla="*/ 3810000 w 3810000"/>
              <a:gd name="connsiteY1" fmla="*/ 0 h 1100956"/>
              <a:gd name="connsiteX2" fmla="*/ 3810000 w 3810000"/>
              <a:gd name="connsiteY2" fmla="*/ 1100956 h 1100956"/>
              <a:gd name="connsiteX3" fmla="*/ 0 w 3810000"/>
              <a:gd name="connsiteY3" fmla="*/ 1100956 h 1100956"/>
              <a:gd name="connsiteX4" fmla="*/ 0 w 3810000"/>
              <a:gd name="connsiteY4" fmla="*/ 0 h 1100956"/>
              <a:gd name="connsiteX5" fmla="*/ 1306088 w 3810000"/>
              <a:gd name="connsiteY5" fmla="*/ 826132 h 1100956"/>
              <a:gd name="connsiteX6" fmla="*/ 1306088 w 3810000"/>
              <a:gd name="connsiteY6" fmla="*/ 1099051 h 1100956"/>
              <a:gd name="connsiteX7" fmla="*/ 3683528 w 3810000"/>
              <a:gd name="connsiteY7" fmla="*/ 1099051 h 1100956"/>
              <a:gd name="connsiteX8" fmla="*/ 3683528 w 3810000"/>
              <a:gd name="connsiteY8" fmla="*/ 826132 h 1100956"/>
              <a:gd name="connsiteX9" fmla="*/ 1306088 w 3810000"/>
              <a:gd name="connsiteY9" fmla="*/ 826132 h 110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0" h="1100956">
                <a:moveTo>
                  <a:pt x="0" y="0"/>
                </a:moveTo>
                <a:lnTo>
                  <a:pt x="3810000" y="0"/>
                </a:lnTo>
                <a:lnTo>
                  <a:pt x="3810000" y="1100956"/>
                </a:lnTo>
                <a:lnTo>
                  <a:pt x="0" y="1100956"/>
                </a:lnTo>
                <a:lnTo>
                  <a:pt x="0" y="0"/>
                </a:lnTo>
                <a:close/>
                <a:moveTo>
                  <a:pt x="1306088" y="826132"/>
                </a:moveTo>
                <a:lnTo>
                  <a:pt x="1306088" y="1099051"/>
                </a:lnTo>
                <a:lnTo>
                  <a:pt x="3683528" y="1099051"/>
                </a:lnTo>
                <a:lnTo>
                  <a:pt x="3683528" y="826132"/>
                </a:lnTo>
                <a:lnTo>
                  <a:pt x="1306088" y="826132"/>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jpg"/><Relationship Id="rId5" Type="http://schemas.microsoft.com/office/2007/relationships/hdphoto" Target="../media/hdphoto2.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8" name="图片 27">
            <a:extLst>
              <a:ext uri="{FF2B5EF4-FFF2-40B4-BE49-F238E27FC236}">
                <a16:creationId xmlns:a16="http://schemas.microsoft.com/office/drawing/2014/main" id="{EFC9C6AB-2107-4292-B9C7-DA93CA0876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
        <p:nvSpPr>
          <p:cNvPr id="21" name="文本框 20">
            <a:extLst>
              <a:ext uri="{FF2B5EF4-FFF2-40B4-BE49-F238E27FC236}">
                <a16:creationId xmlns:a16="http://schemas.microsoft.com/office/drawing/2014/main" id="{B0403E33-DC34-42C7-89BC-FE02C2B4AFC9}"/>
              </a:ext>
            </a:extLst>
          </p:cNvPr>
          <p:cNvSpPr txBox="1"/>
          <p:nvPr/>
        </p:nvSpPr>
        <p:spPr>
          <a:xfrm>
            <a:off x="1177185" y="232861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22" name="文本框 21">
            <a:extLst>
              <a:ext uri="{FF2B5EF4-FFF2-40B4-BE49-F238E27FC236}">
                <a16:creationId xmlns:a16="http://schemas.microsoft.com/office/drawing/2014/main" id="{430D0DB0-73AF-493B-A059-9E8C2DC11226}"/>
              </a:ext>
            </a:extLst>
          </p:cNvPr>
          <p:cNvSpPr txBox="1"/>
          <p:nvPr/>
        </p:nvSpPr>
        <p:spPr>
          <a:xfrm>
            <a:off x="1501136" y="349586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24" name="直接连接符 23">
            <a:extLst>
              <a:ext uri="{FF2B5EF4-FFF2-40B4-BE49-F238E27FC236}">
                <a16:creationId xmlns:a16="http://schemas.microsoft.com/office/drawing/2014/main" id="{2A2161EB-0169-4296-80D1-4E3AA158ACA6}"/>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流程图: 接点 21">
            <a:extLst>
              <a:ext uri="{FF2B5EF4-FFF2-40B4-BE49-F238E27FC236}">
                <a16:creationId xmlns:a16="http://schemas.microsoft.com/office/drawing/2014/main" id="{1BAEDF04-A857-45F7-873D-B659C6EE7EEF}"/>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a:extLst>
              <a:ext uri="{FF2B5EF4-FFF2-40B4-BE49-F238E27FC236}">
                <a16:creationId xmlns:a16="http://schemas.microsoft.com/office/drawing/2014/main" id="{DED4F681-E374-428C-B934-B65B9699A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9D4276D1-0836-43B5-A00A-3DEAF42BCCA7}"/>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1017879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grpSp>
        <p:nvGrpSpPr>
          <p:cNvPr id="18" name="组合 17">
            <a:extLst>
              <a:ext uri="{FF2B5EF4-FFF2-40B4-BE49-F238E27FC236}">
                <a16:creationId xmlns:a16="http://schemas.microsoft.com/office/drawing/2014/main" id="{B91C334C-9CE8-4261-AFEF-BE7BF1ED2EF7}"/>
              </a:ext>
            </a:extLst>
          </p:cNvPr>
          <p:cNvGrpSpPr/>
          <p:nvPr/>
        </p:nvGrpSpPr>
        <p:grpSpPr>
          <a:xfrm>
            <a:off x="1023462" y="0"/>
            <a:ext cx="11074558" cy="963441"/>
            <a:chOff x="1023462" y="0"/>
            <a:chExt cx="11074558" cy="963441"/>
          </a:xfrm>
        </p:grpSpPr>
        <p:sp>
          <p:nvSpPr>
            <p:cNvPr id="9" name="矩形: 圆顶角 8">
              <a:extLst>
                <a:ext uri="{FF2B5EF4-FFF2-40B4-BE49-F238E27FC236}">
                  <a16:creationId xmlns:a16="http://schemas.microsoft.com/office/drawing/2014/main" id="{05949103-B798-4FFA-BC00-D226022ABCF4}"/>
                </a:ext>
              </a:extLst>
            </p:cNvPr>
            <p:cNvSpPr/>
            <p:nvPr/>
          </p:nvSpPr>
          <p:spPr>
            <a:xfrm>
              <a:off x="1070610" y="0"/>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id="{961B988C-9C2B-4FFD-968E-1C309788B761}"/>
                </a:ext>
              </a:extLst>
            </p:cNvPr>
            <p:cNvSpPr txBox="1"/>
            <p:nvPr/>
          </p:nvSpPr>
          <p:spPr>
            <a:xfrm>
              <a:off x="7271069" y="23716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5209025" y="23716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325072" y="23716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3153565" y="23716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BAF67AEF-157F-4618-B132-8AEBA3C9FCFE}"/>
                </a:ext>
              </a:extLst>
            </p:cNvPr>
            <p:cNvSpPr txBox="1"/>
            <p:nvPr/>
          </p:nvSpPr>
          <p:spPr>
            <a:xfrm>
              <a:off x="1137897" y="237167"/>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sp>
          <p:nvSpPr>
            <p:cNvPr id="38" name="文本框 37">
              <a:extLst>
                <a:ext uri="{FF2B5EF4-FFF2-40B4-BE49-F238E27FC236}">
                  <a16:creationId xmlns:a16="http://schemas.microsoft.com/office/drawing/2014/main" id="{4BEC1DCC-C41B-4837-B794-D63EA93D88D1}"/>
                </a:ext>
              </a:extLst>
            </p:cNvPr>
            <p:cNvSpPr txBox="1"/>
            <p:nvPr/>
          </p:nvSpPr>
          <p:spPr>
            <a:xfrm>
              <a:off x="3155020" y="51982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70EC45F5-B90D-47F8-BD2C-D6BBDCA693E6}"/>
                </a:ext>
              </a:extLst>
            </p:cNvPr>
            <p:cNvSpPr txBox="1"/>
            <p:nvPr/>
          </p:nvSpPr>
          <p:spPr>
            <a:xfrm>
              <a:off x="5211936" y="51982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8" name="文本框 47">
              <a:extLst>
                <a:ext uri="{FF2B5EF4-FFF2-40B4-BE49-F238E27FC236}">
                  <a16:creationId xmlns:a16="http://schemas.microsoft.com/office/drawing/2014/main" id="{A8D62D45-3948-4AE5-8EBE-01186BD0E1AD}"/>
                </a:ext>
              </a:extLst>
            </p:cNvPr>
            <p:cNvSpPr txBox="1"/>
            <p:nvPr/>
          </p:nvSpPr>
          <p:spPr>
            <a:xfrm>
              <a:off x="7150762" y="51982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DEC04E98-22DB-482D-97F1-833C232FFD6D}"/>
                </a:ext>
              </a:extLst>
            </p:cNvPr>
            <p:cNvSpPr txBox="1"/>
            <p:nvPr/>
          </p:nvSpPr>
          <p:spPr>
            <a:xfrm>
              <a:off x="9232596" y="51982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AFC510E7-1C01-4865-8590-3BCD323091A2}"/>
                </a:ext>
              </a:extLst>
            </p:cNvPr>
            <p:cNvSpPr txBox="1"/>
            <p:nvPr/>
          </p:nvSpPr>
          <p:spPr>
            <a:xfrm>
              <a:off x="10893226" y="23716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1" name="文本框 50">
              <a:extLst>
                <a:ext uri="{FF2B5EF4-FFF2-40B4-BE49-F238E27FC236}">
                  <a16:creationId xmlns:a16="http://schemas.microsoft.com/office/drawing/2014/main" id="{5DEECD91-8E9A-4804-8E3C-5DB4F77F9824}"/>
                </a:ext>
              </a:extLst>
            </p:cNvPr>
            <p:cNvSpPr txBox="1"/>
            <p:nvPr/>
          </p:nvSpPr>
          <p:spPr>
            <a:xfrm>
              <a:off x="10842920" y="51982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2" name="文本框 51">
              <a:extLst>
                <a:ext uri="{FF2B5EF4-FFF2-40B4-BE49-F238E27FC236}">
                  <a16:creationId xmlns:a16="http://schemas.microsoft.com/office/drawing/2014/main" id="{EEFDFD5E-D1C1-4863-9A78-54DA927878F1}"/>
                </a:ext>
              </a:extLst>
            </p:cNvPr>
            <p:cNvSpPr txBox="1"/>
            <p:nvPr/>
          </p:nvSpPr>
          <p:spPr>
            <a:xfrm>
              <a:off x="1023462" y="519825"/>
              <a:ext cx="205501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nvGrpSpPr>
          <p:cNvPr id="92" name="组合 91">
            <a:extLst>
              <a:ext uri="{FF2B5EF4-FFF2-40B4-BE49-F238E27FC236}">
                <a16:creationId xmlns:a16="http://schemas.microsoft.com/office/drawing/2014/main" id="{644F5918-3EFE-4D4A-9C9C-AD82FC153891}"/>
              </a:ext>
            </a:extLst>
          </p:cNvPr>
          <p:cNvGrpSpPr/>
          <p:nvPr/>
        </p:nvGrpSpPr>
        <p:grpSpPr>
          <a:xfrm>
            <a:off x="1023462" y="0"/>
            <a:ext cx="11074558" cy="963441"/>
            <a:chOff x="1023462" y="0"/>
            <a:chExt cx="11074558" cy="963441"/>
          </a:xfrm>
        </p:grpSpPr>
        <p:sp>
          <p:nvSpPr>
            <p:cNvPr id="93" name="矩形: 圆顶角 92">
              <a:extLst>
                <a:ext uri="{FF2B5EF4-FFF2-40B4-BE49-F238E27FC236}">
                  <a16:creationId xmlns:a16="http://schemas.microsoft.com/office/drawing/2014/main" id="{EDD7918C-1659-41BC-B431-B1C5A75B9D8C}"/>
                </a:ext>
              </a:extLst>
            </p:cNvPr>
            <p:cNvSpPr/>
            <p:nvPr/>
          </p:nvSpPr>
          <p:spPr>
            <a:xfrm>
              <a:off x="1070610" y="0"/>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文本框 93">
              <a:extLst>
                <a:ext uri="{FF2B5EF4-FFF2-40B4-BE49-F238E27FC236}">
                  <a16:creationId xmlns:a16="http://schemas.microsoft.com/office/drawing/2014/main" id="{5EDEF6C1-D583-4F07-ACF4-B910220824A5}"/>
                </a:ext>
              </a:extLst>
            </p:cNvPr>
            <p:cNvSpPr txBox="1"/>
            <p:nvPr/>
          </p:nvSpPr>
          <p:spPr>
            <a:xfrm>
              <a:off x="7271069" y="23716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5" name="文本框 94">
              <a:extLst>
                <a:ext uri="{FF2B5EF4-FFF2-40B4-BE49-F238E27FC236}">
                  <a16:creationId xmlns:a16="http://schemas.microsoft.com/office/drawing/2014/main" id="{B7EFD11D-2FCC-446B-AB1F-096BB636A23F}"/>
                </a:ext>
              </a:extLst>
            </p:cNvPr>
            <p:cNvSpPr txBox="1"/>
            <p:nvPr/>
          </p:nvSpPr>
          <p:spPr>
            <a:xfrm>
              <a:off x="5209025" y="23716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96" name="文本框 95">
              <a:extLst>
                <a:ext uri="{FF2B5EF4-FFF2-40B4-BE49-F238E27FC236}">
                  <a16:creationId xmlns:a16="http://schemas.microsoft.com/office/drawing/2014/main" id="{654AAAB8-F84B-47B7-B8F0-1D002E6CC493}"/>
                </a:ext>
              </a:extLst>
            </p:cNvPr>
            <p:cNvSpPr txBox="1"/>
            <p:nvPr/>
          </p:nvSpPr>
          <p:spPr>
            <a:xfrm>
              <a:off x="9325072" y="23716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7" name="文本框 96">
              <a:extLst>
                <a:ext uri="{FF2B5EF4-FFF2-40B4-BE49-F238E27FC236}">
                  <a16:creationId xmlns:a16="http://schemas.microsoft.com/office/drawing/2014/main" id="{32D41DB7-B27D-47DD-90FC-F193777179EC}"/>
                </a:ext>
              </a:extLst>
            </p:cNvPr>
            <p:cNvSpPr txBox="1"/>
            <p:nvPr/>
          </p:nvSpPr>
          <p:spPr>
            <a:xfrm>
              <a:off x="3153565" y="23716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98" name="文本框 97">
              <a:extLst>
                <a:ext uri="{FF2B5EF4-FFF2-40B4-BE49-F238E27FC236}">
                  <a16:creationId xmlns:a16="http://schemas.microsoft.com/office/drawing/2014/main" id="{8AE336AD-249F-4995-B9E1-55587C90863F}"/>
                </a:ext>
              </a:extLst>
            </p:cNvPr>
            <p:cNvSpPr txBox="1"/>
            <p:nvPr/>
          </p:nvSpPr>
          <p:spPr>
            <a:xfrm>
              <a:off x="1137897" y="237167"/>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sp>
          <p:nvSpPr>
            <p:cNvPr id="99" name="文本框 98">
              <a:extLst>
                <a:ext uri="{FF2B5EF4-FFF2-40B4-BE49-F238E27FC236}">
                  <a16:creationId xmlns:a16="http://schemas.microsoft.com/office/drawing/2014/main" id="{834E9448-BBDD-464A-9B96-A05DA295EB57}"/>
                </a:ext>
              </a:extLst>
            </p:cNvPr>
            <p:cNvSpPr txBox="1"/>
            <p:nvPr/>
          </p:nvSpPr>
          <p:spPr>
            <a:xfrm>
              <a:off x="3155020" y="51982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0" name="文本框 99">
              <a:extLst>
                <a:ext uri="{FF2B5EF4-FFF2-40B4-BE49-F238E27FC236}">
                  <a16:creationId xmlns:a16="http://schemas.microsoft.com/office/drawing/2014/main" id="{674BDC67-DC91-4B93-BCF7-805AF20E7CF1}"/>
                </a:ext>
              </a:extLst>
            </p:cNvPr>
            <p:cNvSpPr txBox="1"/>
            <p:nvPr/>
          </p:nvSpPr>
          <p:spPr>
            <a:xfrm>
              <a:off x="5211936" y="51982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1" name="文本框 100">
              <a:extLst>
                <a:ext uri="{FF2B5EF4-FFF2-40B4-BE49-F238E27FC236}">
                  <a16:creationId xmlns:a16="http://schemas.microsoft.com/office/drawing/2014/main" id="{A889CDDC-897E-48C6-B677-F01C0322A7B9}"/>
                </a:ext>
              </a:extLst>
            </p:cNvPr>
            <p:cNvSpPr txBox="1"/>
            <p:nvPr/>
          </p:nvSpPr>
          <p:spPr>
            <a:xfrm>
              <a:off x="7150762" y="51982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2" name="文本框 101">
              <a:extLst>
                <a:ext uri="{FF2B5EF4-FFF2-40B4-BE49-F238E27FC236}">
                  <a16:creationId xmlns:a16="http://schemas.microsoft.com/office/drawing/2014/main" id="{8ECB563F-E77C-424D-B976-D65E3C415205}"/>
                </a:ext>
              </a:extLst>
            </p:cNvPr>
            <p:cNvSpPr txBox="1"/>
            <p:nvPr/>
          </p:nvSpPr>
          <p:spPr>
            <a:xfrm>
              <a:off x="9232596" y="51982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3" name="文本框 102">
              <a:extLst>
                <a:ext uri="{FF2B5EF4-FFF2-40B4-BE49-F238E27FC236}">
                  <a16:creationId xmlns:a16="http://schemas.microsoft.com/office/drawing/2014/main" id="{C1C9CB84-67C8-429A-841E-0DDC13B6366E}"/>
                </a:ext>
              </a:extLst>
            </p:cNvPr>
            <p:cNvSpPr txBox="1"/>
            <p:nvPr/>
          </p:nvSpPr>
          <p:spPr>
            <a:xfrm>
              <a:off x="10893226" y="23716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04" name="文本框 103">
              <a:extLst>
                <a:ext uri="{FF2B5EF4-FFF2-40B4-BE49-F238E27FC236}">
                  <a16:creationId xmlns:a16="http://schemas.microsoft.com/office/drawing/2014/main" id="{961272C1-5FCC-4D65-9FC5-A75A6954CD33}"/>
                </a:ext>
              </a:extLst>
            </p:cNvPr>
            <p:cNvSpPr txBox="1"/>
            <p:nvPr/>
          </p:nvSpPr>
          <p:spPr>
            <a:xfrm>
              <a:off x="10842920" y="51982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5" name="文本框 104">
              <a:extLst>
                <a:ext uri="{FF2B5EF4-FFF2-40B4-BE49-F238E27FC236}">
                  <a16:creationId xmlns:a16="http://schemas.microsoft.com/office/drawing/2014/main" id="{B0EB61F2-8937-40B5-8917-75EF7C55D9E5}"/>
                </a:ext>
              </a:extLst>
            </p:cNvPr>
            <p:cNvSpPr txBox="1"/>
            <p:nvPr/>
          </p:nvSpPr>
          <p:spPr>
            <a:xfrm>
              <a:off x="1023462" y="519825"/>
              <a:ext cx="205501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7" name="组合 86">
            <a:extLst>
              <a:ext uri="{FF2B5EF4-FFF2-40B4-BE49-F238E27FC236}">
                <a16:creationId xmlns:a16="http://schemas.microsoft.com/office/drawing/2014/main" id="{8A4C7A0F-5F14-4B2A-9D98-C0CA6B569825}"/>
              </a:ext>
            </a:extLst>
          </p:cNvPr>
          <p:cNvGrpSpPr/>
          <p:nvPr/>
        </p:nvGrpSpPr>
        <p:grpSpPr>
          <a:xfrm>
            <a:off x="1023462" y="0"/>
            <a:ext cx="11074558" cy="963441"/>
            <a:chOff x="1023462" y="0"/>
            <a:chExt cx="11074558" cy="963441"/>
          </a:xfrm>
        </p:grpSpPr>
        <p:sp>
          <p:nvSpPr>
            <p:cNvPr id="88" name="矩形: 圆顶角 87">
              <a:extLst>
                <a:ext uri="{FF2B5EF4-FFF2-40B4-BE49-F238E27FC236}">
                  <a16:creationId xmlns:a16="http://schemas.microsoft.com/office/drawing/2014/main" id="{89856980-C5D2-4088-8DB5-2F1DB118137B}"/>
                </a:ext>
              </a:extLst>
            </p:cNvPr>
            <p:cNvSpPr/>
            <p:nvPr/>
          </p:nvSpPr>
          <p:spPr>
            <a:xfrm>
              <a:off x="1070610" y="0"/>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文本框 88">
              <a:extLst>
                <a:ext uri="{FF2B5EF4-FFF2-40B4-BE49-F238E27FC236}">
                  <a16:creationId xmlns:a16="http://schemas.microsoft.com/office/drawing/2014/main" id="{667D2997-E0FC-4262-BCED-2C2F2A55F714}"/>
                </a:ext>
              </a:extLst>
            </p:cNvPr>
            <p:cNvSpPr txBox="1"/>
            <p:nvPr/>
          </p:nvSpPr>
          <p:spPr>
            <a:xfrm>
              <a:off x="7271069" y="23716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0" name="文本框 89">
              <a:extLst>
                <a:ext uri="{FF2B5EF4-FFF2-40B4-BE49-F238E27FC236}">
                  <a16:creationId xmlns:a16="http://schemas.microsoft.com/office/drawing/2014/main" id="{7569E4EC-68F5-4B89-B393-B2F7E67D7551}"/>
                </a:ext>
              </a:extLst>
            </p:cNvPr>
            <p:cNvSpPr txBox="1"/>
            <p:nvPr/>
          </p:nvSpPr>
          <p:spPr>
            <a:xfrm>
              <a:off x="5209025" y="23716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91" name="文本框 90">
              <a:extLst>
                <a:ext uri="{FF2B5EF4-FFF2-40B4-BE49-F238E27FC236}">
                  <a16:creationId xmlns:a16="http://schemas.microsoft.com/office/drawing/2014/main" id="{17E0A7B2-7D9C-434F-A0CA-DB365B463A90}"/>
                </a:ext>
              </a:extLst>
            </p:cNvPr>
            <p:cNvSpPr txBox="1"/>
            <p:nvPr/>
          </p:nvSpPr>
          <p:spPr>
            <a:xfrm>
              <a:off x="9325072" y="23716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2" name="文本框 91">
              <a:extLst>
                <a:ext uri="{FF2B5EF4-FFF2-40B4-BE49-F238E27FC236}">
                  <a16:creationId xmlns:a16="http://schemas.microsoft.com/office/drawing/2014/main" id="{9C402A63-BF4E-4073-AC8C-61CCE107C623}"/>
                </a:ext>
              </a:extLst>
            </p:cNvPr>
            <p:cNvSpPr txBox="1"/>
            <p:nvPr/>
          </p:nvSpPr>
          <p:spPr>
            <a:xfrm>
              <a:off x="3153565" y="23716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93" name="文本框 92">
              <a:extLst>
                <a:ext uri="{FF2B5EF4-FFF2-40B4-BE49-F238E27FC236}">
                  <a16:creationId xmlns:a16="http://schemas.microsoft.com/office/drawing/2014/main" id="{E621D064-EB8B-45AE-8F6A-0061C05C3899}"/>
                </a:ext>
              </a:extLst>
            </p:cNvPr>
            <p:cNvSpPr txBox="1"/>
            <p:nvPr/>
          </p:nvSpPr>
          <p:spPr>
            <a:xfrm>
              <a:off x="1137897" y="237167"/>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sp>
          <p:nvSpPr>
            <p:cNvPr id="94" name="文本框 93">
              <a:extLst>
                <a:ext uri="{FF2B5EF4-FFF2-40B4-BE49-F238E27FC236}">
                  <a16:creationId xmlns:a16="http://schemas.microsoft.com/office/drawing/2014/main" id="{AE4394D9-EEA6-48E1-BD02-6DA57B522205}"/>
                </a:ext>
              </a:extLst>
            </p:cNvPr>
            <p:cNvSpPr txBox="1"/>
            <p:nvPr/>
          </p:nvSpPr>
          <p:spPr>
            <a:xfrm>
              <a:off x="3155020" y="51982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5" name="文本框 94">
              <a:extLst>
                <a:ext uri="{FF2B5EF4-FFF2-40B4-BE49-F238E27FC236}">
                  <a16:creationId xmlns:a16="http://schemas.microsoft.com/office/drawing/2014/main" id="{DDEF1810-CABB-470C-AE52-4C1E6427218F}"/>
                </a:ext>
              </a:extLst>
            </p:cNvPr>
            <p:cNvSpPr txBox="1"/>
            <p:nvPr/>
          </p:nvSpPr>
          <p:spPr>
            <a:xfrm>
              <a:off x="5211936" y="51982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6" name="文本框 95">
              <a:extLst>
                <a:ext uri="{FF2B5EF4-FFF2-40B4-BE49-F238E27FC236}">
                  <a16:creationId xmlns:a16="http://schemas.microsoft.com/office/drawing/2014/main" id="{1677CE90-2062-4552-97C7-BD345C763074}"/>
                </a:ext>
              </a:extLst>
            </p:cNvPr>
            <p:cNvSpPr txBox="1"/>
            <p:nvPr/>
          </p:nvSpPr>
          <p:spPr>
            <a:xfrm>
              <a:off x="7150762" y="51982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7" name="文本框 96">
              <a:extLst>
                <a:ext uri="{FF2B5EF4-FFF2-40B4-BE49-F238E27FC236}">
                  <a16:creationId xmlns:a16="http://schemas.microsoft.com/office/drawing/2014/main" id="{343E42A1-45A2-4D5F-AA21-4A8CD67C0C55}"/>
                </a:ext>
              </a:extLst>
            </p:cNvPr>
            <p:cNvSpPr txBox="1"/>
            <p:nvPr/>
          </p:nvSpPr>
          <p:spPr>
            <a:xfrm>
              <a:off x="9232596" y="51982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8" name="文本框 97">
              <a:extLst>
                <a:ext uri="{FF2B5EF4-FFF2-40B4-BE49-F238E27FC236}">
                  <a16:creationId xmlns:a16="http://schemas.microsoft.com/office/drawing/2014/main" id="{0D0312BE-48BA-4182-83EC-530C2CFCAFB2}"/>
                </a:ext>
              </a:extLst>
            </p:cNvPr>
            <p:cNvSpPr txBox="1"/>
            <p:nvPr/>
          </p:nvSpPr>
          <p:spPr>
            <a:xfrm>
              <a:off x="10893226" y="23716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9" name="文本框 98">
              <a:extLst>
                <a:ext uri="{FF2B5EF4-FFF2-40B4-BE49-F238E27FC236}">
                  <a16:creationId xmlns:a16="http://schemas.microsoft.com/office/drawing/2014/main" id="{5D21F92F-C995-4E21-9CC4-C718B66EBE95}"/>
                </a:ext>
              </a:extLst>
            </p:cNvPr>
            <p:cNvSpPr txBox="1"/>
            <p:nvPr/>
          </p:nvSpPr>
          <p:spPr>
            <a:xfrm>
              <a:off x="10842920" y="51982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0" name="文本框 99">
              <a:extLst>
                <a:ext uri="{FF2B5EF4-FFF2-40B4-BE49-F238E27FC236}">
                  <a16:creationId xmlns:a16="http://schemas.microsoft.com/office/drawing/2014/main" id="{96B98431-328E-4D1D-9E20-3C1A060C5BEC}"/>
                </a:ext>
              </a:extLst>
            </p:cNvPr>
            <p:cNvSpPr txBox="1"/>
            <p:nvPr/>
          </p:nvSpPr>
          <p:spPr>
            <a:xfrm>
              <a:off x="1023462" y="519825"/>
              <a:ext cx="205501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grpSp>
        <p:nvGrpSpPr>
          <p:cNvPr id="2" name="组合 1">
            <a:extLst>
              <a:ext uri="{FF2B5EF4-FFF2-40B4-BE49-F238E27FC236}">
                <a16:creationId xmlns:a16="http://schemas.microsoft.com/office/drawing/2014/main" id="{017645F8-FF9E-47CA-8C38-982F5D6185DE}"/>
              </a:ext>
            </a:extLst>
          </p:cNvPr>
          <p:cNvGrpSpPr/>
          <p:nvPr/>
        </p:nvGrpSpPr>
        <p:grpSpPr>
          <a:xfrm>
            <a:off x="1023462" y="0"/>
            <a:ext cx="11074558" cy="963441"/>
            <a:chOff x="1023462" y="-1237072"/>
            <a:chExt cx="11074558" cy="963441"/>
          </a:xfrm>
        </p:grpSpPr>
        <p:sp>
          <p:nvSpPr>
            <p:cNvPr id="108" name="矩形: 圆顶角 107">
              <a:extLst>
                <a:ext uri="{FF2B5EF4-FFF2-40B4-BE49-F238E27FC236}">
                  <a16:creationId xmlns:a16="http://schemas.microsoft.com/office/drawing/2014/main" id="{80311D1A-F140-4311-93C7-0B47B705D738}"/>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a:extLst>
                <a:ext uri="{FF2B5EF4-FFF2-40B4-BE49-F238E27FC236}">
                  <a16:creationId xmlns:a16="http://schemas.microsoft.com/office/drawing/2014/main" id="{16F93FD8-D582-4D8E-BA01-C5BFEAFEC5B5}"/>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110" name="文本框 109">
              <a:extLst>
                <a:ext uri="{FF2B5EF4-FFF2-40B4-BE49-F238E27FC236}">
                  <a16:creationId xmlns:a16="http://schemas.microsoft.com/office/drawing/2014/main" id="{FED0D16B-9E92-481F-9FC7-A3842C920D7B}"/>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111" name="文本框 110">
              <a:extLst>
                <a:ext uri="{FF2B5EF4-FFF2-40B4-BE49-F238E27FC236}">
                  <a16:creationId xmlns:a16="http://schemas.microsoft.com/office/drawing/2014/main" id="{79FCDCCD-B042-4E1B-A5E3-6E3F7E5AF849}"/>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112" name="文本框 111">
              <a:extLst>
                <a:ext uri="{FF2B5EF4-FFF2-40B4-BE49-F238E27FC236}">
                  <a16:creationId xmlns:a16="http://schemas.microsoft.com/office/drawing/2014/main" id="{C1FB0D27-1786-4E18-88E0-89F3B3DE2CB9}"/>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113" name="文本框 112">
              <a:extLst>
                <a:ext uri="{FF2B5EF4-FFF2-40B4-BE49-F238E27FC236}">
                  <a16:creationId xmlns:a16="http://schemas.microsoft.com/office/drawing/2014/main" id="{613DF56A-C1BB-4D5F-B0C3-0D0A950E63D3}"/>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114" name="文本框 113">
              <a:extLst>
                <a:ext uri="{FF2B5EF4-FFF2-40B4-BE49-F238E27FC236}">
                  <a16:creationId xmlns:a16="http://schemas.microsoft.com/office/drawing/2014/main" id="{05393BD1-D0AE-493A-AFC7-D8C5DFEB02E1}"/>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115" name="文本框 114">
              <a:extLst>
                <a:ext uri="{FF2B5EF4-FFF2-40B4-BE49-F238E27FC236}">
                  <a16:creationId xmlns:a16="http://schemas.microsoft.com/office/drawing/2014/main" id="{47A71A83-D813-40CC-8C96-EADFB2712894}"/>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6" name="文本框 115">
              <a:extLst>
                <a:ext uri="{FF2B5EF4-FFF2-40B4-BE49-F238E27FC236}">
                  <a16:creationId xmlns:a16="http://schemas.microsoft.com/office/drawing/2014/main" id="{62A93121-B848-45E2-9508-EC8E887142F3}"/>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7" name="文本框 116">
              <a:extLst>
                <a:ext uri="{FF2B5EF4-FFF2-40B4-BE49-F238E27FC236}">
                  <a16:creationId xmlns:a16="http://schemas.microsoft.com/office/drawing/2014/main" id="{79AE2E84-4340-4F33-8BCE-CA9A6568E744}"/>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8" name="文本框 117">
              <a:extLst>
                <a:ext uri="{FF2B5EF4-FFF2-40B4-BE49-F238E27FC236}">
                  <a16:creationId xmlns:a16="http://schemas.microsoft.com/office/drawing/2014/main" id="{E38336F6-F06E-4510-B7E8-5D4F33F6CF4C}"/>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19" name="文本框 118">
              <a:extLst>
                <a:ext uri="{FF2B5EF4-FFF2-40B4-BE49-F238E27FC236}">
                  <a16:creationId xmlns:a16="http://schemas.microsoft.com/office/drawing/2014/main" id="{FC69060E-D139-454F-BE02-6E436CFE8927}"/>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20" name="文本框 119">
              <a:extLst>
                <a:ext uri="{FF2B5EF4-FFF2-40B4-BE49-F238E27FC236}">
                  <a16:creationId xmlns:a16="http://schemas.microsoft.com/office/drawing/2014/main" id="{1374AA20-ECDD-47DE-AE15-0C2E24F68756}"/>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grpSp>
        <p:nvGrpSpPr>
          <p:cNvPr id="39" name="组合 38">
            <a:extLst>
              <a:ext uri="{FF2B5EF4-FFF2-40B4-BE49-F238E27FC236}">
                <a16:creationId xmlns:a16="http://schemas.microsoft.com/office/drawing/2014/main" id="{15981C3B-9742-457F-8C3E-0F2A453D55C4}"/>
              </a:ext>
            </a:extLst>
          </p:cNvPr>
          <p:cNvGrpSpPr/>
          <p:nvPr/>
        </p:nvGrpSpPr>
        <p:grpSpPr>
          <a:xfrm>
            <a:off x="1023462" y="0"/>
            <a:ext cx="11074558" cy="963441"/>
            <a:chOff x="1023462" y="-1237072"/>
            <a:chExt cx="11074558" cy="963441"/>
          </a:xfrm>
        </p:grpSpPr>
        <p:sp>
          <p:nvSpPr>
            <p:cNvPr id="40" name="矩形: 圆顶角 39">
              <a:extLst>
                <a:ext uri="{FF2B5EF4-FFF2-40B4-BE49-F238E27FC236}">
                  <a16:creationId xmlns:a16="http://schemas.microsoft.com/office/drawing/2014/main" id="{56D697AE-53AE-4D5F-AC4D-4183A64E73AE}"/>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B07C9B57-AAA7-4401-A8A6-2E5D7D9ADEF8}"/>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2" name="文本框 41">
              <a:extLst>
                <a:ext uri="{FF2B5EF4-FFF2-40B4-BE49-F238E27FC236}">
                  <a16:creationId xmlns:a16="http://schemas.microsoft.com/office/drawing/2014/main" id="{7F670924-7D11-4907-92F2-318FEDAAE141}"/>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3" name="文本框 42">
              <a:extLst>
                <a:ext uri="{FF2B5EF4-FFF2-40B4-BE49-F238E27FC236}">
                  <a16:creationId xmlns:a16="http://schemas.microsoft.com/office/drawing/2014/main" id="{63140453-E5A3-4605-8FD9-253CB9546018}"/>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4" name="文本框 43">
              <a:extLst>
                <a:ext uri="{FF2B5EF4-FFF2-40B4-BE49-F238E27FC236}">
                  <a16:creationId xmlns:a16="http://schemas.microsoft.com/office/drawing/2014/main" id="{955A3D75-0916-4B98-9468-16AA5486D957}"/>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45" name="文本框 44">
              <a:extLst>
                <a:ext uri="{FF2B5EF4-FFF2-40B4-BE49-F238E27FC236}">
                  <a16:creationId xmlns:a16="http://schemas.microsoft.com/office/drawing/2014/main" id="{F1B941EC-13E7-42E0-8DF0-1E0C636F0754}"/>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8" name="文本框 47">
              <a:extLst>
                <a:ext uri="{FF2B5EF4-FFF2-40B4-BE49-F238E27FC236}">
                  <a16:creationId xmlns:a16="http://schemas.microsoft.com/office/drawing/2014/main" id="{8CB7EB64-3599-4FB6-B96B-A00E0DBB72D3}"/>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EEBF70FA-F0E0-4026-AD9A-9E8FC601E303}"/>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0" name="文本框 49">
              <a:extLst>
                <a:ext uri="{FF2B5EF4-FFF2-40B4-BE49-F238E27FC236}">
                  <a16:creationId xmlns:a16="http://schemas.microsoft.com/office/drawing/2014/main" id="{655D4C99-A87F-483E-A7C4-BB03494A0976}"/>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3" name="文本框 52">
              <a:extLst>
                <a:ext uri="{FF2B5EF4-FFF2-40B4-BE49-F238E27FC236}">
                  <a16:creationId xmlns:a16="http://schemas.microsoft.com/office/drawing/2014/main" id="{1B441C62-0D52-40B5-8E3F-3267A41FD094}"/>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4" name="文本框 53">
              <a:extLst>
                <a:ext uri="{FF2B5EF4-FFF2-40B4-BE49-F238E27FC236}">
                  <a16:creationId xmlns:a16="http://schemas.microsoft.com/office/drawing/2014/main" id="{751B4219-546F-4D9B-83A5-2B3E5AAB0B04}"/>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5" name="文本框 54">
              <a:extLst>
                <a:ext uri="{FF2B5EF4-FFF2-40B4-BE49-F238E27FC236}">
                  <a16:creationId xmlns:a16="http://schemas.microsoft.com/office/drawing/2014/main" id="{1AFEF348-801E-4435-A628-6B0E474EDB2C}"/>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35C5A727-6599-4582-895D-29BFF9CCEAEA}"/>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组合 43">
            <a:extLst>
              <a:ext uri="{FF2B5EF4-FFF2-40B4-BE49-F238E27FC236}">
                <a16:creationId xmlns:a16="http://schemas.microsoft.com/office/drawing/2014/main" id="{724262BD-6BA3-4964-9E5F-42E76CFCFF56}"/>
              </a:ext>
            </a:extLst>
          </p:cNvPr>
          <p:cNvGrpSpPr/>
          <p:nvPr/>
        </p:nvGrpSpPr>
        <p:grpSpPr>
          <a:xfrm>
            <a:off x="1023462" y="0"/>
            <a:ext cx="11074558" cy="963441"/>
            <a:chOff x="1023462" y="-1237072"/>
            <a:chExt cx="11074558" cy="963441"/>
          </a:xfrm>
        </p:grpSpPr>
        <p:sp>
          <p:nvSpPr>
            <p:cNvPr id="51" name="矩形: 圆顶角 50">
              <a:extLst>
                <a:ext uri="{FF2B5EF4-FFF2-40B4-BE49-F238E27FC236}">
                  <a16:creationId xmlns:a16="http://schemas.microsoft.com/office/drawing/2014/main" id="{600F821E-BCA6-4DF1-B178-F6560D893D43}"/>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F67EE521-B7E4-4923-987D-39D49D46B582}"/>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3" name="文本框 52">
              <a:extLst>
                <a:ext uri="{FF2B5EF4-FFF2-40B4-BE49-F238E27FC236}">
                  <a16:creationId xmlns:a16="http://schemas.microsoft.com/office/drawing/2014/main" id="{4184C339-E7F4-454B-B647-CF1AEA669BAD}"/>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4" name="文本框 53">
              <a:extLst>
                <a:ext uri="{FF2B5EF4-FFF2-40B4-BE49-F238E27FC236}">
                  <a16:creationId xmlns:a16="http://schemas.microsoft.com/office/drawing/2014/main" id="{7100821E-6CCF-48E0-AAE8-D0E7FD9FC328}"/>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5" name="文本框 54">
              <a:extLst>
                <a:ext uri="{FF2B5EF4-FFF2-40B4-BE49-F238E27FC236}">
                  <a16:creationId xmlns:a16="http://schemas.microsoft.com/office/drawing/2014/main" id="{5E54D4B7-1284-41E6-971A-7530348EABC2}"/>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6" name="文本框 55">
              <a:extLst>
                <a:ext uri="{FF2B5EF4-FFF2-40B4-BE49-F238E27FC236}">
                  <a16:creationId xmlns:a16="http://schemas.microsoft.com/office/drawing/2014/main" id="{6907AA5E-3AB8-482A-BE45-BC6CB74BD3C3}"/>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7" name="文本框 56">
              <a:extLst>
                <a:ext uri="{FF2B5EF4-FFF2-40B4-BE49-F238E27FC236}">
                  <a16:creationId xmlns:a16="http://schemas.microsoft.com/office/drawing/2014/main" id="{FEBF7184-36C7-40A2-A30D-A4952DF05FB4}"/>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92AAD43D-3530-4AE7-937F-BC9E2B0B3FDC}"/>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8B01389F-199E-4CD2-82B3-E9D51B7C957D}"/>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68E98CC5-1A99-495E-A770-BF824FEA405E}"/>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02579125-4DD0-48E8-8FC4-040EAC1BD222}"/>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2" name="文本框 61">
              <a:extLst>
                <a:ext uri="{FF2B5EF4-FFF2-40B4-BE49-F238E27FC236}">
                  <a16:creationId xmlns:a16="http://schemas.microsoft.com/office/drawing/2014/main" id="{4747D282-8F68-4648-BC36-9F78E5F7D2AC}"/>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A56058F6-B0F1-4C1E-90DA-A494B2156A72}"/>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a:extLst>
              <a:ext uri="{FF2B5EF4-FFF2-40B4-BE49-F238E27FC236}">
                <a16:creationId xmlns:a16="http://schemas.microsoft.com/office/drawing/2014/main" id="{6193A3B5-D921-4C6B-BFA2-890109AF2484}"/>
              </a:ext>
            </a:extLst>
          </p:cNvPr>
          <p:cNvGrpSpPr/>
          <p:nvPr/>
        </p:nvGrpSpPr>
        <p:grpSpPr>
          <a:xfrm>
            <a:off x="1023462" y="0"/>
            <a:ext cx="11074558" cy="963441"/>
            <a:chOff x="1023462" y="-1237072"/>
            <a:chExt cx="11074558" cy="963441"/>
          </a:xfrm>
        </p:grpSpPr>
        <p:sp>
          <p:nvSpPr>
            <p:cNvPr id="45" name="矩形: 圆顶角 44">
              <a:extLst>
                <a:ext uri="{FF2B5EF4-FFF2-40B4-BE49-F238E27FC236}">
                  <a16:creationId xmlns:a16="http://schemas.microsoft.com/office/drawing/2014/main" id="{D09C255D-669B-49DF-887C-C27A6BD62B47}"/>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D81BFFCF-CABA-4A1D-A8F6-48493A84E552}"/>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7" name="文本框 46">
              <a:extLst>
                <a:ext uri="{FF2B5EF4-FFF2-40B4-BE49-F238E27FC236}">
                  <a16:creationId xmlns:a16="http://schemas.microsoft.com/office/drawing/2014/main" id="{8359E587-F727-41FD-95C1-F76209035200}"/>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6" name="文本框 55">
              <a:extLst>
                <a:ext uri="{FF2B5EF4-FFF2-40B4-BE49-F238E27FC236}">
                  <a16:creationId xmlns:a16="http://schemas.microsoft.com/office/drawing/2014/main" id="{838FD9D6-9970-4804-AA19-FFF711CF6C3E}"/>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7" name="文本框 56">
              <a:extLst>
                <a:ext uri="{FF2B5EF4-FFF2-40B4-BE49-F238E27FC236}">
                  <a16:creationId xmlns:a16="http://schemas.microsoft.com/office/drawing/2014/main" id="{56AA1E61-5AB9-4049-9FCB-3096EB809CC0}"/>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8" name="文本框 57">
              <a:extLst>
                <a:ext uri="{FF2B5EF4-FFF2-40B4-BE49-F238E27FC236}">
                  <a16:creationId xmlns:a16="http://schemas.microsoft.com/office/drawing/2014/main" id="{45B78520-9362-4159-810A-CA57EE7DFCA6}"/>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9" name="文本框 58">
              <a:extLst>
                <a:ext uri="{FF2B5EF4-FFF2-40B4-BE49-F238E27FC236}">
                  <a16:creationId xmlns:a16="http://schemas.microsoft.com/office/drawing/2014/main" id="{0DC9FB0D-2147-440F-80CA-7A95A9056FD9}"/>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A4368283-E604-49FE-8EA9-89E152978CE4}"/>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6F3C3479-81F1-4A9E-B4FF-B28205DEFFBA}"/>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2" name="文本框 61">
              <a:extLst>
                <a:ext uri="{FF2B5EF4-FFF2-40B4-BE49-F238E27FC236}">
                  <a16:creationId xmlns:a16="http://schemas.microsoft.com/office/drawing/2014/main" id="{8C2AB555-A9D9-4439-8EF7-C22E4E705086}"/>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D0AAA598-8FB0-46D5-B6E2-784FFE41DA2C}"/>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4" name="文本框 63">
              <a:extLst>
                <a:ext uri="{FF2B5EF4-FFF2-40B4-BE49-F238E27FC236}">
                  <a16:creationId xmlns:a16="http://schemas.microsoft.com/office/drawing/2014/main" id="{2C6B03AB-B7ED-4AD4-8F36-80C32708FFF8}"/>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10567E4C-8DCB-4F13-A94E-684369BC04F7}"/>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 name="组合 42">
            <a:extLst>
              <a:ext uri="{FF2B5EF4-FFF2-40B4-BE49-F238E27FC236}">
                <a16:creationId xmlns:a16="http://schemas.microsoft.com/office/drawing/2014/main" id="{BED42792-AEDA-458C-A215-80775A5733F4}"/>
              </a:ext>
            </a:extLst>
          </p:cNvPr>
          <p:cNvGrpSpPr/>
          <p:nvPr/>
        </p:nvGrpSpPr>
        <p:grpSpPr>
          <a:xfrm>
            <a:off x="1023462" y="0"/>
            <a:ext cx="11074558" cy="963441"/>
            <a:chOff x="1023462" y="-1237072"/>
            <a:chExt cx="11074558" cy="963441"/>
          </a:xfrm>
        </p:grpSpPr>
        <p:sp>
          <p:nvSpPr>
            <p:cNvPr id="44" name="矩形: 圆顶角 43">
              <a:extLst>
                <a:ext uri="{FF2B5EF4-FFF2-40B4-BE49-F238E27FC236}">
                  <a16:creationId xmlns:a16="http://schemas.microsoft.com/office/drawing/2014/main" id="{D1A88E0D-F1F3-42E6-927C-CFB10D681ABA}"/>
                </a:ext>
              </a:extLst>
            </p:cNvPr>
            <p:cNvSpPr/>
            <p:nvPr/>
          </p:nvSpPr>
          <p:spPr>
            <a:xfrm>
              <a:off x="5153200"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1EA60014-D5F0-4970-990F-92A2AE648BAA}"/>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2079228B-C5F3-40E5-8FDB-F3A5B4B8CDF7}"/>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47" name="文本框 46">
              <a:extLst>
                <a:ext uri="{FF2B5EF4-FFF2-40B4-BE49-F238E27FC236}">
                  <a16:creationId xmlns:a16="http://schemas.microsoft.com/office/drawing/2014/main" id="{B877CFDE-DE54-46FB-B856-30FFF5BE2C84}"/>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9" name="文本框 48">
              <a:extLst>
                <a:ext uri="{FF2B5EF4-FFF2-40B4-BE49-F238E27FC236}">
                  <a16:creationId xmlns:a16="http://schemas.microsoft.com/office/drawing/2014/main" id="{4964666C-553C-4E31-AF72-FB8C0DF0106F}"/>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0" name="文本框 49">
              <a:extLst>
                <a:ext uri="{FF2B5EF4-FFF2-40B4-BE49-F238E27FC236}">
                  <a16:creationId xmlns:a16="http://schemas.microsoft.com/office/drawing/2014/main" id="{C585A7A3-FE33-44D8-B937-AFEA2935CA73}"/>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1" name="文本框 50">
              <a:extLst>
                <a:ext uri="{FF2B5EF4-FFF2-40B4-BE49-F238E27FC236}">
                  <a16:creationId xmlns:a16="http://schemas.microsoft.com/office/drawing/2014/main" id="{C8DB9034-1846-4342-A9F8-58AC254C3966}"/>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52" name="文本框 51">
              <a:extLst>
                <a:ext uri="{FF2B5EF4-FFF2-40B4-BE49-F238E27FC236}">
                  <a16:creationId xmlns:a16="http://schemas.microsoft.com/office/drawing/2014/main" id="{134EAC6C-E519-498B-9EF1-550F93E6F2B3}"/>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3" name="文本框 52">
              <a:extLst>
                <a:ext uri="{FF2B5EF4-FFF2-40B4-BE49-F238E27FC236}">
                  <a16:creationId xmlns:a16="http://schemas.microsoft.com/office/drawing/2014/main" id="{FF18A835-B87F-4704-980A-58D151571DBA}"/>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4" name="文本框 53">
              <a:extLst>
                <a:ext uri="{FF2B5EF4-FFF2-40B4-BE49-F238E27FC236}">
                  <a16:creationId xmlns:a16="http://schemas.microsoft.com/office/drawing/2014/main" id="{0CA693F7-5C7C-4A6B-B57B-A72F75B5D7C7}"/>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5" name="文本框 54">
              <a:extLst>
                <a:ext uri="{FF2B5EF4-FFF2-40B4-BE49-F238E27FC236}">
                  <a16:creationId xmlns:a16="http://schemas.microsoft.com/office/drawing/2014/main" id="{E319CFF1-80FA-4377-A48B-7107B3169028}"/>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6" name="文本框 55">
              <a:extLst>
                <a:ext uri="{FF2B5EF4-FFF2-40B4-BE49-F238E27FC236}">
                  <a16:creationId xmlns:a16="http://schemas.microsoft.com/office/drawing/2014/main" id="{464B2870-2811-4CE7-9D20-F2AB40F3207F}"/>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7" name="文本框 56">
              <a:extLst>
                <a:ext uri="{FF2B5EF4-FFF2-40B4-BE49-F238E27FC236}">
                  <a16:creationId xmlns:a16="http://schemas.microsoft.com/office/drawing/2014/main" id="{4C83CE93-2B66-4F68-966C-CA529473F803}"/>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21E81906-2BC4-488A-B7BD-EF4B547B19FF}"/>
              </a:ext>
            </a:extLst>
          </p:cNvPr>
          <p:cNvGrpSpPr/>
          <p:nvPr/>
        </p:nvGrpSpPr>
        <p:grpSpPr>
          <a:xfrm>
            <a:off x="1023462" y="0"/>
            <a:ext cx="11074558" cy="963441"/>
            <a:chOff x="1023462" y="-1237072"/>
            <a:chExt cx="11074558" cy="963441"/>
          </a:xfrm>
        </p:grpSpPr>
        <p:sp>
          <p:nvSpPr>
            <p:cNvPr id="51" name="矩形: 圆顶角 50">
              <a:extLst>
                <a:ext uri="{FF2B5EF4-FFF2-40B4-BE49-F238E27FC236}">
                  <a16:creationId xmlns:a16="http://schemas.microsoft.com/office/drawing/2014/main" id="{2BBD1608-8BE4-43E5-A56B-9CA4F69BA846}"/>
                </a:ext>
              </a:extLst>
            </p:cNvPr>
            <p:cNvSpPr/>
            <p:nvPr/>
          </p:nvSpPr>
          <p:spPr>
            <a:xfrm>
              <a:off x="5153200"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F3FD075C-7765-4E29-A472-F8050BC7A944}"/>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3" name="文本框 52">
              <a:extLst>
                <a:ext uri="{FF2B5EF4-FFF2-40B4-BE49-F238E27FC236}">
                  <a16:creationId xmlns:a16="http://schemas.microsoft.com/office/drawing/2014/main" id="{CDCF404D-BE08-4285-A3FE-8BE5E620F20B}"/>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54" name="文本框 53">
              <a:extLst>
                <a:ext uri="{FF2B5EF4-FFF2-40B4-BE49-F238E27FC236}">
                  <a16:creationId xmlns:a16="http://schemas.microsoft.com/office/drawing/2014/main" id="{122D7A69-03CF-412B-A5FF-E2CB63F15C71}"/>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5" name="文本框 54">
              <a:extLst>
                <a:ext uri="{FF2B5EF4-FFF2-40B4-BE49-F238E27FC236}">
                  <a16:creationId xmlns:a16="http://schemas.microsoft.com/office/drawing/2014/main" id="{CA588770-06D7-439B-8005-3026881922AC}"/>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6" name="文本框 55">
              <a:extLst>
                <a:ext uri="{FF2B5EF4-FFF2-40B4-BE49-F238E27FC236}">
                  <a16:creationId xmlns:a16="http://schemas.microsoft.com/office/drawing/2014/main" id="{B79EE23A-61C8-4805-8D62-EF2FCF7D53E4}"/>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7" name="文本框 56">
              <a:extLst>
                <a:ext uri="{FF2B5EF4-FFF2-40B4-BE49-F238E27FC236}">
                  <a16:creationId xmlns:a16="http://schemas.microsoft.com/office/drawing/2014/main" id="{3F97290A-46AC-4789-A41F-C235C2F3CDB7}"/>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58" name="文本框 57">
              <a:extLst>
                <a:ext uri="{FF2B5EF4-FFF2-40B4-BE49-F238E27FC236}">
                  <a16:creationId xmlns:a16="http://schemas.microsoft.com/office/drawing/2014/main" id="{F8E6716D-51C6-4054-B359-676F80CD045D}"/>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27C6EC49-447F-4726-AF3A-3B1724F3C67E}"/>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D1C9F45B-D33E-4048-A46A-7CBDF414002B}"/>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16A96515-AF58-42E4-892B-D20DDD5D984C}"/>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2" name="文本框 61">
              <a:extLst>
                <a:ext uri="{FF2B5EF4-FFF2-40B4-BE49-F238E27FC236}">
                  <a16:creationId xmlns:a16="http://schemas.microsoft.com/office/drawing/2014/main" id="{502D9D01-03BA-4DC3-8CA9-A3B56B91893F}"/>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751D0C8F-07E7-451F-9709-A3DE1018B545}"/>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grpSp>
        <p:nvGrpSpPr>
          <p:cNvPr id="83" name="组合 82">
            <a:extLst>
              <a:ext uri="{FF2B5EF4-FFF2-40B4-BE49-F238E27FC236}">
                <a16:creationId xmlns:a16="http://schemas.microsoft.com/office/drawing/2014/main" id="{FE29632E-7B27-4DC8-AA26-505448D2C32A}"/>
              </a:ext>
            </a:extLst>
          </p:cNvPr>
          <p:cNvGrpSpPr/>
          <p:nvPr/>
        </p:nvGrpSpPr>
        <p:grpSpPr>
          <a:xfrm>
            <a:off x="1023462" y="0"/>
            <a:ext cx="11074558" cy="963441"/>
            <a:chOff x="1023462" y="-1237072"/>
            <a:chExt cx="11074558" cy="963441"/>
          </a:xfrm>
        </p:grpSpPr>
        <p:sp>
          <p:nvSpPr>
            <p:cNvPr id="84" name="矩形: 圆顶角 83">
              <a:extLst>
                <a:ext uri="{FF2B5EF4-FFF2-40B4-BE49-F238E27FC236}">
                  <a16:creationId xmlns:a16="http://schemas.microsoft.com/office/drawing/2014/main" id="{30A2FB98-C734-4AFD-8267-5736139271E3}"/>
                </a:ext>
              </a:extLst>
            </p:cNvPr>
            <p:cNvSpPr/>
            <p:nvPr/>
          </p:nvSpPr>
          <p:spPr>
            <a:xfrm>
              <a:off x="5153200"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40049B40-5ECD-49E8-A9B4-93CE8B895E79}"/>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86" name="文本框 85">
              <a:extLst>
                <a:ext uri="{FF2B5EF4-FFF2-40B4-BE49-F238E27FC236}">
                  <a16:creationId xmlns:a16="http://schemas.microsoft.com/office/drawing/2014/main" id="{2FB207DB-5979-44EB-BF9A-497A0F0DDDBD}"/>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87" name="文本框 86">
              <a:extLst>
                <a:ext uri="{FF2B5EF4-FFF2-40B4-BE49-F238E27FC236}">
                  <a16:creationId xmlns:a16="http://schemas.microsoft.com/office/drawing/2014/main" id="{718A97B0-6009-4A9D-88FD-AFCA2D83E56C}"/>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88" name="文本框 87">
              <a:extLst>
                <a:ext uri="{FF2B5EF4-FFF2-40B4-BE49-F238E27FC236}">
                  <a16:creationId xmlns:a16="http://schemas.microsoft.com/office/drawing/2014/main" id="{341F0912-8306-4D6D-9988-019BDEDE6D7F}"/>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89" name="文本框 88">
              <a:extLst>
                <a:ext uri="{FF2B5EF4-FFF2-40B4-BE49-F238E27FC236}">
                  <a16:creationId xmlns:a16="http://schemas.microsoft.com/office/drawing/2014/main" id="{DE56FB6A-3582-428E-9A34-48FDADE41301}"/>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90" name="文本框 89">
              <a:extLst>
                <a:ext uri="{FF2B5EF4-FFF2-40B4-BE49-F238E27FC236}">
                  <a16:creationId xmlns:a16="http://schemas.microsoft.com/office/drawing/2014/main" id="{E6A8BC70-8B6C-4C9D-B3A0-EB20A43BC118}"/>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91" name="文本框 90">
              <a:extLst>
                <a:ext uri="{FF2B5EF4-FFF2-40B4-BE49-F238E27FC236}">
                  <a16:creationId xmlns:a16="http://schemas.microsoft.com/office/drawing/2014/main" id="{1D8434EE-C4DF-4AF5-B7FA-2A8AFF2D0298}"/>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92" name="文本框 91">
              <a:extLst>
                <a:ext uri="{FF2B5EF4-FFF2-40B4-BE49-F238E27FC236}">
                  <a16:creationId xmlns:a16="http://schemas.microsoft.com/office/drawing/2014/main" id="{5E0B7F33-BD37-49B2-BE07-6A161588688B}"/>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3" name="文本框 92">
              <a:extLst>
                <a:ext uri="{FF2B5EF4-FFF2-40B4-BE49-F238E27FC236}">
                  <a16:creationId xmlns:a16="http://schemas.microsoft.com/office/drawing/2014/main" id="{4FEE816D-468F-444A-A55A-828C45B6EFDE}"/>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4" name="文本框 93">
              <a:extLst>
                <a:ext uri="{FF2B5EF4-FFF2-40B4-BE49-F238E27FC236}">
                  <a16:creationId xmlns:a16="http://schemas.microsoft.com/office/drawing/2014/main" id="{22FDB9B8-8477-4805-860B-C1B2FB741C04}"/>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5" name="文本框 94">
              <a:extLst>
                <a:ext uri="{FF2B5EF4-FFF2-40B4-BE49-F238E27FC236}">
                  <a16:creationId xmlns:a16="http://schemas.microsoft.com/office/drawing/2014/main" id="{4AE0F237-3D6A-4B6C-9FAC-50AB56ACACB0}"/>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6" name="文本框 95">
              <a:extLst>
                <a:ext uri="{FF2B5EF4-FFF2-40B4-BE49-F238E27FC236}">
                  <a16:creationId xmlns:a16="http://schemas.microsoft.com/office/drawing/2014/main" id="{27170293-5157-4290-8554-F1B11C651610}"/>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grpSp>
        <p:nvGrpSpPr>
          <p:cNvPr id="37" name="组合 36">
            <a:extLst>
              <a:ext uri="{FF2B5EF4-FFF2-40B4-BE49-F238E27FC236}">
                <a16:creationId xmlns:a16="http://schemas.microsoft.com/office/drawing/2014/main" id="{D22B80DD-D989-40B3-8BF8-153C36162F47}"/>
              </a:ext>
            </a:extLst>
          </p:cNvPr>
          <p:cNvGrpSpPr/>
          <p:nvPr/>
        </p:nvGrpSpPr>
        <p:grpSpPr>
          <a:xfrm>
            <a:off x="1023462" y="0"/>
            <a:ext cx="11074558" cy="963441"/>
            <a:chOff x="1023462" y="-1237072"/>
            <a:chExt cx="11074558" cy="963441"/>
          </a:xfrm>
        </p:grpSpPr>
        <p:sp>
          <p:nvSpPr>
            <p:cNvPr id="38" name="矩形: 圆顶角 37">
              <a:extLst>
                <a:ext uri="{FF2B5EF4-FFF2-40B4-BE49-F238E27FC236}">
                  <a16:creationId xmlns:a16="http://schemas.microsoft.com/office/drawing/2014/main" id="{0ED84C29-EFB2-4994-93DE-6EE55F950D48}"/>
                </a:ext>
              </a:extLst>
            </p:cNvPr>
            <p:cNvSpPr/>
            <p:nvPr/>
          </p:nvSpPr>
          <p:spPr>
            <a:xfrm>
              <a:off x="7198769"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E6D3B9D7-E694-4645-9647-1DD1EBCB3D02}"/>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关键技术与创新</a:t>
              </a:r>
            </a:p>
          </p:txBody>
        </p:sp>
        <p:sp>
          <p:nvSpPr>
            <p:cNvPr id="42" name="文本框 41">
              <a:extLst>
                <a:ext uri="{FF2B5EF4-FFF2-40B4-BE49-F238E27FC236}">
                  <a16:creationId xmlns:a16="http://schemas.microsoft.com/office/drawing/2014/main" id="{955020B2-8072-47E8-99B9-4184F4D39A45}"/>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43" name="文本框 42">
              <a:extLst>
                <a:ext uri="{FF2B5EF4-FFF2-40B4-BE49-F238E27FC236}">
                  <a16:creationId xmlns:a16="http://schemas.microsoft.com/office/drawing/2014/main" id="{E03EA6A5-48E1-43AB-9E32-8F5F7576123E}"/>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4" name="文本框 43">
              <a:extLst>
                <a:ext uri="{FF2B5EF4-FFF2-40B4-BE49-F238E27FC236}">
                  <a16:creationId xmlns:a16="http://schemas.microsoft.com/office/drawing/2014/main" id="{2F3CC6E6-807F-404F-825C-379770C2204D}"/>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5" name="文本框 44">
              <a:extLst>
                <a:ext uri="{FF2B5EF4-FFF2-40B4-BE49-F238E27FC236}">
                  <a16:creationId xmlns:a16="http://schemas.microsoft.com/office/drawing/2014/main" id="{418EDB85-2CC3-40F6-B4CF-3FFE3C04407D}"/>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6" name="文本框 45">
              <a:extLst>
                <a:ext uri="{FF2B5EF4-FFF2-40B4-BE49-F238E27FC236}">
                  <a16:creationId xmlns:a16="http://schemas.microsoft.com/office/drawing/2014/main" id="{B372E658-5E0B-430D-B4FF-146EEFE3D0DE}"/>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47" name="文本框 46">
              <a:extLst>
                <a:ext uri="{FF2B5EF4-FFF2-40B4-BE49-F238E27FC236}">
                  <a16:creationId xmlns:a16="http://schemas.microsoft.com/office/drawing/2014/main" id="{78270748-536C-4E8E-9E74-90D689191042}"/>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48" name="文本框 47">
              <a:extLst>
                <a:ext uri="{FF2B5EF4-FFF2-40B4-BE49-F238E27FC236}">
                  <a16:creationId xmlns:a16="http://schemas.microsoft.com/office/drawing/2014/main" id="{E43C110E-AFD2-40F8-9FE7-FDDFBB601018}"/>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08B07418-3BF1-4D5A-8FC4-46899CFC11DC}"/>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E040E682-CED9-4581-B96C-098D1DBA4A10}"/>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6" name="文本框 65">
              <a:extLst>
                <a:ext uri="{FF2B5EF4-FFF2-40B4-BE49-F238E27FC236}">
                  <a16:creationId xmlns:a16="http://schemas.microsoft.com/office/drawing/2014/main" id="{094441C7-3745-475D-B190-D9A4B6F5AEAA}"/>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7" name="文本框 66">
              <a:extLst>
                <a:ext uri="{FF2B5EF4-FFF2-40B4-BE49-F238E27FC236}">
                  <a16:creationId xmlns:a16="http://schemas.microsoft.com/office/drawing/2014/main" id="{3A043D2C-0D9B-4684-BF90-9EF12C0C1EC7}"/>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37" name="组合 36">
            <a:extLst>
              <a:ext uri="{FF2B5EF4-FFF2-40B4-BE49-F238E27FC236}">
                <a16:creationId xmlns:a16="http://schemas.microsoft.com/office/drawing/2014/main" id="{0248130C-941B-4256-B9FA-5AEFBC485E99}"/>
              </a:ext>
            </a:extLst>
          </p:cNvPr>
          <p:cNvGrpSpPr/>
          <p:nvPr/>
        </p:nvGrpSpPr>
        <p:grpSpPr>
          <a:xfrm>
            <a:off x="1023462" y="0"/>
            <a:ext cx="11074558" cy="963441"/>
            <a:chOff x="1023462" y="-1237072"/>
            <a:chExt cx="11074558" cy="963441"/>
          </a:xfrm>
        </p:grpSpPr>
        <p:sp>
          <p:nvSpPr>
            <p:cNvPr id="38" name="矩形: 圆顶角 37">
              <a:extLst>
                <a:ext uri="{FF2B5EF4-FFF2-40B4-BE49-F238E27FC236}">
                  <a16:creationId xmlns:a16="http://schemas.microsoft.com/office/drawing/2014/main" id="{84AC9264-9A63-4288-A6DD-B24C896428A1}"/>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33B8997C-BEE0-4064-B661-FB19E34C542E}"/>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1" name="文本框 50">
              <a:extLst>
                <a:ext uri="{FF2B5EF4-FFF2-40B4-BE49-F238E27FC236}">
                  <a16:creationId xmlns:a16="http://schemas.microsoft.com/office/drawing/2014/main" id="{221A553E-1F89-48E9-99AC-2A894F9FD323}"/>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65" name="文本框 64">
              <a:extLst>
                <a:ext uri="{FF2B5EF4-FFF2-40B4-BE49-F238E27FC236}">
                  <a16:creationId xmlns:a16="http://schemas.microsoft.com/office/drawing/2014/main" id="{1A8562D3-2419-4CF3-B4E5-9CEA92428FD2}"/>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66" name="文本框 65">
              <a:extLst>
                <a:ext uri="{FF2B5EF4-FFF2-40B4-BE49-F238E27FC236}">
                  <a16:creationId xmlns:a16="http://schemas.microsoft.com/office/drawing/2014/main" id="{243776E6-1BF7-4A11-937B-76CB423D719A}"/>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67" name="文本框 66">
              <a:extLst>
                <a:ext uri="{FF2B5EF4-FFF2-40B4-BE49-F238E27FC236}">
                  <a16:creationId xmlns:a16="http://schemas.microsoft.com/office/drawing/2014/main" id="{475E2EC0-B8C9-449D-8E2C-4C2B0CB2D716}"/>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71" name="文本框 70">
              <a:extLst>
                <a:ext uri="{FF2B5EF4-FFF2-40B4-BE49-F238E27FC236}">
                  <a16:creationId xmlns:a16="http://schemas.microsoft.com/office/drawing/2014/main" id="{A1257AE8-A030-48F3-8006-BC3DFD362213}"/>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72" name="文本框 71">
              <a:extLst>
                <a:ext uri="{FF2B5EF4-FFF2-40B4-BE49-F238E27FC236}">
                  <a16:creationId xmlns:a16="http://schemas.microsoft.com/office/drawing/2014/main" id="{13142844-BB51-4C54-B033-F7A567BFE973}"/>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73" name="文本框 72">
              <a:extLst>
                <a:ext uri="{FF2B5EF4-FFF2-40B4-BE49-F238E27FC236}">
                  <a16:creationId xmlns:a16="http://schemas.microsoft.com/office/drawing/2014/main" id="{8A6DF2F8-396C-419C-A2CE-4E689DAF1A27}"/>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FBA038D3-8FD0-49AF-A54A-72C46139B435}"/>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B8C05CBF-6C3A-4FF2-ABE2-1A4B7B25FD99}"/>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6" name="文本框 75">
              <a:extLst>
                <a:ext uri="{FF2B5EF4-FFF2-40B4-BE49-F238E27FC236}">
                  <a16:creationId xmlns:a16="http://schemas.microsoft.com/office/drawing/2014/main" id="{02E8970F-E000-48A0-A0F1-6D6742F66399}"/>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863110FD-14D0-499E-A29F-9DA75FFD0584}"/>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组合 47">
            <a:extLst>
              <a:ext uri="{FF2B5EF4-FFF2-40B4-BE49-F238E27FC236}">
                <a16:creationId xmlns:a16="http://schemas.microsoft.com/office/drawing/2014/main" id="{D95DDA95-0B24-4602-9DD2-2694F2A5047B}"/>
              </a:ext>
            </a:extLst>
          </p:cNvPr>
          <p:cNvGrpSpPr/>
          <p:nvPr/>
        </p:nvGrpSpPr>
        <p:grpSpPr>
          <a:xfrm>
            <a:off x="1023462" y="0"/>
            <a:ext cx="11074558" cy="963441"/>
            <a:chOff x="1023462" y="-1237072"/>
            <a:chExt cx="11074558" cy="963441"/>
          </a:xfrm>
        </p:grpSpPr>
        <p:sp>
          <p:nvSpPr>
            <p:cNvPr id="49" name="矩形: 圆顶角 48">
              <a:extLst>
                <a:ext uri="{FF2B5EF4-FFF2-40B4-BE49-F238E27FC236}">
                  <a16:creationId xmlns:a16="http://schemas.microsoft.com/office/drawing/2014/main" id="{A621B102-B030-40B3-BA13-376097834C70}"/>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7EA7DDBA-C006-4659-8FB2-D9B5A1F85EE6}"/>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1" name="文本框 50">
              <a:extLst>
                <a:ext uri="{FF2B5EF4-FFF2-40B4-BE49-F238E27FC236}">
                  <a16:creationId xmlns:a16="http://schemas.microsoft.com/office/drawing/2014/main" id="{95DE1B71-F8B9-4C42-96CF-5F78971444AF}"/>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52" name="文本框 51">
              <a:extLst>
                <a:ext uri="{FF2B5EF4-FFF2-40B4-BE49-F238E27FC236}">
                  <a16:creationId xmlns:a16="http://schemas.microsoft.com/office/drawing/2014/main" id="{47E36A5E-789A-45C8-B1B6-7C242160A5E5}"/>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53" name="文本框 52">
              <a:extLst>
                <a:ext uri="{FF2B5EF4-FFF2-40B4-BE49-F238E27FC236}">
                  <a16:creationId xmlns:a16="http://schemas.microsoft.com/office/drawing/2014/main" id="{9F6A8DD9-1597-4703-853F-00CEBD727D30}"/>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4" name="文本框 53">
              <a:extLst>
                <a:ext uri="{FF2B5EF4-FFF2-40B4-BE49-F238E27FC236}">
                  <a16:creationId xmlns:a16="http://schemas.microsoft.com/office/drawing/2014/main" id="{2DAD14E4-74AE-4A63-B63A-9258573EF56F}"/>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5" name="文本框 54">
              <a:extLst>
                <a:ext uri="{FF2B5EF4-FFF2-40B4-BE49-F238E27FC236}">
                  <a16:creationId xmlns:a16="http://schemas.microsoft.com/office/drawing/2014/main" id="{50910AFC-7A9C-4A35-97A2-C067CDD05C98}"/>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56" name="文本框 55">
              <a:extLst>
                <a:ext uri="{FF2B5EF4-FFF2-40B4-BE49-F238E27FC236}">
                  <a16:creationId xmlns:a16="http://schemas.microsoft.com/office/drawing/2014/main" id="{DBCE5085-5DC3-41ED-9A5F-033A925EE20F}"/>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57" name="文本框 56">
              <a:extLst>
                <a:ext uri="{FF2B5EF4-FFF2-40B4-BE49-F238E27FC236}">
                  <a16:creationId xmlns:a16="http://schemas.microsoft.com/office/drawing/2014/main" id="{FF1AE88B-18D6-4947-A9DC-726CE3D87232}"/>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B84B5D76-DC89-4317-9E90-045500492B90}"/>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DA557E89-AF52-4388-844C-9D8FE3397338}"/>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1" name="文本框 60">
              <a:extLst>
                <a:ext uri="{FF2B5EF4-FFF2-40B4-BE49-F238E27FC236}">
                  <a16:creationId xmlns:a16="http://schemas.microsoft.com/office/drawing/2014/main" id="{A6660B0C-359C-4F6C-833F-AA651099FB73}"/>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2" name="文本框 61">
              <a:extLst>
                <a:ext uri="{FF2B5EF4-FFF2-40B4-BE49-F238E27FC236}">
                  <a16:creationId xmlns:a16="http://schemas.microsoft.com/office/drawing/2014/main" id="{75A2A235-9CBE-451C-B43B-71267D75F2A3}"/>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9" name="组合 58">
            <a:extLst>
              <a:ext uri="{FF2B5EF4-FFF2-40B4-BE49-F238E27FC236}">
                <a16:creationId xmlns:a16="http://schemas.microsoft.com/office/drawing/2014/main" id="{F3FE3CC5-F303-4813-AF68-F5DE8C3F8D8E}"/>
              </a:ext>
            </a:extLst>
          </p:cNvPr>
          <p:cNvGrpSpPr/>
          <p:nvPr/>
        </p:nvGrpSpPr>
        <p:grpSpPr>
          <a:xfrm>
            <a:off x="1023462" y="0"/>
            <a:ext cx="11074558" cy="963441"/>
            <a:chOff x="1023462" y="-1237072"/>
            <a:chExt cx="11074558" cy="963441"/>
          </a:xfrm>
        </p:grpSpPr>
        <p:sp>
          <p:nvSpPr>
            <p:cNvPr id="60" name="矩形: 圆顶角 59">
              <a:extLst>
                <a:ext uri="{FF2B5EF4-FFF2-40B4-BE49-F238E27FC236}">
                  <a16:creationId xmlns:a16="http://schemas.microsoft.com/office/drawing/2014/main" id="{D3C6FB1A-A77F-4D6D-A529-D084AA66B815}"/>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a:extLst>
                <a:ext uri="{FF2B5EF4-FFF2-40B4-BE49-F238E27FC236}">
                  <a16:creationId xmlns:a16="http://schemas.microsoft.com/office/drawing/2014/main" id="{F776032A-BFA5-473A-BDAB-17180D83C858}"/>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2" name="文本框 61">
              <a:extLst>
                <a:ext uri="{FF2B5EF4-FFF2-40B4-BE49-F238E27FC236}">
                  <a16:creationId xmlns:a16="http://schemas.microsoft.com/office/drawing/2014/main" id="{4D0CBF62-BCFF-405E-8D1B-37DB564B59AA}"/>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63" name="文本框 62">
              <a:extLst>
                <a:ext uri="{FF2B5EF4-FFF2-40B4-BE49-F238E27FC236}">
                  <a16:creationId xmlns:a16="http://schemas.microsoft.com/office/drawing/2014/main" id="{E670C9F6-F85B-48FF-8524-2B06C25D2255}"/>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64" name="文本框 63">
              <a:extLst>
                <a:ext uri="{FF2B5EF4-FFF2-40B4-BE49-F238E27FC236}">
                  <a16:creationId xmlns:a16="http://schemas.microsoft.com/office/drawing/2014/main" id="{6615C5C7-D42E-4D00-BEA0-099E95FD9BF8}"/>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65" name="文本框 64">
              <a:extLst>
                <a:ext uri="{FF2B5EF4-FFF2-40B4-BE49-F238E27FC236}">
                  <a16:creationId xmlns:a16="http://schemas.microsoft.com/office/drawing/2014/main" id="{0728D1FC-4050-4E2F-9694-9CEF64C8F332}"/>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66" name="文本框 65">
              <a:extLst>
                <a:ext uri="{FF2B5EF4-FFF2-40B4-BE49-F238E27FC236}">
                  <a16:creationId xmlns:a16="http://schemas.microsoft.com/office/drawing/2014/main" id="{D3A5C76E-76C8-44D8-BE75-FB1856D234A6}"/>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67" name="文本框 66">
              <a:extLst>
                <a:ext uri="{FF2B5EF4-FFF2-40B4-BE49-F238E27FC236}">
                  <a16:creationId xmlns:a16="http://schemas.microsoft.com/office/drawing/2014/main" id="{33861BCD-BB48-4C68-97BE-13293C515C84}"/>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68" name="文本框 67">
              <a:extLst>
                <a:ext uri="{FF2B5EF4-FFF2-40B4-BE49-F238E27FC236}">
                  <a16:creationId xmlns:a16="http://schemas.microsoft.com/office/drawing/2014/main" id="{D8FF4DCF-13CE-445C-A2A4-A4CC73AD5CC6}"/>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9" name="文本框 68">
              <a:extLst>
                <a:ext uri="{FF2B5EF4-FFF2-40B4-BE49-F238E27FC236}">
                  <a16:creationId xmlns:a16="http://schemas.microsoft.com/office/drawing/2014/main" id="{38A46729-2FB6-4FBA-BFB9-D9E73B6C9053}"/>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BFCA6211-C286-4111-890C-D0E63C2F7921}"/>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1" name="文本框 70">
              <a:extLst>
                <a:ext uri="{FF2B5EF4-FFF2-40B4-BE49-F238E27FC236}">
                  <a16:creationId xmlns:a16="http://schemas.microsoft.com/office/drawing/2014/main" id="{51A2FB4C-9931-4CBB-A2C6-2EE4003C239C}"/>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3E859D4A-414D-4296-B0CD-8427C1005A20}"/>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77" name="组合 76">
            <a:extLst>
              <a:ext uri="{FF2B5EF4-FFF2-40B4-BE49-F238E27FC236}">
                <a16:creationId xmlns:a16="http://schemas.microsoft.com/office/drawing/2014/main" id="{7F4888F6-6070-420F-8E97-1F47E8442A4D}"/>
              </a:ext>
            </a:extLst>
          </p:cNvPr>
          <p:cNvGrpSpPr/>
          <p:nvPr/>
        </p:nvGrpSpPr>
        <p:grpSpPr>
          <a:xfrm>
            <a:off x="1023462" y="0"/>
            <a:ext cx="11074558" cy="963441"/>
            <a:chOff x="1023462" y="-1237072"/>
            <a:chExt cx="11074558" cy="963441"/>
          </a:xfrm>
        </p:grpSpPr>
        <p:sp>
          <p:nvSpPr>
            <p:cNvPr id="78" name="矩形: 圆顶角 77">
              <a:extLst>
                <a:ext uri="{FF2B5EF4-FFF2-40B4-BE49-F238E27FC236}">
                  <a16:creationId xmlns:a16="http://schemas.microsoft.com/office/drawing/2014/main" id="{87368AB2-CD49-4A46-B280-A5555BAB40BF}"/>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文本框 78">
              <a:extLst>
                <a:ext uri="{FF2B5EF4-FFF2-40B4-BE49-F238E27FC236}">
                  <a16:creationId xmlns:a16="http://schemas.microsoft.com/office/drawing/2014/main" id="{DB15487D-5D2F-45DE-8AA2-09BDD16F3909}"/>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80" name="文本框 79">
              <a:extLst>
                <a:ext uri="{FF2B5EF4-FFF2-40B4-BE49-F238E27FC236}">
                  <a16:creationId xmlns:a16="http://schemas.microsoft.com/office/drawing/2014/main" id="{740E621C-72FA-40CE-A0AA-204B9964DAA0}"/>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81" name="文本框 80">
              <a:extLst>
                <a:ext uri="{FF2B5EF4-FFF2-40B4-BE49-F238E27FC236}">
                  <a16:creationId xmlns:a16="http://schemas.microsoft.com/office/drawing/2014/main" id="{2826C40E-A23D-4DA5-81DA-DADD5180DCAF}"/>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82" name="文本框 81">
              <a:extLst>
                <a:ext uri="{FF2B5EF4-FFF2-40B4-BE49-F238E27FC236}">
                  <a16:creationId xmlns:a16="http://schemas.microsoft.com/office/drawing/2014/main" id="{FF0FAA8D-D8AE-4BEC-BDF8-47B81C06E4C9}"/>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83" name="文本框 82">
              <a:extLst>
                <a:ext uri="{FF2B5EF4-FFF2-40B4-BE49-F238E27FC236}">
                  <a16:creationId xmlns:a16="http://schemas.microsoft.com/office/drawing/2014/main" id="{92602230-D686-418F-8CAE-8E02EB2EC970}"/>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84" name="文本框 83">
              <a:extLst>
                <a:ext uri="{FF2B5EF4-FFF2-40B4-BE49-F238E27FC236}">
                  <a16:creationId xmlns:a16="http://schemas.microsoft.com/office/drawing/2014/main" id="{D0B39053-3CCE-48B3-9B39-C989A4A41EFD}"/>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85" name="文本框 84">
              <a:extLst>
                <a:ext uri="{FF2B5EF4-FFF2-40B4-BE49-F238E27FC236}">
                  <a16:creationId xmlns:a16="http://schemas.microsoft.com/office/drawing/2014/main" id="{E1EB236F-8690-4184-8EB6-825DD880202E}"/>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86" name="文本框 85">
              <a:extLst>
                <a:ext uri="{FF2B5EF4-FFF2-40B4-BE49-F238E27FC236}">
                  <a16:creationId xmlns:a16="http://schemas.microsoft.com/office/drawing/2014/main" id="{39E90A14-D3A8-4956-B77C-97A5BE1A04CE}"/>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7" name="文本框 86">
              <a:extLst>
                <a:ext uri="{FF2B5EF4-FFF2-40B4-BE49-F238E27FC236}">
                  <a16:creationId xmlns:a16="http://schemas.microsoft.com/office/drawing/2014/main" id="{5D194668-D9F1-4E47-B30F-FB4FB82F0DB9}"/>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88" name="文本框 87">
              <a:extLst>
                <a:ext uri="{FF2B5EF4-FFF2-40B4-BE49-F238E27FC236}">
                  <a16:creationId xmlns:a16="http://schemas.microsoft.com/office/drawing/2014/main" id="{4F1CC64B-D5CA-4A65-9B99-D92AB05E18CF}"/>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9" name="文本框 88">
              <a:extLst>
                <a:ext uri="{FF2B5EF4-FFF2-40B4-BE49-F238E27FC236}">
                  <a16:creationId xmlns:a16="http://schemas.microsoft.com/office/drawing/2014/main" id="{D8F8ED5B-85FC-4267-9529-FBCD551CAA11}"/>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0" name="文本框 89">
              <a:extLst>
                <a:ext uri="{FF2B5EF4-FFF2-40B4-BE49-F238E27FC236}">
                  <a16:creationId xmlns:a16="http://schemas.microsoft.com/office/drawing/2014/main" id="{E46FF1FF-4617-4529-B6FD-EB81B2335C7F}"/>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grpSp>
        <p:nvGrpSpPr>
          <p:cNvPr id="91" name="组合 90">
            <a:extLst>
              <a:ext uri="{FF2B5EF4-FFF2-40B4-BE49-F238E27FC236}">
                <a16:creationId xmlns:a16="http://schemas.microsoft.com/office/drawing/2014/main" id="{BBA72C8B-87A1-4277-B7DC-C7713D7573BF}"/>
              </a:ext>
            </a:extLst>
          </p:cNvPr>
          <p:cNvGrpSpPr/>
          <p:nvPr/>
        </p:nvGrpSpPr>
        <p:grpSpPr>
          <a:xfrm>
            <a:off x="1023462" y="0"/>
            <a:ext cx="11168538" cy="963441"/>
            <a:chOff x="1023462" y="-1237072"/>
            <a:chExt cx="11168538" cy="963441"/>
          </a:xfrm>
        </p:grpSpPr>
        <p:sp>
          <p:nvSpPr>
            <p:cNvPr id="94" name="矩形: 圆顶角 93">
              <a:extLst>
                <a:ext uri="{FF2B5EF4-FFF2-40B4-BE49-F238E27FC236}">
                  <a16:creationId xmlns:a16="http://schemas.microsoft.com/office/drawing/2014/main" id="{02E54B40-970D-47A7-9224-3C0AF093E738}"/>
                </a:ext>
              </a:extLst>
            </p:cNvPr>
            <p:cNvSpPr/>
            <p:nvPr/>
          </p:nvSpPr>
          <p:spPr>
            <a:xfrm>
              <a:off x="10749278" y="-1237072"/>
              <a:ext cx="1442722"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文本框 94">
              <a:extLst>
                <a:ext uri="{FF2B5EF4-FFF2-40B4-BE49-F238E27FC236}">
                  <a16:creationId xmlns:a16="http://schemas.microsoft.com/office/drawing/2014/main" id="{DC46A896-8E44-4DCD-ADF9-D6CB3F5572F0}"/>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6" name="文本框 95">
              <a:extLst>
                <a:ext uri="{FF2B5EF4-FFF2-40B4-BE49-F238E27FC236}">
                  <a16:creationId xmlns:a16="http://schemas.microsoft.com/office/drawing/2014/main" id="{4E3D2BB4-B5CD-4F65-8A78-939243BA6BE8}"/>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97" name="文本框 96">
              <a:extLst>
                <a:ext uri="{FF2B5EF4-FFF2-40B4-BE49-F238E27FC236}">
                  <a16:creationId xmlns:a16="http://schemas.microsoft.com/office/drawing/2014/main" id="{05823B71-D288-4EC7-B11F-381EE0AC0B2A}"/>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8" name="文本框 97">
              <a:extLst>
                <a:ext uri="{FF2B5EF4-FFF2-40B4-BE49-F238E27FC236}">
                  <a16:creationId xmlns:a16="http://schemas.microsoft.com/office/drawing/2014/main" id="{68366001-7B33-47DE-A20F-9AA8A7A7BDD9}"/>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99" name="文本框 98">
              <a:extLst>
                <a:ext uri="{FF2B5EF4-FFF2-40B4-BE49-F238E27FC236}">
                  <a16:creationId xmlns:a16="http://schemas.microsoft.com/office/drawing/2014/main" id="{C7443508-01A5-49B1-90A1-742371BB257E}"/>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100" name="文本框 99">
              <a:extLst>
                <a:ext uri="{FF2B5EF4-FFF2-40B4-BE49-F238E27FC236}">
                  <a16:creationId xmlns:a16="http://schemas.microsoft.com/office/drawing/2014/main" id="{63C5C6D5-F2E9-4AA8-8944-9B7C699B836B}"/>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101" name="文本框 100">
              <a:extLst>
                <a:ext uri="{FF2B5EF4-FFF2-40B4-BE49-F238E27FC236}">
                  <a16:creationId xmlns:a16="http://schemas.microsoft.com/office/drawing/2014/main" id="{3F38BE16-D943-40BB-A667-463A1E865FC2}"/>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102" name="文本框 101">
              <a:extLst>
                <a:ext uri="{FF2B5EF4-FFF2-40B4-BE49-F238E27FC236}">
                  <a16:creationId xmlns:a16="http://schemas.microsoft.com/office/drawing/2014/main" id="{F1B78BE1-6CD2-4073-925E-8D14F67AF78C}"/>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3" name="文本框 102">
              <a:extLst>
                <a:ext uri="{FF2B5EF4-FFF2-40B4-BE49-F238E27FC236}">
                  <a16:creationId xmlns:a16="http://schemas.microsoft.com/office/drawing/2014/main" id="{B08D0668-03C8-4183-9B14-D158ED92E04A}"/>
                </a:ext>
              </a:extLst>
            </p:cNvPr>
            <p:cNvSpPr txBox="1"/>
            <p:nvPr/>
          </p:nvSpPr>
          <p:spPr>
            <a:xfrm>
              <a:off x="9232596" y="-717247"/>
              <a:ext cx="1516684"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Work already carried out</a:t>
              </a:r>
              <a:endParaRPr lang="zh-CN" altLang="en-US" dirty="0"/>
            </a:p>
          </p:txBody>
        </p:sp>
        <p:sp>
          <p:nvSpPr>
            <p:cNvPr id="104" name="文本框 103">
              <a:extLst>
                <a:ext uri="{FF2B5EF4-FFF2-40B4-BE49-F238E27FC236}">
                  <a16:creationId xmlns:a16="http://schemas.microsoft.com/office/drawing/2014/main" id="{78A7A05E-A6B8-481C-A884-F851ADBC0EB2}"/>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预期成果</a:t>
              </a:r>
            </a:p>
          </p:txBody>
        </p:sp>
        <p:sp>
          <p:nvSpPr>
            <p:cNvPr id="106" name="文本框 105">
              <a:extLst>
                <a:ext uri="{FF2B5EF4-FFF2-40B4-BE49-F238E27FC236}">
                  <a16:creationId xmlns:a16="http://schemas.microsoft.com/office/drawing/2014/main" id="{252734E1-BEE7-4326-8869-DE6CA0CE298D}"/>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108" name="文本框 107">
              <a:extLst>
                <a:ext uri="{FF2B5EF4-FFF2-40B4-BE49-F238E27FC236}">
                  <a16:creationId xmlns:a16="http://schemas.microsoft.com/office/drawing/2014/main" id="{A5739B24-F2CE-4E24-81CC-A659907F71A9}"/>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组合 28">
            <a:extLst>
              <a:ext uri="{FF2B5EF4-FFF2-40B4-BE49-F238E27FC236}">
                <a16:creationId xmlns:a16="http://schemas.microsoft.com/office/drawing/2014/main" id="{934DFBC6-060F-4D70-84F2-8974875CED06}"/>
              </a:ext>
            </a:extLst>
          </p:cNvPr>
          <p:cNvGrpSpPr/>
          <p:nvPr/>
        </p:nvGrpSpPr>
        <p:grpSpPr>
          <a:xfrm>
            <a:off x="5695157" y="1404632"/>
            <a:ext cx="801687" cy="801687"/>
            <a:chOff x="5695157" y="927748"/>
            <a:chExt cx="801687" cy="801687"/>
          </a:xfrm>
        </p:grpSpPr>
        <p:sp>
          <p:nvSpPr>
            <p:cNvPr id="30" name="流程图: 接点 29">
              <a:extLst>
                <a:ext uri="{FF2B5EF4-FFF2-40B4-BE49-F238E27FC236}">
                  <a16:creationId xmlns:a16="http://schemas.microsoft.com/office/drawing/2014/main" id="{B2F6296F-500D-4439-BC70-D67907E7C59E}"/>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a:extLst>
                <a:ext uri="{FF2B5EF4-FFF2-40B4-BE49-F238E27FC236}">
                  <a16:creationId xmlns:a16="http://schemas.microsoft.com/office/drawing/2014/main" id="{704788B6-A5A7-4734-BC98-D29BE81F2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6">
      <a:dk1>
        <a:sysClr val="windowText" lastClr="000000"/>
      </a:dk1>
      <a:lt1>
        <a:sysClr val="window" lastClr="FFFFFF"/>
      </a:lt1>
      <a:dk2>
        <a:srgbClr val="44546A"/>
      </a:dk2>
      <a:lt2>
        <a:srgbClr val="E7E6E6"/>
      </a:lt2>
      <a:accent1>
        <a:srgbClr val="80308B"/>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5762</TotalTime>
  <Words>2567</Words>
  <Application>Microsoft Office PowerPoint</Application>
  <PresentationFormat>宽屏</PresentationFormat>
  <Paragraphs>435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493</cp:revision>
  <dcterms:created xsi:type="dcterms:W3CDTF">2025-12-29T13:01:08Z</dcterms:created>
  <dcterms:modified xsi:type="dcterms:W3CDTF">2026-01-15T09:00:50Z</dcterms:modified>
</cp:coreProperties>
</file>