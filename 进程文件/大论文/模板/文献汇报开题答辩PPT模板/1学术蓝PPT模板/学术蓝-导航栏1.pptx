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0298442-7F67-4919-9E01-B79C9B659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435" y="115100"/>
            <a:ext cx="722295" cy="722295"/>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1.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38D2663E-9F62-4035-A92A-C2141992AA53}"/>
              </a:ext>
            </a:extLst>
          </p:cNvPr>
          <p:cNvGrpSpPr/>
          <p:nvPr/>
        </p:nvGrpSpPr>
        <p:grpSpPr>
          <a:xfrm>
            <a:off x="766778" y="0"/>
            <a:ext cx="11280936" cy="836294"/>
            <a:chOff x="766778" y="0"/>
            <a:chExt cx="11280936" cy="836294"/>
          </a:xfrm>
        </p:grpSpPr>
        <p:sp>
          <p:nvSpPr>
            <p:cNvPr id="64" name="文本框 63">
              <a:extLst>
                <a:ext uri="{FF2B5EF4-FFF2-40B4-BE49-F238E27FC236}">
                  <a16:creationId xmlns:a16="http://schemas.microsoft.com/office/drawing/2014/main" id="{961B988C-9C2B-4FFD-968E-1C309788B761}"/>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49" name="组合 48">
            <a:extLst>
              <a:ext uri="{FF2B5EF4-FFF2-40B4-BE49-F238E27FC236}">
                <a16:creationId xmlns:a16="http://schemas.microsoft.com/office/drawing/2014/main" id="{2F1EAE5F-59AD-4AD0-8B00-8BBE9353595E}"/>
              </a:ext>
            </a:extLst>
          </p:cNvPr>
          <p:cNvGrpSpPr/>
          <p:nvPr/>
        </p:nvGrpSpPr>
        <p:grpSpPr>
          <a:xfrm>
            <a:off x="766778" y="0"/>
            <a:ext cx="11280936" cy="836294"/>
            <a:chOff x="766778" y="0"/>
            <a:chExt cx="11280936" cy="836294"/>
          </a:xfrm>
        </p:grpSpPr>
        <p:sp>
          <p:nvSpPr>
            <p:cNvPr id="50" name="文本框 49">
              <a:extLst>
                <a:ext uri="{FF2B5EF4-FFF2-40B4-BE49-F238E27FC236}">
                  <a16:creationId xmlns:a16="http://schemas.microsoft.com/office/drawing/2014/main" id="{97B1558D-940B-43B4-AFEB-72A3362977D7}"/>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F08347CF-F107-43EC-8077-C2F2BCC47316}"/>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2" name="文本框 51">
              <a:extLst>
                <a:ext uri="{FF2B5EF4-FFF2-40B4-BE49-F238E27FC236}">
                  <a16:creationId xmlns:a16="http://schemas.microsoft.com/office/drawing/2014/main" id="{F99832BF-DE36-4338-8869-D4BD930669E3}"/>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FF234090-8F87-4EEE-A7FC-004675A93F18}"/>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65" name="任意多边形: 形状 64">
              <a:extLst>
                <a:ext uri="{FF2B5EF4-FFF2-40B4-BE49-F238E27FC236}">
                  <a16:creationId xmlns:a16="http://schemas.microsoft.com/office/drawing/2014/main" id="{1665AFB9-5078-4A03-8A58-9C753C9BF42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7CA6E716-9AFA-43A7-863F-BFC9CF147D3C}"/>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25CF56E3-5359-4933-BCBA-B71DE4D05CD9}"/>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8" name="直接连接符 67">
              <a:extLst>
                <a:ext uri="{FF2B5EF4-FFF2-40B4-BE49-F238E27FC236}">
                  <a16:creationId xmlns:a16="http://schemas.microsoft.com/office/drawing/2014/main" id="{2A1A97CD-F00B-4602-81F6-C271D02D8E30}"/>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088E212-253C-47E3-B3E2-90049117650D}"/>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78617E4-3049-402B-AE8B-42CCC78175BD}"/>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9972558-EE20-4039-81FE-1A77E8ED325E}"/>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4E8470BA-4A9E-4301-8B85-C436BE0B941C}"/>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0880074A-8D1B-495C-B102-5D83C0CBD401}"/>
              </a:ext>
            </a:extLst>
          </p:cNvPr>
          <p:cNvGrpSpPr/>
          <p:nvPr/>
        </p:nvGrpSpPr>
        <p:grpSpPr>
          <a:xfrm>
            <a:off x="766778" y="0"/>
            <a:ext cx="11280936" cy="836294"/>
            <a:chOff x="766778" y="0"/>
            <a:chExt cx="11280936" cy="836294"/>
          </a:xfrm>
        </p:grpSpPr>
        <p:sp>
          <p:nvSpPr>
            <p:cNvPr id="72" name="文本框 71">
              <a:extLst>
                <a:ext uri="{FF2B5EF4-FFF2-40B4-BE49-F238E27FC236}">
                  <a16:creationId xmlns:a16="http://schemas.microsoft.com/office/drawing/2014/main" id="{4F2A66A8-B4DE-4899-B7D0-CE09B0AA3F01}"/>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3" name="文本框 72">
              <a:extLst>
                <a:ext uri="{FF2B5EF4-FFF2-40B4-BE49-F238E27FC236}">
                  <a16:creationId xmlns:a16="http://schemas.microsoft.com/office/drawing/2014/main" id="{9FB450C3-1B48-4C0E-9809-3569D8A39CEB}"/>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4" name="文本框 73">
              <a:extLst>
                <a:ext uri="{FF2B5EF4-FFF2-40B4-BE49-F238E27FC236}">
                  <a16:creationId xmlns:a16="http://schemas.microsoft.com/office/drawing/2014/main" id="{C614F539-AD1D-46AB-8D05-2F4CBF4424D0}"/>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5" name="文本框 74">
              <a:extLst>
                <a:ext uri="{FF2B5EF4-FFF2-40B4-BE49-F238E27FC236}">
                  <a16:creationId xmlns:a16="http://schemas.microsoft.com/office/drawing/2014/main" id="{531B41FB-A359-4443-B011-BC4618487BEE}"/>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76" name="任意多边形: 形状 75">
              <a:extLst>
                <a:ext uri="{FF2B5EF4-FFF2-40B4-BE49-F238E27FC236}">
                  <a16:creationId xmlns:a16="http://schemas.microsoft.com/office/drawing/2014/main" id="{77415375-E5CB-40C8-B6D5-9B9BF494A44A}"/>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文本框 76">
              <a:extLst>
                <a:ext uri="{FF2B5EF4-FFF2-40B4-BE49-F238E27FC236}">
                  <a16:creationId xmlns:a16="http://schemas.microsoft.com/office/drawing/2014/main" id="{2083A314-25FD-4B63-A219-CE5EAED19DBC}"/>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8" name="文本框 77">
              <a:extLst>
                <a:ext uri="{FF2B5EF4-FFF2-40B4-BE49-F238E27FC236}">
                  <a16:creationId xmlns:a16="http://schemas.microsoft.com/office/drawing/2014/main" id="{D18DED52-83D0-4966-800F-65B84D577E55}"/>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9" name="直接连接符 78">
              <a:extLst>
                <a:ext uri="{FF2B5EF4-FFF2-40B4-BE49-F238E27FC236}">
                  <a16:creationId xmlns:a16="http://schemas.microsoft.com/office/drawing/2014/main" id="{517FF443-D9DB-490F-804F-D341930C9840}"/>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389B639C-531C-4E02-9956-2901EFC06A16}"/>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3CE5BEB-5E5D-43CC-80F9-8C0BB25B1F42}"/>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D4A7751-A993-46D9-9468-2529C99792B9}"/>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FE20BAEB-95B0-4E7A-BF01-956240986309}"/>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40" name="组合 39">
            <a:extLst>
              <a:ext uri="{FF2B5EF4-FFF2-40B4-BE49-F238E27FC236}">
                <a16:creationId xmlns:a16="http://schemas.microsoft.com/office/drawing/2014/main" id="{F0DE306D-8D8C-4967-81C5-3A0D8886380A}"/>
              </a:ext>
            </a:extLst>
          </p:cNvPr>
          <p:cNvGrpSpPr/>
          <p:nvPr/>
        </p:nvGrpSpPr>
        <p:grpSpPr>
          <a:xfrm>
            <a:off x="1090993" y="0"/>
            <a:ext cx="10956721" cy="836294"/>
            <a:chOff x="1090993" y="1076773"/>
            <a:chExt cx="10956721" cy="836294"/>
          </a:xfrm>
        </p:grpSpPr>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框 43">
              <a:extLst>
                <a:ext uri="{FF2B5EF4-FFF2-40B4-BE49-F238E27FC236}">
                  <a16:creationId xmlns:a16="http://schemas.microsoft.com/office/drawing/2014/main" id="{D93F4FDD-1683-450B-8600-6F9E02B6ED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5" name="文本框 44">
              <a:extLst>
                <a:ext uri="{FF2B5EF4-FFF2-40B4-BE49-F238E27FC236}">
                  <a16:creationId xmlns:a16="http://schemas.microsoft.com/office/drawing/2014/main" id="{3984C9F0-E6D8-46EE-BCB9-33393D0A5C3C}"/>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6" name="文本框 45">
              <a:extLst>
                <a:ext uri="{FF2B5EF4-FFF2-40B4-BE49-F238E27FC236}">
                  <a16:creationId xmlns:a16="http://schemas.microsoft.com/office/drawing/2014/main" id="{EF236D05-3670-4A0F-AAE8-EE6A5BCD1DF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B84E3287-11B8-4C24-A57F-1151B6E7548A}"/>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1A9B80E4-DF55-4B6E-968C-8FFB334DD8EA}"/>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454E4F34-4292-4E69-B8B8-F76FC3BD0EC8}"/>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6FC8B9FF-AEC4-485F-A713-D3E20D9BF77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2162B04-A372-4735-B660-914C80893FF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8E20FF03-8ED1-4CD8-A09F-E1711FC7C107}"/>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896032B-753D-468F-B66F-959F9945B3B9}"/>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8FC1960C-1C66-451B-BF97-B6F2F6300956}"/>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67" name="组合 66">
            <a:extLst>
              <a:ext uri="{FF2B5EF4-FFF2-40B4-BE49-F238E27FC236}">
                <a16:creationId xmlns:a16="http://schemas.microsoft.com/office/drawing/2014/main" id="{6B804D55-6501-4A2A-912B-C4368E58F2B4}"/>
              </a:ext>
            </a:extLst>
          </p:cNvPr>
          <p:cNvGrpSpPr/>
          <p:nvPr/>
        </p:nvGrpSpPr>
        <p:grpSpPr>
          <a:xfrm>
            <a:off x="1090993" y="0"/>
            <a:ext cx="10956721" cy="836294"/>
            <a:chOff x="1090993" y="1076773"/>
            <a:chExt cx="10956721" cy="836294"/>
          </a:xfrm>
        </p:grpSpPr>
        <p:sp>
          <p:nvSpPr>
            <p:cNvPr id="69" name="任意多边形: 形状 68">
              <a:extLst>
                <a:ext uri="{FF2B5EF4-FFF2-40B4-BE49-F238E27FC236}">
                  <a16:creationId xmlns:a16="http://schemas.microsoft.com/office/drawing/2014/main" id="{536DD181-CB7E-4DE9-AF75-9E7885A23BF5}"/>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文本框 74">
              <a:extLst>
                <a:ext uri="{FF2B5EF4-FFF2-40B4-BE49-F238E27FC236}">
                  <a16:creationId xmlns:a16="http://schemas.microsoft.com/office/drawing/2014/main" id="{CBBF086A-C995-4F17-9086-1D80BEA09F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6" name="文本框 75">
              <a:extLst>
                <a:ext uri="{FF2B5EF4-FFF2-40B4-BE49-F238E27FC236}">
                  <a16:creationId xmlns:a16="http://schemas.microsoft.com/office/drawing/2014/main" id="{E0276345-5682-4217-A0C8-F142E2BA0908}"/>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7" name="文本框 76">
              <a:extLst>
                <a:ext uri="{FF2B5EF4-FFF2-40B4-BE49-F238E27FC236}">
                  <a16:creationId xmlns:a16="http://schemas.microsoft.com/office/drawing/2014/main" id="{962D33B0-216C-45F8-955F-6C7007B894A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12F7EBFC-229F-43A6-9E1A-411F78989FC0}"/>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3C22EF5F-7270-4AA8-B59C-8A6743A6F54C}"/>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0" name="文本框 79">
              <a:extLst>
                <a:ext uri="{FF2B5EF4-FFF2-40B4-BE49-F238E27FC236}">
                  <a16:creationId xmlns:a16="http://schemas.microsoft.com/office/drawing/2014/main" id="{BE51636C-5206-4C5E-AF95-B8092BB79E64}"/>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1" name="直接连接符 80">
              <a:extLst>
                <a:ext uri="{FF2B5EF4-FFF2-40B4-BE49-F238E27FC236}">
                  <a16:creationId xmlns:a16="http://schemas.microsoft.com/office/drawing/2014/main" id="{6D64575C-A766-4EF5-9A1E-5B69C7CB1D43}"/>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424FA4E-8851-4013-BA1D-B2AF4D256B0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6E85D0AF-A93C-453A-99A5-7514C8A9DF21}"/>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D366890-AB77-4364-9337-71A08D4730F7}"/>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7857871-300D-4DB9-A0FF-10DFED48BBEB}"/>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73" name="组合 72">
            <a:extLst>
              <a:ext uri="{FF2B5EF4-FFF2-40B4-BE49-F238E27FC236}">
                <a16:creationId xmlns:a16="http://schemas.microsoft.com/office/drawing/2014/main" id="{D10AB504-C1BA-4CB5-9220-935D62701E34}"/>
              </a:ext>
            </a:extLst>
          </p:cNvPr>
          <p:cNvGrpSpPr/>
          <p:nvPr/>
        </p:nvGrpSpPr>
        <p:grpSpPr>
          <a:xfrm>
            <a:off x="1090993" y="0"/>
            <a:ext cx="10956721" cy="836294"/>
            <a:chOff x="1090993" y="1076773"/>
            <a:chExt cx="10956721" cy="836294"/>
          </a:xfrm>
        </p:grpSpPr>
        <p:sp>
          <p:nvSpPr>
            <p:cNvPr id="74" name="任意多边形: 形状 73">
              <a:extLst>
                <a:ext uri="{FF2B5EF4-FFF2-40B4-BE49-F238E27FC236}">
                  <a16:creationId xmlns:a16="http://schemas.microsoft.com/office/drawing/2014/main" id="{A7A3ECC1-B7B9-42A7-BA9B-D7EFBC19305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文本框 74">
              <a:extLst>
                <a:ext uri="{FF2B5EF4-FFF2-40B4-BE49-F238E27FC236}">
                  <a16:creationId xmlns:a16="http://schemas.microsoft.com/office/drawing/2014/main" id="{791DDAD1-8F8D-4385-ACDC-14CD53ECC8BD}"/>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6" name="文本框 75">
              <a:extLst>
                <a:ext uri="{FF2B5EF4-FFF2-40B4-BE49-F238E27FC236}">
                  <a16:creationId xmlns:a16="http://schemas.microsoft.com/office/drawing/2014/main" id="{786B07B7-95D9-4C8A-9BAD-B125AE909EFB}"/>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7" name="文本框 76">
              <a:extLst>
                <a:ext uri="{FF2B5EF4-FFF2-40B4-BE49-F238E27FC236}">
                  <a16:creationId xmlns:a16="http://schemas.microsoft.com/office/drawing/2014/main" id="{FE98C95D-F19D-4667-870F-3FDD74EA0028}"/>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25C4F70D-3551-4AD7-9B5B-B3809801D897}"/>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55EAA8A-3CCE-4255-B0E5-EB290632F8ED}"/>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0" name="文本框 79">
              <a:extLst>
                <a:ext uri="{FF2B5EF4-FFF2-40B4-BE49-F238E27FC236}">
                  <a16:creationId xmlns:a16="http://schemas.microsoft.com/office/drawing/2014/main" id="{9E8D9A8C-5892-4D84-AF2A-D8AB50AEFF1F}"/>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1" name="直接连接符 80">
              <a:extLst>
                <a:ext uri="{FF2B5EF4-FFF2-40B4-BE49-F238E27FC236}">
                  <a16:creationId xmlns:a16="http://schemas.microsoft.com/office/drawing/2014/main" id="{20706AB7-E681-4944-BCBA-721BC1AD653E}"/>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5F09D9AA-FB8D-4C05-86CE-ED4C65EAB98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A4E4BDAE-F629-4B89-95AD-E5FB1174E699}"/>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195CCC36-FA9C-4185-B17C-2C4839485C4C}"/>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4CFC753-A177-43CE-8DC7-775BA54CC105}"/>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a:extLst>
              <a:ext uri="{FF2B5EF4-FFF2-40B4-BE49-F238E27FC236}">
                <a16:creationId xmlns:a16="http://schemas.microsoft.com/office/drawing/2014/main" id="{FB5191E3-9E73-4338-AC14-F59A15289E2C}"/>
              </a:ext>
            </a:extLst>
          </p:cNvPr>
          <p:cNvGrpSpPr/>
          <p:nvPr/>
        </p:nvGrpSpPr>
        <p:grpSpPr>
          <a:xfrm>
            <a:off x="1090993" y="0"/>
            <a:ext cx="10956721" cy="836294"/>
            <a:chOff x="1090993" y="1076773"/>
            <a:chExt cx="10956721" cy="836294"/>
          </a:xfrm>
        </p:grpSpPr>
        <p:sp>
          <p:nvSpPr>
            <p:cNvPr id="69" name="任意多边形: 形状 68">
              <a:extLst>
                <a:ext uri="{FF2B5EF4-FFF2-40B4-BE49-F238E27FC236}">
                  <a16:creationId xmlns:a16="http://schemas.microsoft.com/office/drawing/2014/main" id="{9D10EFD3-AE29-4663-9B15-7C82AB811180}"/>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EE1F4B1A-A7A3-4A4B-9AF4-217BD7D86A0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AC02D288-F393-456A-B11E-E0B465485A34}"/>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0945BB3A-6A3D-45AE-84C5-66C253DE219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E29C1747-2EA2-4F66-9437-A4995AB1F019}"/>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843145FE-440F-458C-9B05-FECCCC16F7AE}"/>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5" name="文本框 74">
              <a:extLst>
                <a:ext uri="{FF2B5EF4-FFF2-40B4-BE49-F238E27FC236}">
                  <a16:creationId xmlns:a16="http://schemas.microsoft.com/office/drawing/2014/main" id="{E80FC708-9E0B-4FDD-A8B0-604DC78096B2}"/>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76" name="直接连接符 75">
              <a:extLst>
                <a:ext uri="{FF2B5EF4-FFF2-40B4-BE49-F238E27FC236}">
                  <a16:creationId xmlns:a16="http://schemas.microsoft.com/office/drawing/2014/main" id="{F327AAE1-846F-439B-AD2D-607DC467DEF5}"/>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EFA87B7-F396-451F-8C07-D997291F939F}"/>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10C273B2-83E2-4B70-BBE9-6F069711B959}"/>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D8BEFBBB-4E3C-402E-80A8-9FC9B7040E06}"/>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C54DEE63-18D3-4F1B-B81E-3481396AF0FC}"/>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A5BF97A-8891-44E3-8A56-5BB277172EF7}"/>
              </a:ext>
            </a:extLst>
          </p:cNvPr>
          <p:cNvGrpSpPr/>
          <p:nvPr/>
        </p:nvGrpSpPr>
        <p:grpSpPr>
          <a:xfrm>
            <a:off x="1090993" y="0"/>
            <a:ext cx="10956721" cy="836294"/>
            <a:chOff x="1090993" y="2318571"/>
            <a:chExt cx="10956721" cy="836294"/>
          </a:xfrm>
        </p:grpSpPr>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3A3C9278-F913-445E-A299-7C0AE51AAA81}"/>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3" name="文本框 42">
              <a:extLst>
                <a:ext uri="{FF2B5EF4-FFF2-40B4-BE49-F238E27FC236}">
                  <a16:creationId xmlns:a16="http://schemas.microsoft.com/office/drawing/2014/main" id="{612AB3B7-7C34-41D3-B80B-6EC4A7ED5323}"/>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4" name="文本框 43">
              <a:extLst>
                <a:ext uri="{FF2B5EF4-FFF2-40B4-BE49-F238E27FC236}">
                  <a16:creationId xmlns:a16="http://schemas.microsoft.com/office/drawing/2014/main" id="{50745873-6CF0-48A7-B4A0-D635005B543C}"/>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CDBF7B53-5AE0-4EE3-9604-FC06E33498DF}"/>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6" name="文本框 45">
              <a:extLst>
                <a:ext uri="{FF2B5EF4-FFF2-40B4-BE49-F238E27FC236}">
                  <a16:creationId xmlns:a16="http://schemas.microsoft.com/office/drawing/2014/main" id="{6BFBE882-05BF-4C57-9008-125BC58FE4B2}"/>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7" name="文本框 46">
              <a:extLst>
                <a:ext uri="{FF2B5EF4-FFF2-40B4-BE49-F238E27FC236}">
                  <a16:creationId xmlns:a16="http://schemas.microsoft.com/office/drawing/2014/main" id="{DD79E47F-D734-4568-AF61-299191CFD71C}"/>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3872B908-3AEA-4F79-A1F5-58AE3CAF0D3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49BA7C1-7EAE-4EC6-88FD-017292E8707E}"/>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D3F56C0-0194-41A8-892F-5F969D7D606C}"/>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6AC40DF-15D6-4644-8847-4CD1FFF19D0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FEC7FF4-9128-4FB1-83A7-E91CB203315A}"/>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525646F6-1979-4700-B3DE-481D81DB32C7}"/>
              </a:ext>
            </a:extLst>
          </p:cNvPr>
          <p:cNvGrpSpPr/>
          <p:nvPr/>
        </p:nvGrpSpPr>
        <p:grpSpPr>
          <a:xfrm>
            <a:off x="1090993" y="0"/>
            <a:ext cx="10956721" cy="836294"/>
            <a:chOff x="1090993" y="2318571"/>
            <a:chExt cx="10956721" cy="836294"/>
          </a:xfrm>
        </p:grpSpPr>
        <p:sp>
          <p:nvSpPr>
            <p:cNvPr id="51" name="任意多边形: 形状 50">
              <a:extLst>
                <a:ext uri="{FF2B5EF4-FFF2-40B4-BE49-F238E27FC236}">
                  <a16:creationId xmlns:a16="http://schemas.microsoft.com/office/drawing/2014/main" id="{7C3ACB3E-3998-4078-BC06-C12F628F52E6}"/>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06DC4DD2-8417-4195-972F-EAC04CE6AFEA}"/>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3D1D4243-6FA9-4A24-8E6B-2BD611CF297D}"/>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EAA74367-BC5D-4259-AC76-009A47F35A55}"/>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48EDCC41-A109-4EBC-AD31-D19ACEDFA16A}"/>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D8FBB455-664E-4BC7-A638-4AEEC32212B7}"/>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D2B057DE-13BC-42BF-8496-C1E851A6F209}"/>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8" name="直接连接符 57">
              <a:extLst>
                <a:ext uri="{FF2B5EF4-FFF2-40B4-BE49-F238E27FC236}">
                  <a16:creationId xmlns:a16="http://schemas.microsoft.com/office/drawing/2014/main" id="{6BA6361E-A161-4C00-9DA1-8A864B726A5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670655B-2471-4CC9-8EDA-240791E2F585}"/>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31A9044-81A0-44FA-802F-5A1D2FFF29A4}"/>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B64FFBF-9A9C-47CD-B3A1-6C5AC40833B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EDB3467-77EE-4962-ADAF-D102C0014EA8}"/>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4" name="组合 83">
            <a:extLst>
              <a:ext uri="{FF2B5EF4-FFF2-40B4-BE49-F238E27FC236}">
                <a16:creationId xmlns:a16="http://schemas.microsoft.com/office/drawing/2014/main" id="{6B4A1C04-67AC-4B06-99B4-52844AD7E9DB}"/>
              </a:ext>
            </a:extLst>
          </p:cNvPr>
          <p:cNvGrpSpPr/>
          <p:nvPr/>
        </p:nvGrpSpPr>
        <p:grpSpPr>
          <a:xfrm>
            <a:off x="1090993" y="0"/>
            <a:ext cx="10956721" cy="836294"/>
            <a:chOff x="1090993" y="2318571"/>
            <a:chExt cx="10956721" cy="836294"/>
          </a:xfrm>
        </p:grpSpPr>
        <p:sp>
          <p:nvSpPr>
            <p:cNvPr id="85" name="任意多边形: 形状 84">
              <a:extLst>
                <a:ext uri="{FF2B5EF4-FFF2-40B4-BE49-F238E27FC236}">
                  <a16:creationId xmlns:a16="http://schemas.microsoft.com/office/drawing/2014/main" id="{B7BEEF3B-22E4-4AED-9E08-838FA02955C9}"/>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文本框 85">
              <a:extLst>
                <a:ext uri="{FF2B5EF4-FFF2-40B4-BE49-F238E27FC236}">
                  <a16:creationId xmlns:a16="http://schemas.microsoft.com/office/drawing/2014/main" id="{6E49BABE-1CDF-40C5-A616-AC9240860583}"/>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87" name="文本框 86">
              <a:extLst>
                <a:ext uri="{FF2B5EF4-FFF2-40B4-BE49-F238E27FC236}">
                  <a16:creationId xmlns:a16="http://schemas.microsoft.com/office/drawing/2014/main" id="{69C048E0-8A37-4FAA-A0C3-11399C8FEE20}"/>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88" name="文本框 87">
              <a:extLst>
                <a:ext uri="{FF2B5EF4-FFF2-40B4-BE49-F238E27FC236}">
                  <a16:creationId xmlns:a16="http://schemas.microsoft.com/office/drawing/2014/main" id="{DEA2E2AE-CE9A-46A5-BDF9-ECCD337ABFB4}"/>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89" name="文本框 88">
              <a:extLst>
                <a:ext uri="{FF2B5EF4-FFF2-40B4-BE49-F238E27FC236}">
                  <a16:creationId xmlns:a16="http://schemas.microsoft.com/office/drawing/2014/main" id="{6209057D-A84E-44ED-A88B-FBF6F1BB2FB4}"/>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0" name="文本框 89">
              <a:extLst>
                <a:ext uri="{FF2B5EF4-FFF2-40B4-BE49-F238E27FC236}">
                  <a16:creationId xmlns:a16="http://schemas.microsoft.com/office/drawing/2014/main" id="{24B7A2FB-5DE7-4198-A9A9-DE8FFA2FF5F0}"/>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1" name="文本框 90">
              <a:extLst>
                <a:ext uri="{FF2B5EF4-FFF2-40B4-BE49-F238E27FC236}">
                  <a16:creationId xmlns:a16="http://schemas.microsoft.com/office/drawing/2014/main" id="{BE42B0F2-0C6E-419A-969C-B84697143FA8}"/>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92" name="直接连接符 91">
              <a:extLst>
                <a:ext uri="{FF2B5EF4-FFF2-40B4-BE49-F238E27FC236}">
                  <a16:creationId xmlns:a16="http://schemas.microsoft.com/office/drawing/2014/main" id="{CDE3207E-3254-4F3B-99B0-06E7A7B6269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0F6FBE1-586B-40BC-AD9F-29FCF707EDFA}"/>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7F022DA-82C6-4863-8F57-7E07B94138C1}"/>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3F415C7C-1F35-45E3-B6D8-613B984DE872}"/>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D0C87AD8-1A49-4385-8F91-05975F786567}"/>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5" name="组合 24">
            <a:extLst>
              <a:ext uri="{FF2B5EF4-FFF2-40B4-BE49-F238E27FC236}">
                <a16:creationId xmlns:a16="http://schemas.microsoft.com/office/drawing/2014/main" id="{8A75A5E0-0507-41B1-BEEB-61E15D37A287}"/>
              </a:ext>
            </a:extLst>
          </p:cNvPr>
          <p:cNvGrpSpPr/>
          <p:nvPr/>
        </p:nvGrpSpPr>
        <p:grpSpPr>
          <a:xfrm>
            <a:off x="1090993" y="0"/>
            <a:ext cx="10956721" cy="836294"/>
            <a:chOff x="1090993" y="3409258"/>
            <a:chExt cx="10956721" cy="836294"/>
          </a:xfrm>
        </p:grpSpPr>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3409258"/>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E0B7539-F683-4FEE-9132-B8642FCA4B10}"/>
                </a:ext>
              </a:extLst>
            </p:cNvPr>
            <p:cNvSpPr txBox="1"/>
            <p:nvPr/>
          </p:nvSpPr>
          <p:spPr>
            <a:xfrm>
              <a:off x="7272525" y="3673219"/>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8" name="文本框 37">
              <a:extLst>
                <a:ext uri="{FF2B5EF4-FFF2-40B4-BE49-F238E27FC236}">
                  <a16:creationId xmlns:a16="http://schemas.microsoft.com/office/drawing/2014/main" id="{1EC81168-E25F-4DC5-B2E5-7A2B58C36A4E}"/>
                </a:ext>
              </a:extLst>
            </p:cNvPr>
            <p:cNvSpPr txBox="1"/>
            <p:nvPr/>
          </p:nvSpPr>
          <p:spPr>
            <a:xfrm>
              <a:off x="5209025" y="3673219"/>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1" name="文本框 40">
              <a:extLst>
                <a:ext uri="{FF2B5EF4-FFF2-40B4-BE49-F238E27FC236}">
                  <a16:creationId xmlns:a16="http://schemas.microsoft.com/office/drawing/2014/main" id="{52E93C2B-232B-4660-B179-3AB3D4B12C73}"/>
                </a:ext>
              </a:extLst>
            </p:cNvPr>
            <p:cNvSpPr txBox="1"/>
            <p:nvPr/>
          </p:nvSpPr>
          <p:spPr>
            <a:xfrm>
              <a:off x="9325073" y="3673219"/>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A118CAF-9FF9-454E-A789-6E407130FCFC}"/>
                </a:ext>
              </a:extLst>
            </p:cNvPr>
            <p:cNvSpPr txBox="1"/>
            <p:nvPr/>
          </p:nvSpPr>
          <p:spPr>
            <a:xfrm>
              <a:off x="3153565" y="3673219"/>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3" name="文本框 42">
              <a:extLst>
                <a:ext uri="{FF2B5EF4-FFF2-40B4-BE49-F238E27FC236}">
                  <a16:creationId xmlns:a16="http://schemas.microsoft.com/office/drawing/2014/main" id="{1E64064F-A986-4DB4-B71E-9F8A2C38E004}"/>
                </a:ext>
              </a:extLst>
            </p:cNvPr>
            <p:cNvSpPr txBox="1"/>
            <p:nvPr/>
          </p:nvSpPr>
          <p:spPr>
            <a:xfrm>
              <a:off x="1090993" y="3673219"/>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4" name="文本框 43">
              <a:extLst>
                <a:ext uri="{FF2B5EF4-FFF2-40B4-BE49-F238E27FC236}">
                  <a16:creationId xmlns:a16="http://schemas.microsoft.com/office/drawing/2014/main" id="{D6448CEA-D31A-4D79-BEA7-888633268991}"/>
                </a:ext>
              </a:extLst>
            </p:cNvPr>
            <p:cNvSpPr txBox="1"/>
            <p:nvPr/>
          </p:nvSpPr>
          <p:spPr>
            <a:xfrm>
              <a:off x="10893226" y="3673219"/>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5" name="直接连接符 44">
              <a:extLst>
                <a:ext uri="{FF2B5EF4-FFF2-40B4-BE49-F238E27FC236}">
                  <a16:creationId xmlns:a16="http://schemas.microsoft.com/office/drawing/2014/main" id="{832FFC4C-1BB7-490B-B684-F4917D99E8A4}"/>
                </a:ext>
              </a:extLst>
            </p:cNvPr>
            <p:cNvCxnSpPr/>
            <p:nvPr/>
          </p:nvCxnSpPr>
          <p:spPr>
            <a:xfrm>
              <a:off x="71543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830D469-5450-4778-834E-8F3F7BBBCFD2}"/>
                </a:ext>
              </a:extLst>
            </p:cNvPr>
            <p:cNvCxnSpPr/>
            <p:nvPr/>
          </p:nvCxnSpPr>
          <p:spPr>
            <a:xfrm>
              <a:off x="50908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B6BE5A-B1AA-47D3-8A79-0547FBC51BFF}"/>
                </a:ext>
              </a:extLst>
            </p:cNvPr>
            <p:cNvCxnSpPr/>
            <p:nvPr/>
          </p:nvCxnSpPr>
          <p:spPr>
            <a:xfrm>
              <a:off x="9206861"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8C757FF-F90E-4DCF-A331-FB1EFE1102CB}"/>
                </a:ext>
              </a:extLst>
            </p:cNvPr>
            <p:cNvCxnSpPr/>
            <p:nvPr/>
          </p:nvCxnSpPr>
          <p:spPr>
            <a:xfrm>
              <a:off x="10775015"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398B600-C9A1-4DF5-BBC8-DA2D25E82A17}"/>
                </a:ext>
              </a:extLst>
            </p:cNvPr>
            <p:cNvCxnSpPr/>
            <p:nvPr/>
          </p:nvCxnSpPr>
          <p:spPr>
            <a:xfrm>
              <a:off x="303535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7" name="组合 26">
            <a:extLst>
              <a:ext uri="{FF2B5EF4-FFF2-40B4-BE49-F238E27FC236}">
                <a16:creationId xmlns:a16="http://schemas.microsoft.com/office/drawing/2014/main" id="{6E0F1A38-E324-4EBB-80A6-4CA11973D8C6}"/>
              </a:ext>
            </a:extLst>
          </p:cNvPr>
          <p:cNvGrpSpPr/>
          <p:nvPr/>
        </p:nvGrpSpPr>
        <p:grpSpPr>
          <a:xfrm>
            <a:off x="1090993" y="0"/>
            <a:ext cx="10956721" cy="836294"/>
            <a:chOff x="1090993" y="4562756"/>
            <a:chExt cx="10956721" cy="836294"/>
          </a:xfrm>
        </p:grpSpPr>
        <p:cxnSp>
          <p:nvCxnSpPr>
            <p:cNvPr id="38" name="直接连接符 37">
              <a:extLst>
                <a:ext uri="{FF2B5EF4-FFF2-40B4-BE49-F238E27FC236}">
                  <a16:creationId xmlns:a16="http://schemas.microsoft.com/office/drawing/2014/main" id="{0A048ED2-18CD-488C-A514-0AAF05D5C401}"/>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6D0D17A-333D-4183-8C3F-0E8892DE2486}"/>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201840E-0F21-4BB0-96B4-0BF58C65711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0" name="文本框 29">
              <a:extLst>
                <a:ext uri="{FF2B5EF4-FFF2-40B4-BE49-F238E27FC236}">
                  <a16:creationId xmlns:a16="http://schemas.microsoft.com/office/drawing/2014/main" id="{B60D239F-32FF-4B59-81A5-D76F66E5B17E}"/>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2" name="文本框 31">
              <a:extLst>
                <a:ext uri="{FF2B5EF4-FFF2-40B4-BE49-F238E27FC236}">
                  <a16:creationId xmlns:a16="http://schemas.microsoft.com/office/drawing/2014/main" id="{81B9EB8F-B7EE-44E6-8FED-0A6F80C016D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3" name="文本框 32">
              <a:extLst>
                <a:ext uri="{FF2B5EF4-FFF2-40B4-BE49-F238E27FC236}">
                  <a16:creationId xmlns:a16="http://schemas.microsoft.com/office/drawing/2014/main" id="{3A99197A-9DDB-4525-8039-5E6206413A4F}"/>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4" name="文本框 33">
              <a:extLst>
                <a:ext uri="{FF2B5EF4-FFF2-40B4-BE49-F238E27FC236}">
                  <a16:creationId xmlns:a16="http://schemas.microsoft.com/office/drawing/2014/main" id="{AC5FDB4E-2DF0-40D4-81F9-C366AD981993}"/>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5" name="直接连接符 34">
              <a:extLst>
                <a:ext uri="{FF2B5EF4-FFF2-40B4-BE49-F238E27FC236}">
                  <a16:creationId xmlns:a16="http://schemas.microsoft.com/office/drawing/2014/main" id="{E83BCA7D-5542-4ABA-870C-C9B8656AED34}"/>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F848FBB-F13E-4D7B-A184-F33A08C3E049}"/>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7B24B83-2D24-4716-B54E-9D83FD4758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60F3F1B3-06AA-44A2-B5B4-D29559CEF807}"/>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FE40604D-D322-42B9-8D11-69259FCF4A76}"/>
              </a:ext>
            </a:extLst>
          </p:cNvPr>
          <p:cNvGrpSpPr/>
          <p:nvPr/>
        </p:nvGrpSpPr>
        <p:grpSpPr>
          <a:xfrm>
            <a:off x="1090993" y="0"/>
            <a:ext cx="10956721" cy="836294"/>
            <a:chOff x="1090993" y="4562756"/>
            <a:chExt cx="10956721" cy="836294"/>
          </a:xfrm>
        </p:grpSpPr>
        <p:cxnSp>
          <p:nvCxnSpPr>
            <p:cNvPr id="49" name="直接连接符 48">
              <a:extLst>
                <a:ext uri="{FF2B5EF4-FFF2-40B4-BE49-F238E27FC236}">
                  <a16:creationId xmlns:a16="http://schemas.microsoft.com/office/drawing/2014/main" id="{E6C4CF4F-8B11-4508-B259-FFF8934278AC}"/>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3409DB9-A5AD-46CA-AB6E-0E8FCFEC36A3}"/>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96A15B45-8986-4494-9B99-1D804DA4E374}"/>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53" name="文本框 52">
              <a:extLst>
                <a:ext uri="{FF2B5EF4-FFF2-40B4-BE49-F238E27FC236}">
                  <a16:creationId xmlns:a16="http://schemas.microsoft.com/office/drawing/2014/main" id="{D7E8F9EB-CFB6-423E-9905-C27483381DEF}"/>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5" name="文本框 54">
              <a:extLst>
                <a:ext uri="{FF2B5EF4-FFF2-40B4-BE49-F238E27FC236}">
                  <a16:creationId xmlns:a16="http://schemas.microsoft.com/office/drawing/2014/main" id="{C356AB29-779C-4327-9C2F-A2C9E8A8792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48588C1C-913B-4046-88BD-657C0535DC18}"/>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6F4B58EF-E3C3-46EA-A636-20FFA33F5CFF}"/>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9" name="直接连接符 58">
              <a:extLst>
                <a:ext uri="{FF2B5EF4-FFF2-40B4-BE49-F238E27FC236}">
                  <a16:creationId xmlns:a16="http://schemas.microsoft.com/office/drawing/2014/main" id="{7155BDCB-FF56-4277-BB90-F7458A284CBC}"/>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C631F34-A1F5-43AD-8DF2-92803FD8CE44}"/>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47F48CE-156B-43A8-9BF6-EE9D14D81F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1" name="任意多边形: 形状 50">
              <a:extLst>
                <a:ext uri="{FF2B5EF4-FFF2-40B4-BE49-F238E27FC236}">
                  <a16:creationId xmlns:a16="http://schemas.microsoft.com/office/drawing/2014/main" id="{582403A7-BA6C-4F68-A133-5AC712DBEE1F}"/>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40109597-C51C-48B4-9483-688438D6528A}"/>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a:extLst>
              <a:ext uri="{FF2B5EF4-FFF2-40B4-BE49-F238E27FC236}">
                <a16:creationId xmlns:a16="http://schemas.microsoft.com/office/drawing/2014/main" id="{4FDC26CD-5975-448F-8890-8C28FD903BEC}"/>
              </a:ext>
            </a:extLst>
          </p:cNvPr>
          <p:cNvGrpSpPr/>
          <p:nvPr/>
        </p:nvGrpSpPr>
        <p:grpSpPr>
          <a:xfrm>
            <a:off x="1090993" y="0"/>
            <a:ext cx="10956721" cy="836294"/>
            <a:chOff x="1090993" y="4562756"/>
            <a:chExt cx="10956721" cy="836294"/>
          </a:xfrm>
        </p:grpSpPr>
        <p:cxnSp>
          <p:nvCxnSpPr>
            <p:cNvPr id="73" name="直接连接符 72">
              <a:extLst>
                <a:ext uri="{FF2B5EF4-FFF2-40B4-BE49-F238E27FC236}">
                  <a16:creationId xmlns:a16="http://schemas.microsoft.com/office/drawing/2014/main" id="{365EE7FD-8D4D-4B8E-ACA1-844E7416F0D7}"/>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58FB186-E085-42E4-8C21-5FB943D16503}"/>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8BA8AE0B-408F-4BAD-946D-7C1300D16AB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76" name="文本框 75">
              <a:extLst>
                <a:ext uri="{FF2B5EF4-FFF2-40B4-BE49-F238E27FC236}">
                  <a16:creationId xmlns:a16="http://schemas.microsoft.com/office/drawing/2014/main" id="{FB62BF9E-F647-43D1-908A-C740C1B16D58}"/>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78" name="文本框 77">
              <a:extLst>
                <a:ext uri="{FF2B5EF4-FFF2-40B4-BE49-F238E27FC236}">
                  <a16:creationId xmlns:a16="http://schemas.microsoft.com/office/drawing/2014/main" id="{1322831C-E8B3-4ECD-9F45-9DC9C1246776}"/>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79" name="文本框 78">
              <a:extLst>
                <a:ext uri="{FF2B5EF4-FFF2-40B4-BE49-F238E27FC236}">
                  <a16:creationId xmlns:a16="http://schemas.microsoft.com/office/drawing/2014/main" id="{EAA9556E-8725-4B3F-8CCE-5E7CDCEF98E4}"/>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1" name="文本框 80">
              <a:extLst>
                <a:ext uri="{FF2B5EF4-FFF2-40B4-BE49-F238E27FC236}">
                  <a16:creationId xmlns:a16="http://schemas.microsoft.com/office/drawing/2014/main" id="{1552526E-B6B0-4D08-95CF-33AF7B744F05}"/>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82" name="直接连接符 81">
              <a:extLst>
                <a:ext uri="{FF2B5EF4-FFF2-40B4-BE49-F238E27FC236}">
                  <a16:creationId xmlns:a16="http://schemas.microsoft.com/office/drawing/2014/main" id="{C22916C3-C6D9-4143-8DB5-1A80E6030B8B}"/>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787754B-E716-451A-80D0-5275D8B92E84}"/>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0D7FD8F-FE2A-41D2-9CA7-415A8A6820CF}"/>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5" name="任意多边形: 形状 84">
              <a:extLst>
                <a:ext uri="{FF2B5EF4-FFF2-40B4-BE49-F238E27FC236}">
                  <a16:creationId xmlns:a16="http://schemas.microsoft.com/office/drawing/2014/main" id="{16810701-BDDF-44B9-8F9D-3ACC15197AB7}"/>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文本框 85">
              <a:extLst>
                <a:ext uri="{FF2B5EF4-FFF2-40B4-BE49-F238E27FC236}">
                  <a16:creationId xmlns:a16="http://schemas.microsoft.com/office/drawing/2014/main" id="{819C2637-CC72-4D26-BA98-09567E18EB72}"/>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113" name="组合 112">
            <a:extLst>
              <a:ext uri="{FF2B5EF4-FFF2-40B4-BE49-F238E27FC236}">
                <a16:creationId xmlns:a16="http://schemas.microsoft.com/office/drawing/2014/main" id="{1C36E7CC-33B3-47DC-A442-7124D851E82F}"/>
              </a:ext>
            </a:extLst>
          </p:cNvPr>
          <p:cNvGrpSpPr/>
          <p:nvPr/>
        </p:nvGrpSpPr>
        <p:grpSpPr>
          <a:xfrm>
            <a:off x="1090993" y="0"/>
            <a:ext cx="10956721" cy="836294"/>
            <a:chOff x="1090993" y="4562756"/>
            <a:chExt cx="10956721" cy="836294"/>
          </a:xfrm>
        </p:grpSpPr>
        <p:cxnSp>
          <p:nvCxnSpPr>
            <p:cNvPr id="114" name="直接连接符 113">
              <a:extLst>
                <a:ext uri="{FF2B5EF4-FFF2-40B4-BE49-F238E27FC236}">
                  <a16:creationId xmlns:a16="http://schemas.microsoft.com/office/drawing/2014/main" id="{0DDA5212-6AA2-47FA-9B84-64DB0B982097}"/>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59CF2C9-E90F-45E2-95C7-BA07108BD40F}"/>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6" name="文本框 115">
              <a:extLst>
                <a:ext uri="{FF2B5EF4-FFF2-40B4-BE49-F238E27FC236}">
                  <a16:creationId xmlns:a16="http://schemas.microsoft.com/office/drawing/2014/main" id="{3DE36E97-66D3-4CAC-AE70-E11870AF13C1}"/>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117" name="文本框 116">
              <a:extLst>
                <a:ext uri="{FF2B5EF4-FFF2-40B4-BE49-F238E27FC236}">
                  <a16:creationId xmlns:a16="http://schemas.microsoft.com/office/drawing/2014/main" id="{257AD0F9-7AE3-4485-82CA-B31E41F14C09}"/>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118" name="文本框 117">
              <a:extLst>
                <a:ext uri="{FF2B5EF4-FFF2-40B4-BE49-F238E27FC236}">
                  <a16:creationId xmlns:a16="http://schemas.microsoft.com/office/drawing/2014/main" id="{71CA7D4C-107F-4668-B1FC-A7250C7A56E2}"/>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119" name="文本框 118">
              <a:extLst>
                <a:ext uri="{FF2B5EF4-FFF2-40B4-BE49-F238E27FC236}">
                  <a16:creationId xmlns:a16="http://schemas.microsoft.com/office/drawing/2014/main" id="{D705964A-96CE-46D3-B257-3A2AA19926E2}"/>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20" name="文本框 119">
              <a:extLst>
                <a:ext uri="{FF2B5EF4-FFF2-40B4-BE49-F238E27FC236}">
                  <a16:creationId xmlns:a16="http://schemas.microsoft.com/office/drawing/2014/main" id="{510FF4E7-F47D-4AA4-A40B-CBDC9C2E213D}"/>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121" name="直接连接符 120">
              <a:extLst>
                <a:ext uri="{FF2B5EF4-FFF2-40B4-BE49-F238E27FC236}">
                  <a16:creationId xmlns:a16="http://schemas.microsoft.com/office/drawing/2014/main" id="{EA3737A0-A879-409F-B86A-2A904C5E6409}"/>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36DAB1EA-7FE1-4951-8167-E8962A615423}"/>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C05FAFA7-25F5-47AE-9D8F-BE25B8E04899}"/>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4" name="任意多边形: 形状 123">
              <a:extLst>
                <a:ext uri="{FF2B5EF4-FFF2-40B4-BE49-F238E27FC236}">
                  <a16:creationId xmlns:a16="http://schemas.microsoft.com/office/drawing/2014/main" id="{156DA62E-0FAB-46D0-BC51-4849EA1159C2}"/>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文本框 124">
              <a:extLst>
                <a:ext uri="{FF2B5EF4-FFF2-40B4-BE49-F238E27FC236}">
                  <a16:creationId xmlns:a16="http://schemas.microsoft.com/office/drawing/2014/main" id="{1A032DB3-0DBC-4B6A-8D12-F08BA9AF40EA}"/>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4" name="组合 93">
            <a:extLst>
              <a:ext uri="{FF2B5EF4-FFF2-40B4-BE49-F238E27FC236}">
                <a16:creationId xmlns:a16="http://schemas.microsoft.com/office/drawing/2014/main" id="{F2850A2D-0595-4EBD-931E-9F047798C607}"/>
              </a:ext>
            </a:extLst>
          </p:cNvPr>
          <p:cNvGrpSpPr/>
          <p:nvPr/>
        </p:nvGrpSpPr>
        <p:grpSpPr>
          <a:xfrm>
            <a:off x="1090993" y="0"/>
            <a:ext cx="11398075" cy="836294"/>
            <a:chOff x="1090993" y="5660441"/>
            <a:chExt cx="11398075" cy="836294"/>
          </a:xfrm>
        </p:grpSpPr>
        <p:sp>
          <p:nvSpPr>
            <p:cNvPr id="95" name="文本框 94">
              <a:extLst>
                <a:ext uri="{FF2B5EF4-FFF2-40B4-BE49-F238E27FC236}">
                  <a16:creationId xmlns:a16="http://schemas.microsoft.com/office/drawing/2014/main" id="{0C1238E4-9732-4CE3-8D11-C685DA57C30A}"/>
                </a:ext>
              </a:extLst>
            </p:cNvPr>
            <p:cNvSpPr txBox="1"/>
            <p:nvPr/>
          </p:nvSpPr>
          <p:spPr>
            <a:xfrm>
              <a:off x="7272525" y="5924402"/>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96" name="文本框 95">
              <a:extLst>
                <a:ext uri="{FF2B5EF4-FFF2-40B4-BE49-F238E27FC236}">
                  <a16:creationId xmlns:a16="http://schemas.microsoft.com/office/drawing/2014/main" id="{C4154E25-19E0-451B-B6E1-784AB41770F7}"/>
                </a:ext>
              </a:extLst>
            </p:cNvPr>
            <p:cNvSpPr txBox="1"/>
            <p:nvPr/>
          </p:nvSpPr>
          <p:spPr>
            <a:xfrm>
              <a:off x="5209025" y="5924402"/>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8B6F87F8-1DC9-4F3E-9295-11ED43E94222}"/>
                </a:ext>
              </a:extLst>
            </p:cNvPr>
            <p:cNvSpPr txBox="1"/>
            <p:nvPr/>
          </p:nvSpPr>
          <p:spPr>
            <a:xfrm>
              <a:off x="9325073" y="5924402"/>
              <a:ext cx="1331730"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已开展工作</a:t>
              </a:r>
            </a:p>
          </p:txBody>
        </p:sp>
        <p:sp>
          <p:nvSpPr>
            <p:cNvPr id="98" name="文本框 97">
              <a:extLst>
                <a:ext uri="{FF2B5EF4-FFF2-40B4-BE49-F238E27FC236}">
                  <a16:creationId xmlns:a16="http://schemas.microsoft.com/office/drawing/2014/main" id="{731C8F47-B2FE-42D2-BA17-F798FA6013A4}"/>
                </a:ext>
              </a:extLst>
            </p:cNvPr>
            <p:cNvSpPr txBox="1"/>
            <p:nvPr/>
          </p:nvSpPr>
          <p:spPr>
            <a:xfrm>
              <a:off x="3153565" y="592440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35DB850E-0360-4E1E-B694-D8C218281927}"/>
                </a:ext>
              </a:extLst>
            </p:cNvPr>
            <p:cNvSpPr txBox="1"/>
            <p:nvPr/>
          </p:nvSpPr>
          <p:spPr>
            <a:xfrm>
              <a:off x="1090993" y="592440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cxnSp>
          <p:nvCxnSpPr>
            <p:cNvPr id="100" name="直接连接符 99">
              <a:extLst>
                <a:ext uri="{FF2B5EF4-FFF2-40B4-BE49-F238E27FC236}">
                  <a16:creationId xmlns:a16="http://schemas.microsoft.com/office/drawing/2014/main" id="{F6F4385B-39B0-42F5-97FA-15837E02DBE6}"/>
                </a:ext>
              </a:extLst>
            </p:cNvPr>
            <p:cNvCxnSpPr/>
            <p:nvPr/>
          </p:nvCxnSpPr>
          <p:spPr>
            <a:xfrm>
              <a:off x="71543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F078FA1-58EF-4180-A024-01888C94BD5A}"/>
                </a:ext>
              </a:extLst>
            </p:cNvPr>
            <p:cNvCxnSpPr/>
            <p:nvPr/>
          </p:nvCxnSpPr>
          <p:spPr>
            <a:xfrm>
              <a:off x="50908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07F1CCD-3871-489A-B8D6-37946C53417F}"/>
                </a:ext>
              </a:extLst>
            </p:cNvPr>
            <p:cNvCxnSpPr/>
            <p:nvPr/>
          </p:nvCxnSpPr>
          <p:spPr>
            <a:xfrm>
              <a:off x="9206861"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E080A89-08BE-4833-A97A-117E7FB5C53A}"/>
                </a:ext>
              </a:extLst>
            </p:cNvPr>
            <p:cNvCxnSpPr/>
            <p:nvPr/>
          </p:nvCxnSpPr>
          <p:spPr>
            <a:xfrm>
              <a:off x="10775015"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46DA7BFD-83F9-440B-B1FB-6BE9809B2F7A}"/>
                </a:ext>
              </a:extLst>
            </p:cNvPr>
            <p:cNvCxnSpPr/>
            <p:nvPr/>
          </p:nvCxnSpPr>
          <p:spPr>
            <a:xfrm>
              <a:off x="303535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5660441"/>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文本框 105">
              <a:extLst>
                <a:ext uri="{FF2B5EF4-FFF2-40B4-BE49-F238E27FC236}">
                  <a16:creationId xmlns:a16="http://schemas.microsoft.com/office/drawing/2014/main" id="{7C6D0B81-61A1-4223-959C-CB85BAD6A193}"/>
                </a:ext>
              </a:extLst>
            </p:cNvPr>
            <p:cNvSpPr txBox="1"/>
            <p:nvPr/>
          </p:nvSpPr>
          <p:spPr>
            <a:xfrm>
              <a:off x="10893226" y="5924402"/>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5748</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480</cp:revision>
  <dcterms:created xsi:type="dcterms:W3CDTF">2025-12-29T13:01:08Z</dcterms:created>
  <dcterms:modified xsi:type="dcterms:W3CDTF">2026-01-15T03:10:17Z</dcterms:modified>
</cp:coreProperties>
</file>