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66" r:id="rId4"/>
    <p:sldId id="26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4E351-AC56-4EF0-8E9B-73B5F0AA19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33DD-64ED-423D-82A7-D74E881954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6.png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23" y="463"/>
          <a:ext cx="12190353" cy="6857076"/>
        </p:xfrm>
        <a:graphic>
          <a:graphicData uri="http://schemas.openxmlformats.org/drawingml/2006/table">
            <a:tbl>
              <a:tblPr firstRow="1" bandRow="1"/>
              <a:tblGrid>
                <a:gridCol w="4063451"/>
                <a:gridCol w="4063451"/>
                <a:gridCol w="4063451"/>
              </a:tblGrid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909" y="1293925"/>
            <a:ext cx="2869454" cy="863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421" y="1403667"/>
            <a:ext cx="2666306" cy="5586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82" y="1293922"/>
            <a:ext cx="2564732" cy="7871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212" y="129159"/>
            <a:ext cx="2882150" cy="8887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171" y="216317"/>
            <a:ext cx="3059904" cy="7110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46" y="161811"/>
            <a:ext cx="3072601" cy="8252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305" y="5889724"/>
            <a:ext cx="2945635" cy="6983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11" y="5819894"/>
            <a:ext cx="3174174" cy="8379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09" y="4787772"/>
            <a:ext cx="3402715" cy="69831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87" y="3663889"/>
            <a:ext cx="3224962" cy="95225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92" y="2559052"/>
            <a:ext cx="2856757" cy="584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421" y="2438657"/>
            <a:ext cx="2069563" cy="74910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452" y="3562314"/>
            <a:ext cx="3669346" cy="92685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614" y="4767574"/>
            <a:ext cx="2336192" cy="73640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212" y="5837785"/>
            <a:ext cx="2844060" cy="876072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61" y="4787770"/>
            <a:ext cx="2666306" cy="787197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60" y="3663890"/>
            <a:ext cx="2513947" cy="72371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46" y="2406691"/>
            <a:ext cx="2412373" cy="8887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23" y="464"/>
          <a:ext cx="12190353" cy="6857076"/>
        </p:xfrm>
        <a:graphic>
          <a:graphicData uri="http://schemas.openxmlformats.org/drawingml/2006/table">
            <a:tbl>
              <a:tblPr firstRow="1" bandRow="1"/>
              <a:tblGrid>
                <a:gridCol w="4063451"/>
                <a:gridCol w="4063451"/>
                <a:gridCol w="4063451"/>
              </a:tblGrid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428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entury Gothic" panose="020B0502020202020204"/>
                        </a:defRPr>
                      </a:lvl9pPr>
                    </a:lstStyle>
                    <a:p>
                      <a:endParaRPr lang="zh-CN" altLang="en-US" sz="1900" dirty="0"/>
                    </a:p>
                  </a:txBody>
                  <a:tcPr marL="91428" marR="91428" marT="45714" marB="45714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88" y="5901126"/>
            <a:ext cx="3326535" cy="6983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02" y="3605010"/>
            <a:ext cx="3428107" cy="7618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11" y="4740369"/>
            <a:ext cx="1980685" cy="78719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6" y="2481209"/>
            <a:ext cx="3694740" cy="72371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57" y="1293922"/>
            <a:ext cx="2704397" cy="78719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199" y="195516"/>
            <a:ext cx="3009118" cy="69831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710" y="4816549"/>
            <a:ext cx="2361587" cy="63483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216" y="3659429"/>
            <a:ext cx="2780576" cy="60944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191" y="2392330"/>
            <a:ext cx="3072601" cy="90146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816" y="1293924"/>
            <a:ext cx="4062943" cy="8252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581" y="151076"/>
            <a:ext cx="3415413" cy="78719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083" y="142051"/>
            <a:ext cx="3313840" cy="78719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487" y="2474909"/>
            <a:ext cx="2971027" cy="83798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9" y="3704659"/>
            <a:ext cx="3224962" cy="60944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234" y="4740370"/>
            <a:ext cx="2539340" cy="83798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700" y="5863035"/>
            <a:ext cx="2717093" cy="774498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21" y="5901125"/>
            <a:ext cx="2844060" cy="79989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722" y="1293923"/>
            <a:ext cx="3618558" cy="9395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  <a:gridCol w="4064000"/>
              </a:tblGrid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65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05740" y="156845"/>
            <a:ext cx="3278505" cy="885190"/>
            <a:chOff x="1870" y="5741"/>
            <a:chExt cx="5163" cy="1394"/>
          </a:xfrm>
        </p:grpSpPr>
        <p:pic>
          <p:nvPicPr>
            <p:cNvPr id="3" name="图片 2" descr="安徽"/>
            <p:cNvPicPr>
              <a:picLocks noChangeAspect="1"/>
            </p:cNvPicPr>
            <p:nvPr/>
          </p:nvPicPr>
          <p:blipFill>
            <a:blip r:embed="rId1"/>
            <a:srcRect l="26467" t="12717" r="26867" b="39533"/>
            <a:stretch>
              <a:fillRect/>
            </a:stretch>
          </p:blipFill>
          <p:spPr>
            <a:xfrm>
              <a:off x="1870" y="5741"/>
              <a:ext cx="1362" cy="1394"/>
            </a:xfrm>
            <a:prstGeom prst="rect">
              <a:avLst/>
            </a:prstGeom>
          </p:spPr>
        </p:pic>
        <p:pic>
          <p:nvPicPr>
            <p:cNvPr id="5" name="图片 4" descr="安徽"/>
            <p:cNvPicPr>
              <a:picLocks noChangeAspect="1"/>
            </p:cNvPicPr>
            <p:nvPr/>
          </p:nvPicPr>
          <p:blipFill>
            <a:blip r:embed="rId1"/>
            <a:srcRect l="3922" t="62145" r="2849" b="10657"/>
            <a:stretch>
              <a:fillRect/>
            </a:stretch>
          </p:blipFill>
          <p:spPr>
            <a:xfrm>
              <a:off x="3231" y="5883"/>
              <a:ext cx="3803" cy="1110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4273550" y="84455"/>
            <a:ext cx="3608070" cy="965200"/>
            <a:chOff x="7200" y="5627"/>
            <a:chExt cx="5682" cy="1520"/>
          </a:xfrm>
        </p:grpSpPr>
        <p:pic>
          <p:nvPicPr>
            <p:cNvPr id="6" name="图片 5" descr="山西"/>
            <p:cNvPicPr>
              <a:picLocks noChangeAspect="1"/>
            </p:cNvPicPr>
            <p:nvPr/>
          </p:nvPicPr>
          <p:blipFill>
            <a:blip r:embed="rId2"/>
            <a:srcRect l="35917" t="24567" r="35750" b="47083"/>
            <a:stretch>
              <a:fillRect/>
            </a:stretch>
          </p:blipFill>
          <p:spPr>
            <a:xfrm>
              <a:off x="7200" y="5627"/>
              <a:ext cx="1520" cy="1521"/>
            </a:xfrm>
            <a:prstGeom prst="rect">
              <a:avLst/>
            </a:prstGeom>
          </p:spPr>
        </p:pic>
        <p:pic>
          <p:nvPicPr>
            <p:cNvPr id="8" name="图片 7" descr="山西"/>
            <p:cNvPicPr>
              <a:picLocks noChangeAspect="1"/>
            </p:cNvPicPr>
            <p:nvPr/>
          </p:nvPicPr>
          <p:blipFill>
            <a:blip r:embed="rId2"/>
            <a:srcRect l="6335" t="54949" r="7007" b="23039"/>
            <a:stretch>
              <a:fillRect/>
            </a:stretch>
          </p:blipFill>
          <p:spPr>
            <a:xfrm>
              <a:off x="8674" y="5853"/>
              <a:ext cx="4209" cy="10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Century Gothic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许疆</dc:creator>
  <cp:lastModifiedBy>猪小咸</cp:lastModifiedBy>
  <cp:revision>26</cp:revision>
  <dcterms:created xsi:type="dcterms:W3CDTF">2018-02-28T15:35:00Z</dcterms:created>
  <dcterms:modified xsi:type="dcterms:W3CDTF">2026-01-24T15:08:38Z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C9648836928946CABE38228783A48930_12</vt:lpwstr>
  </property>
  <property fmtid="{D5CDD505-2E9C-101B-9397-08002B2CF9AE}" pid="3" name="KSOProductBuildVer">
    <vt:lpwstr>2052-12.1.0.24657</vt:lpwstr>
  </property>
</Properties>
</file>