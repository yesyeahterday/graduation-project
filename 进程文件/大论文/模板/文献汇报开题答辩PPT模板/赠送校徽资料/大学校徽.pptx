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0" Type="http://schemas.openxmlformats.org/officeDocument/2006/relationships/notesSlide" Target="../notesSlides/notesSlide1.xml"/><Relationship Id="rId2" Type="http://schemas.openxmlformats.org/officeDocument/2006/relationships/image" Target="../media/image2.png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png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0" Type="http://schemas.openxmlformats.org/officeDocument/2006/relationships/notesSlide" Target="../notesSlides/notesSlide2.xml"/><Relationship Id="rId2" Type="http://schemas.openxmlformats.org/officeDocument/2006/relationships/image" Target="../media/image20.png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36.png"/><Relationship Id="rId17" Type="http://schemas.openxmlformats.org/officeDocument/2006/relationships/image" Target="../media/image35.png"/><Relationship Id="rId16" Type="http://schemas.openxmlformats.org/officeDocument/2006/relationships/image" Target="../media/image34.png"/><Relationship Id="rId15" Type="http://schemas.openxmlformats.org/officeDocument/2006/relationships/image" Target="../media/image33.png"/><Relationship Id="rId14" Type="http://schemas.openxmlformats.org/officeDocument/2006/relationships/image" Target="../media/image32.png"/><Relationship Id="rId13" Type="http://schemas.openxmlformats.org/officeDocument/2006/relationships/image" Target="../media/image31.png"/><Relationship Id="rId12" Type="http://schemas.openxmlformats.org/officeDocument/2006/relationships/image" Target="../media/image30.png"/><Relationship Id="rId11" Type="http://schemas.openxmlformats.org/officeDocument/2006/relationships/image" Target="../media/image29.png"/><Relationship Id="rId10" Type="http://schemas.openxmlformats.org/officeDocument/2006/relationships/image" Target="../media/image28.png"/><Relationship Id="rId1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png"/><Relationship Id="rId8" Type="http://schemas.openxmlformats.org/officeDocument/2006/relationships/image" Target="../media/image44.png"/><Relationship Id="rId7" Type="http://schemas.openxmlformats.org/officeDocument/2006/relationships/image" Target="../media/image43.png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6" Type="http://schemas.openxmlformats.org/officeDocument/2006/relationships/notesSlide" Target="../notesSlides/notesSlide3.x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50.png"/><Relationship Id="rId13" Type="http://schemas.openxmlformats.org/officeDocument/2006/relationships/image" Target="../media/image49.png"/><Relationship Id="rId12" Type="http://schemas.openxmlformats.org/officeDocument/2006/relationships/image" Target="../media/image48.png"/><Relationship Id="rId11" Type="http://schemas.openxmlformats.org/officeDocument/2006/relationships/image" Target="../media/image47.png"/><Relationship Id="rId10" Type="http://schemas.openxmlformats.org/officeDocument/2006/relationships/image" Target="../media/image46.png"/><Relationship Id="rId1" Type="http://schemas.openxmlformats.org/officeDocument/2006/relationships/image" Target="../media/image3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/>
                <a:gridCol w="4064000"/>
                <a:gridCol w="4064000"/>
              </a:tblGrid>
              <a:tr h="1143000">
                <a:tc>
                  <a:txBody>
                    <a:bodyPr/>
                    <a:lstStyle/>
                    <a:p>
                      <a:endParaRPr lang="zh-CN" altLang="en-US" sz="1865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endParaRPr lang="zh-CN" altLang="en-US" sz="1865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endParaRPr lang="zh-CN" altLang="en-US" sz="1865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4257" y="1293635"/>
            <a:ext cx="2869841" cy="86349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4253" y="1403393"/>
            <a:ext cx="2666667" cy="55873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055" y="1293633"/>
            <a:ext cx="2565079" cy="78730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1559" y="128712"/>
            <a:ext cx="2882540" cy="88888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953" y="215883"/>
            <a:ext cx="3060317" cy="71111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87" y="161368"/>
            <a:ext cx="3073016" cy="825397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095" y="5890056"/>
            <a:ext cx="2946032" cy="69841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43" y="5820216"/>
            <a:ext cx="3174603" cy="83809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41" y="4787955"/>
            <a:ext cx="3403175" cy="698413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832" y="3663920"/>
            <a:ext cx="3225397" cy="952381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960" y="2558933"/>
            <a:ext cx="2857143" cy="584127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4253" y="2438523"/>
            <a:ext cx="2069841" cy="749207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191" y="3562332"/>
            <a:ext cx="3669841" cy="926984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3439" y="4767753"/>
            <a:ext cx="2336508" cy="73650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1559" y="5838109"/>
            <a:ext cx="2844444" cy="876191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625" y="4787953"/>
            <a:ext cx="2666667" cy="787303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624" y="3663920"/>
            <a:ext cx="2514287" cy="723809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0417" y="2406552"/>
            <a:ext cx="2412699" cy="888889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/>
                <a:gridCol w="4064000"/>
                <a:gridCol w="4064000"/>
              </a:tblGrid>
              <a:tr h="1143000">
                <a:tc>
                  <a:txBody>
                    <a:bodyPr/>
                    <a:lstStyle/>
                    <a:p>
                      <a:endParaRPr lang="zh-CN" altLang="en-US" sz="1865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endParaRPr lang="zh-CN" altLang="en-US" sz="1865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 dirty="0"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707" y="5901459"/>
            <a:ext cx="3326984" cy="69841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915" y="3605032"/>
            <a:ext cx="3428571" cy="7619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723" y="4740545"/>
            <a:ext cx="1980952" cy="78730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1" y="2481080"/>
            <a:ext cx="3695239" cy="72380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819" y="1293633"/>
            <a:ext cx="2704763" cy="78730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39" y="195079"/>
            <a:ext cx="3009524" cy="69841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8101" y="4816736"/>
            <a:ext cx="2361905" cy="634921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8579" y="3659459"/>
            <a:ext cx="2780952" cy="60952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6515" y="2392189"/>
            <a:ext cx="3073016" cy="901587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1083" y="1293635"/>
            <a:ext cx="4063492" cy="825397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4892" y="150633"/>
            <a:ext cx="3415873" cy="787303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8857" y="141607"/>
            <a:ext cx="3314287" cy="78730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285" y="2474780"/>
            <a:ext cx="2971428" cy="83809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3301" y="3704695"/>
            <a:ext cx="3225397" cy="609524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5047" y="4740547"/>
            <a:ext cx="2539683" cy="83809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071" y="5863363"/>
            <a:ext cx="2717460" cy="774603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3301" y="5901459"/>
            <a:ext cx="2844444" cy="8000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477" y="1293635"/>
            <a:ext cx="3619047" cy="939683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/>
                <a:gridCol w="4064000"/>
                <a:gridCol w="4064000"/>
              </a:tblGrid>
              <a:tr h="1143000">
                <a:tc>
                  <a:txBody>
                    <a:bodyPr/>
                    <a:lstStyle/>
                    <a:p>
                      <a:endParaRPr lang="zh-CN" altLang="en-US" sz="1865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endParaRPr lang="zh-CN" altLang="en-US" sz="1865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 dirty="0"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endParaRPr lang="zh-CN" altLang="en-US" sz="1865" dirty="0"/>
                    </a:p>
                  </a:txBody>
                  <a:tcPr/>
                </a:tc>
                <a:tc rowSpan="2" hMerge="1"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  <a:tc vMerge="1" gridSpan="2"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 hMerge="1"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7975" y="1409735"/>
            <a:ext cx="3707936" cy="66031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032" y="1390685"/>
            <a:ext cx="2907936" cy="57142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165" y="1282749"/>
            <a:ext cx="2628571" cy="78730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1943" y="156984"/>
            <a:ext cx="3200000" cy="77460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889" y="201428"/>
            <a:ext cx="3111111" cy="68571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165" y="201428"/>
            <a:ext cx="2526984" cy="68571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5045" y="2469735"/>
            <a:ext cx="2361905" cy="77460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4325" y="2342749"/>
            <a:ext cx="3301587" cy="101587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149" y="5844299"/>
            <a:ext cx="3111111" cy="83809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165" y="4765925"/>
            <a:ext cx="2565079" cy="787303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597" y="3615673"/>
            <a:ext cx="3415873" cy="876191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597" y="2457035"/>
            <a:ext cx="3377779" cy="787303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5524" y="3567368"/>
            <a:ext cx="2869841" cy="812699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4324" y="3631321"/>
            <a:ext cx="2946032" cy="711111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5225857" y="4898484"/>
            <a:ext cx="5987143" cy="33718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zh-CN" altLang="en-US" sz="1600" dirty="0"/>
              <a:t>所有校徽均为网上收集，请自行核对。</a:t>
            </a:r>
            <a:endParaRPr lang="zh-CN" altLang="en-US" sz="1600" dirty="0"/>
          </a:p>
        </p:txBody>
      </p:sp>
      <p:sp>
        <p:nvSpPr>
          <p:cNvPr id="20" name="文本框 19"/>
          <p:cNvSpPr txBox="1"/>
          <p:nvPr/>
        </p:nvSpPr>
        <p:spPr>
          <a:xfrm>
            <a:off x="5219400" y="5557623"/>
            <a:ext cx="5987143" cy="33718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zh-CN" altLang="en-US" sz="1600" dirty="0"/>
              <a:t>以上校徽均为透明</a:t>
            </a:r>
            <a:r>
              <a:rPr lang="en-US" altLang="zh-CN" sz="1600" dirty="0"/>
              <a:t>PNG</a:t>
            </a:r>
            <a:r>
              <a:rPr lang="zh-CN" altLang="en-US" sz="1600" dirty="0"/>
              <a:t>格式，可以用于各色背景。</a:t>
            </a:r>
            <a:endParaRPr lang="zh-CN" altLang="en-US" sz="1600" dirty="0"/>
          </a:p>
        </p:txBody>
      </p:sp>
      <p:sp>
        <p:nvSpPr>
          <p:cNvPr id="21" name="文本框 20"/>
          <p:cNvSpPr txBox="1"/>
          <p:nvPr/>
        </p:nvSpPr>
        <p:spPr>
          <a:xfrm>
            <a:off x="5225857" y="6186585"/>
            <a:ext cx="5987143" cy="33718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zh-CN" altLang="en-US" sz="1600" dirty="0"/>
              <a:t>如果没有你需要的校徽，请前往学校官方网站或百度图片搜索。</a:t>
            </a:r>
            <a:endParaRPr lang="zh-CN" altLang="en-US" sz="1600" dirty="0"/>
          </a:p>
        </p:txBody>
      </p:sp>
      <p:sp>
        <p:nvSpPr>
          <p:cNvPr id="22" name="文本框 21"/>
          <p:cNvSpPr txBox="1"/>
          <p:nvPr/>
        </p:nvSpPr>
        <p:spPr>
          <a:xfrm>
            <a:off x="4584889" y="4651929"/>
            <a:ext cx="560515" cy="82994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altLang="zh-CN" sz="4800" dirty="0">
                <a:solidFill>
                  <a:schemeClr val="accent6"/>
                </a:solidFill>
                <a:latin typeface="+mj-lt"/>
              </a:rPr>
              <a:t>1</a:t>
            </a:r>
            <a:endParaRPr lang="zh-CN" altLang="en-US" sz="4800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584889" y="5311403"/>
            <a:ext cx="560515" cy="82994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altLang="zh-CN" sz="4800" dirty="0">
                <a:solidFill>
                  <a:schemeClr val="accent6"/>
                </a:solidFill>
                <a:latin typeface="+mj-lt"/>
              </a:rPr>
              <a:t>2</a:t>
            </a:r>
            <a:endParaRPr lang="zh-CN" altLang="en-US" sz="4800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584889" y="5981859"/>
            <a:ext cx="560515" cy="82994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altLang="zh-CN" sz="4800" dirty="0">
                <a:solidFill>
                  <a:schemeClr val="accent6"/>
                </a:solidFill>
                <a:latin typeface="+mj-lt"/>
              </a:rPr>
              <a:t>3</a:t>
            </a:r>
            <a:endParaRPr lang="zh-CN" altLang="en-US" sz="4800" dirty="0">
              <a:solidFill>
                <a:schemeClr val="accent6"/>
              </a:solidFill>
              <a:latin typeface="+mj-lt"/>
            </a:endParaRPr>
          </a:p>
        </p:txBody>
      </p:sp>
    </p:spTree>
  </p:cSld>
  <p:clrMapOvr>
    <a:masterClrMapping/>
  </p:clrMapOvr>
  <p:transition spd="slow" advClick="0" advTm="0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/>
                <a:gridCol w="4064000"/>
                <a:gridCol w="4064000"/>
              </a:tblGrid>
              <a:tr h="1143000">
                <a:tc>
                  <a:txBody>
                    <a:bodyPr/>
                    <a:lstStyle/>
                    <a:p>
                      <a:endParaRPr lang="zh-CN" altLang="en-US" sz="1865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endParaRPr lang="zh-CN" altLang="en-US" sz="1865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 dirty="0"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205740" y="156845"/>
            <a:ext cx="3278505" cy="885190"/>
            <a:chOff x="1870" y="5741"/>
            <a:chExt cx="5163" cy="1394"/>
          </a:xfrm>
        </p:grpSpPr>
        <p:pic>
          <p:nvPicPr>
            <p:cNvPr id="3" name="图片 2" descr="安徽"/>
            <p:cNvPicPr>
              <a:picLocks noChangeAspect="1"/>
            </p:cNvPicPr>
            <p:nvPr/>
          </p:nvPicPr>
          <p:blipFill>
            <a:blip r:embed="rId1"/>
            <a:srcRect l="26467" t="12717" r="26867" b="39533"/>
            <a:stretch>
              <a:fillRect/>
            </a:stretch>
          </p:blipFill>
          <p:spPr>
            <a:xfrm>
              <a:off x="1870" y="5741"/>
              <a:ext cx="1362" cy="1394"/>
            </a:xfrm>
            <a:prstGeom prst="rect">
              <a:avLst/>
            </a:prstGeom>
          </p:spPr>
        </p:pic>
        <p:pic>
          <p:nvPicPr>
            <p:cNvPr id="5" name="图片 4" descr="安徽"/>
            <p:cNvPicPr>
              <a:picLocks noChangeAspect="1"/>
            </p:cNvPicPr>
            <p:nvPr/>
          </p:nvPicPr>
          <p:blipFill>
            <a:blip r:embed="rId1"/>
            <a:srcRect l="3922" t="62145" r="2849" b="10657"/>
            <a:stretch>
              <a:fillRect/>
            </a:stretch>
          </p:blipFill>
          <p:spPr>
            <a:xfrm>
              <a:off x="3231" y="5883"/>
              <a:ext cx="3803" cy="1110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>
            <a:off x="4273550" y="84455"/>
            <a:ext cx="3608070" cy="965200"/>
            <a:chOff x="7200" y="5627"/>
            <a:chExt cx="5682" cy="1520"/>
          </a:xfrm>
        </p:grpSpPr>
        <p:pic>
          <p:nvPicPr>
            <p:cNvPr id="6" name="图片 5" descr="山西"/>
            <p:cNvPicPr>
              <a:picLocks noChangeAspect="1"/>
            </p:cNvPicPr>
            <p:nvPr/>
          </p:nvPicPr>
          <p:blipFill>
            <a:blip r:embed="rId2"/>
            <a:srcRect l="35917" t="24567" r="35750" b="47083"/>
            <a:stretch>
              <a:fillRect/>
            </a:stretch>
          </p:blipFill>
          <p:spPr>
            <a:xfrm>
              <a:off x="7200" y="5627"/>
              <a:ext cx="1520" cy="1521"/>
            </a:xfrm>
            <a:prstGeom prst="rect">
              <a:avLst/>
            </a:prstGeom>
          </p:spPr>
        </p:pic>
        <p:pic>
          <p:nvPicPr>
            <p:cNvPr id="8" name="图片 7" descr="山西"/>
            <p:cNvPicPr>
              <a:picLocks noChangeAspect="1"/>
            </p:cNvPicPr>
            <p:nvPr/>
          </p:nvPicPr>
          <p:blipFill>
            <a:blip r:embed="rId2"/>
            <a:srcRect l="6335" t="54949" r="7007" b="23039"/>
            <a:stretch>
              <a:fillRect/>
            </a:stretch>
          </p:blipFill>
          <p:spPr>
            <a:xfrm>
              <a:off x="8674" y="5853"/>
              <a:ext cx="4209" cy="106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</Words>
  <Application>WPS 演示</Application>
  <PresentationFormat>宽屏</PresentationFormat>
  <Paragraphs>12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猪小咸</cp:lastModifiedBy>
  <cp:revision>151</cp:revision>
  <dcterms:created xsi:type="dcterms:W3CDTF">2019-06-19T02:08:00Z</dcterms:created>
  <dcterms:modified xsi:type="dcterms:W3CDTF">2026-01-24T15:07:32Z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A3E7EC1F5192449DAF62A63E6D7BEFB7</vt:lpwstr>
  </property>
</Properties>
</file>