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3"/>
    <p:sldId id="265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104" d="100"/>
          <a:sy n="104" d="100"/>
        </p:scale>
        <p:origin x="-182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1FD877-191C-4A49-99D3-13413F9799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94146D-00E0-4F62-AEC2-A3489E0D5DE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image" Target="../media/image12.png"/><Relationship Id="rId7" Type="http://schemas.openxmlformats.org/officeDocument/2006/relationships/image" Target="../media/image4.png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7.png"/><Relationship Id="rId12" Type="http://schemas.openxmlformats.org/officeDocument/2006/relationships/image" Target="../media/image6.png"/><Relationship Id="rId11" Type="http://schemas.openxmlformats.org/officeDocument/2006/relationships/image" Target="../media/image14.png"/><Relationship Id="rId10" Type="http://schemas.openxmlformats.org/officeDocument/2006/relationships/image" Target="../media/image13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png"/><Relationship Id="rId8" Type="http://schemas.openxmlformats.org/officeDocument/2006/relationships/image" Target="../media/image21.png"/><Relationship Id="rId7" Type="http://schemas.openxmlformats.org/officeDocument/2006/relationships/image" Target="../media/image20.png"/><Relationship Id="rId6" Type="http://schemas.openxmlformats.org/officeDocument/2006/relationships/image" Target="../media/image8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25.png"/><Relationship Id="rId11" Type="http://schemas.openxmlformats.org/officeDocument/2006/relationships/image" Target="../media/image24.png"/><Relationship Id="rId10" Type="http://schemas.openxmlformats.org/officeDocument/2006/relationships/image" Target="../media/image23.png"/><Relationship Id="rId1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34.png"/><Relationship Id="rId8" Type="http://schemas.openxmlformats.org/officeDocument/2006/relationships/image" Target="../media/image33.png"/><Relationship Id="rId7" Type="http://schemas.openxmlformats.org/officeDocument/2006/relationships/image" Target="../media/image32.png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36.png"/><Relationship Id="rId10" Type="http://schemas.openxmlformats.org/officeDocument/2006/relationships/image" Target="../media/image35.png"/><Relationship Id="rId1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45.png"/><Relationship Id="rId8" Type="http://schemas.openxmlformats.org/officeDocument/2006/relationships/image" Target="../media/image44.png"/><Relationship Id="rId7" Type="http://schemas.openxmlformats.org/officeDocument/2006/relationships/image" Target="../media/image43.png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48.png"/><Relationship Id="rId11" Type="http://schemas.openxmlformats.org/officeDocument/2006/relationships/image" Target="../media/image47.png"/><Relationship Id="rId10" Type="http://schemas.openxmlformats.org/officeDocument/2006/relationships/image" Target="../media/image46.png"/><Relationship Id="rId1" Type="http://schemas.openxmlformats.org/officeDocument/2006/relationships/image" Target="../media/image37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57.png"/><Relationship Id="rId8" Type="http://schemas.openxmlformats.org/officeDocument/2006/relationships/image" Target="../media/image56.png"/><Relationship Id="rId7" Type="http://schemas.openxmlformats.org/officeDocument/2006/relationships/image" Target="../media/image55.png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58.png"/><Relationship Id="rId1" Type="http://schemas.openxmlformats.org/officeDocument/2006/relationships/image" Target="../media/image49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67.png"/><Relationship Id="rId8" Type="http://schemas.openxmlformats.org/officeDocument/2006/relationships/image" Target="../media/image66.png"/><Relationship Id="rId7" Type="http://schemas.openxmlformats.org/officeDocument/2006/relationships/image" Target="../media/image65.png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70.png"/><Relationship Id="rId11" Type="http://schemas.openxmlformats.org/officeDocument/2006/relationships/image" Target="../media/image69.png"/><Relationship Id="rId10" Type="http://schemas.openxmlformats.org/officeDocument/2006/relationships/image" Target="../media/image68.png"/><Relationship Id="rId1" Type="http://schemas.openxmlformats.org/officeDocument/2006/relationships/image" Target="../media/image59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79.png"/><Relationship Id="rId8" Type="http://schemas.openxmlformats.org/officeDocument/2006/relationships/image" Target="../media/image78.png"/><Relationship Id="rId7" Type="http://schemas.openxmlformats.org/officeDocument/2006/relationships/image" Target="../media/image77.png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82.png"/><Relationship Id="rId11" Type="http://schemas.openxmlformats.org/officeDocument/2006/relationships/image" Target="../media/image81.png"/><Relationship Id="rId10" Type="http://schemas.openxmlformats.org/officeDocument/2006/relationships/image" Target="../media/image80.png"/><Relationship Id="rId1" Type="http://schemas.openxmlformats.org/officeDocument/2006/relationships/image" Target="../media/image7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90.png"/><Relationship Id="rId7" Type="http://schemas.openxmlformats.org/officeDocument/2006/relationships/image" Target="../media/image89.png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image" Target="../media/image8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913" y="5620654"/>
            <a:ext cx="34290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925" y="2580723"/>
            <a:ext cx="3697287" cy="723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925" y="3588835"/>
            <a:ext cx="2946400" cy="71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974" y="4630235"/>
            <a:ext cx="3403600" cy="69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6" name="Picture 1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535" y="2565400"/>
            <a:ext cx="2870200" cy="86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9" name="Picture 15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453" y="3645024"/>
            <a:ext cx="3709987" cy="66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40" name="Picture 16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7952" y="4554712"/>
            <a:ext cx="3060700" cy="71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7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2453" y="5598120"/>
            <a:ext cx="2413000" cy="71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727676" y="699352"/>
            <a:ext cx="572464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dirty="0" smtClean="0">
                <a:latin typeface="华康俪金黑W8(P)" panose="020B0800000000000000" pitchFamily="34" charset="-122"/>
                <a:ea typeface="华康俪金黑W8(P)" panose="020B0800000000000000" pitchFamily="34" charset="-122"/>
              </a:rPr>
              <a:t>毕业论文答辩必备</a:t>
            </a:r>
            <a:endParaRPr lang="zh-CN" altLang="en-US" sz="5400" dirty="0" smtClean="0">
              <a:latin typeface="华康俪金黑W8(P)" panose="020B0800000000000000" pitchFamily="34" charset="-122"/>
              <a:ea typeface="华康俪金黑W8(P)" panose="020B0800000000000000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491880" y="1691516"/>
            <a:ext cx="21371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高校校徽</a:t>
            </a:r>
            <a:r>
              <a:rPr lang="en-US" altLang="zh-CN" sz="20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PPT</a:t>
            </a:r>
            <a:r>
              <a:rPr lang="zh-CN" altLang="en-US" sz="20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素材</a:t>
            </a:r>
            <a:endParaRPr lang="zh-CN" altLang="en-US" sz="20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83296" y="1891571"/>
            <a:ext cx="2553982" cy="457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5762434" y="1891571"/>
            <a:ext cx="2553982" cy="457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60648"/>
            <a:ext cx="34290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196752"/>
            <a:ext cx="3697287" cy="723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204864"/>
            <a:ext cx="2946400" cy="71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542" y="3167673"/>
            <a:ext cx="2057400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595" y="3933056"/>
            <a:ext cx="204470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636" y="4581128"/>
            <a:ext cx="31750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139" y="5661248"/>
            <a:ext cx="3403600" cy="69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9752" y="308792"/>
            <a:ext cx="2882900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6" name="Picture 12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9130" y="1355843"/>
            <a:ext cx="2870200" cy="86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7" name="Picture 13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2045" y="2567811"/>
            <a:ext cx="285750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8" name="Picture 14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4583" y="3582499"/>
            <a:ext cx="3225800" cy="800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9" name="Picture 15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9752" y="4732710"/>
            <a:ext cx="3709987" cy="66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40" name="Picture 16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4583" y="5648548"/>
            <a:ext cx="3060700" cy="71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404664"/>
            <a:ext cx="2781300" cy="749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412776"/>
            <a:ext cx="2743200" cy="749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107" y="2438400"/>
            <a:ext cx="3276600" cy="66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120" y="3284984"/>
            <a:ext cx="26416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342" y="4365104"/>
            <a:ext cx="4065587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78" y="5517232"/>
            <a:ext cx="2413000" cy="71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404664"/>
            <a:ext cx="3225800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7" name="Picture 9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1556792"/>
            <a:ext cx="3175000" cy="93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8" name="Picture 10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2897634"/>
            <a:ext cx="2540000" cy="774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9" name="Picture 11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3948446"/>
            <a:ext cx="25400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60" name="Picture 12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3022" y="5013176"/>
            <a:ext cx="2463800" cy="800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61" name="Picture 13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1440" y="6021288"/>
            <a:ext cx="2667000" cy="69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387" y="622846"/>
            <a:ext cx="2921000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887" y="1558950"/>
            <a:ext cx="2984500" cy="93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371" y="2804790"/>
            <a:ext cx="2946400" cy="800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687" y="3935374"/>
            <a:ext cx="2628900" cy="78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687" y="5159350"/>
            <a:ext cx="3416300" cy="87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7835" y="617393"/>
            <a:ext cx="2946400" cy="71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7835" y="1628800"/>
            <a:ext cx="3022600" cy="800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1" name="Picture 9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7835" y="2825714"/>
            <a:ext cx="3378200" cy="67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2" name="Picture 10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6963" y="3663425"/>
            <a:ext cx="2489200" cy="67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3" name="Picture 11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6963" y="4549750"/>
            <a:ext cx="27813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4" name="Picture 12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2086" y="5447382"/>
            <a:ext cx="3378200" cy="78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812" y="617896"/>
            <a:ext cx="2667000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743" y="1481992"/>
            <a:ext cx="3416300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962" y="2401700"/>
            <a:ext cx="2628900" cy="63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962" y="3355870"/>
            <a:ext cx="2946400" cy="736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962" y="4506328"/>
            <a:ext cx="2362200" cy="63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962" y="5514440"/>
            <a:ext cx="2070100" cy="749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5455" y="464096"/>
            <a:ext cx="1981200" cy="78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5" name="Picture 9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5455" y="1481992"/>
            <a:ext cx="3352800" cy="774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6" name="Picture 10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3447" y="2580542"/>
            <a:ext cx="3494087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7" name="Picture 11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9471" y="3776464"/>
            <a:ext cx="2717800" cy="774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8" name="Picture 12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8407" y="4856584"/>
            <a:ext cx="2514600" cy="723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9" name="Picture 13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5369" y="5790916"/>
            <a:ext cx="3314700" cy="78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548680"/>
            <a:ext cx="3352800" cy="774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611" y="1700808"/>
            <a:ext cx="2362200" cy="774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522" y="2780928"/>
            <a:ext cx="4192587" cy="78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958" y="3789040"/>
            <a:ext cx="2933700" cy="1003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7" name="Picture 7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611" y="5085184"/>
            <a:ext cx="2819400" cy="86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8" name="Picture 8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592642"/>
            <a:ext cx="31115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9" name="Picture 9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1700808"/>
            <a:ext cx="2997200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30" name="Picture 10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2996952"/>
            <a:ext cx="3073400" cy="96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31" name="Picture 11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4292783"/>
            <a:ext cx="3073400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32" name="Picture 12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5479613"/>
            <a:ext cx="2806700" cy="800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476672"/>
            <a:ext cx="2603500" cy="774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484784"/>
            <a:ext cx="3073400" cy="901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294" y="2636912"/>
            <a:ext cx="3009900" cy="69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294" y="3669403"/>
            <a:ext cx="3416300" cy="78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294" y="4749523"/>
            <a:ext cx="2679700" cy="69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1" name="Picture 7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552" y="5613619"/>
            <a:ext cx="2870200" cy="774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2" name="Picture 8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548680"/>
            <a:ext cx="2870200" cy="81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3" name="Picture 9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1484784"/>
            <a:ext cx="3035300" cy="977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4" name="Picture 10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2656414"/>
            <a:ext cx="3200400" cy="774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5" name="Picture 11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2146" y="3825339"/>
            <a:ext cx="3327400" cy="69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6" name="Picture 12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7032" y="4787820"/>
            <a:ext cx="2946400" cy="69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7" name="Picture 13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6082" y="5715219"/>
            <a:ext cx="2908300" cy="57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4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422" y="332656"/>
            <a:ext cx="2705100" cy="81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548" y="1340768"/>
            <a:ext cx="3621087" cy="93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422" y="2420888"/>
            <a:ext cx="2806700" cy="1003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981" y="3424188"/>
            <a:ext cx="31750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506" y="4653136"/>
            <a:ext cx="2336800" cy="736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774" y="5560398"/>
            <a:ext cx="3671887" cy="927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5" name="Picture 7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464468"/>
            <a:ext cx="2844800" cy="87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6" name="Picture 8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1556792"/>
            <a:ext cx="3098800" cy="96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7" name="Picture 9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1096" y="2731710"/>
            <a:ext cx="31115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8" name="Picture 10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3614688"/>
            <a:ext cx="30607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9" name="Picture 11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1096" y="4567188"/>
            <a:ext cx="3225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80" name="Picture 12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0439" y="5560398"/>
            <a:ext cx="31115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5316" y="404813"/>
            <a:ext cx="2705100" cy="78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5316" y="1433915"/>
            <a:ext cx="2565400" cy="78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6654" y="2442027"/>
            <a:ext cx="2667000" cy="78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404813"/>
            <a:ext cx="29718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8" name="Picture 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484933"/>
            <a:ext cx="2565400" cy="78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9" name="Picture 7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421037"/>
            <a:ext cx="2413000" cy="88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4" name="组合 3"/>
          <p:cNvGrpSpPr/>
          <p:nvPr/>
        </p:nvGrpSpPr>
        <p:grpSpPr>
          <a:xfrm>
            <a:off x="1188085" y="3645535"/>
            <a:ext cx="3278505" cy="885190"/>
            <a:chOff x="1870" y="5741"/>
            <a:chExt cx="5163" cy="1394"/>
          </a:xfrm>
        </p:grpSpPr>
        <p:pic>
          <p:nvPicPr>
            <p:cNvPr id="2" name="图片 1" descr="安徽"/>
            <p:cNvPicPr>
              <a:picLocks noChangeAspect="1"/>
            </p:cNvPicPr>
            <p:nvPr/>
          </p:nvPicPr>
          <p:blipFill>
            <a:blip r:embed="rId7"/>
            <a:srcRect l="26467" t="12717" r="26867" b="39533"/>
            <a:stretch>
              <a:fillRect/>
            </a:stretch>
          </p:blipFill>
          <p:spPr>
            <a:xfrm>
              <a:off x="1870" y="5741"/>
              <a:ext cx="1362" cy="1394"/>
            </a:xfrm>
            <a:prstGeom prst="rect">
              <a:avLst/>
            </a:prstGeom>
          </p:spPr>
        </p:pic>
        <p:pic>
          <p:nvPicPr>
            <p:cNvPr id="3" name="图片 2" descr="安徽"/>
            <p:cNvPicPr>
              <a:picLocks noChangeAspect="1"/>
            </p:cNvPicPr>
            <p:nvPr/>
          </p:nvPicPr>
          <p:blipFill>
            <a:blip r:embed="rId7"/>
            <a:srcRect l="3922" t="62145" r="2849" b="10657"/>
            <a:stretch>
              <a:fillRect/>
            </a:stretch>
          </p:blipFill>
          <p:spPr>
            <a:xfrm>
              <a:off x="3231" y="5883"/>
              <a:ext cx="3803" cy="1110"/>
            </a:xfrm>
            <a:prstGeom prst="rect">
              <a:avLst/>
            </a:prstGeom>
          </p:spPr>
        </p:pic>
      </p:grpSp>
      <p:grpSp>
        <p:nvGrpSpPr>
          <p:cNvPr id="7" name="组合 6"/>
          <p:cNvGrpSpPr/>
          <p:nvPr/>
        </p:nvGrpSpPr>
        <p:grpSpPr>
          <a:xfrm>
            <a:off x="4572000" y="3573145"/>
            <a:ext cx="3608070" cy="965200"/>
            <a:chOff x="7200" y="5627"/>
            <a:chExt cx="5682" cy="1520"/>
          </a:xfrm>
        </p:grpSpPr>
        <p:pic>
          <p:nvPicPr>
            <p:cNvPr id="5" name="图片 4" descr="山西"/>
            <p:cNvPicPr>
              <a:picLocks noChangeAspect="1"/>
            </p:cNvPicPr>
            <p:nvPr/>
          </p:nvPicPr>
          <p:blipFill>
            <a:blip r:embed="rId8"/>
            <a:srcRect l="35917" t="24567" r="35750" b="47083"/>
            <a:stretch>
              <a:fillRect/>
            </a:stretch>
          </p:blipFill>
          <p:spPr>
            <a:xfrm>
              <a:off x="7200" y="5627"/>
              <a:ext cx="1520" cy="1521"/>
            </a:xfrm>
            <a:prstGeom prst="rect">
              <a:avLst/>
            </a:prstGeom>
          </p:spPr>
        </p:pic>
        <p:pic>
          <p:nvPicPr>
            <p:cNvPr id="6" name="图片 5" descr="山西"/>
            <p:cNvPicPr>
              <a:picLocks noChangeAspect="1"/>
            </p:cNvPicPr>
            <p:nvPr/>
          </p:nvPicPr>
          <p:blipFill>
            <a:blip r:embed="rId8"/>
            <a:srcRect l="6335" t="54949" r="7007" b="23039"/>
            <a:stretch>
              <a:fillRect/>
            </a:stretch>
          </p:blipFill>
          <p:spPr>
            <a:xfrm>
              <a:off x="8674" y="5853"/>
              <a:ext cx="4209" cy="1069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</Words>
  <Application>WPS 演示</Application>
  <PresentationFormat>全屏显示(4:3)</PresentationFormat>
  <Paragraphs>4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1" baseType="lpstr">
      <vt:lpstr>Arial</vt:lpstr>
      <vt:lpstr>宋体</vt:lpstr>
      <vt:lpstr>Wingdings</vt:lpstr>
      <vt:lpstr>华康俪金黑W8(P)</vt:lpstr>
      <vt:lpstr>黑体</vt:lpstr>
      <vt:lpstr>华文细黑</vt:lpstr>
      <vt:lpstr>Calibri</vt:lpstr>
      <vt:lpstr>微软雅黑</vt:lpstr>
      <vt:lpstr>Arial Unicode MS</vt:lpstr>
      <vt:lpstr>华康俪金黑W8(P)</vt:lpstr>
      <vt:lpstr>华康俪金黑W8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杨光</dc:creator>
  <cp:lastModifiedBy>猪小咸</cp:lastModifiedBy>
  <cp:revision>102</cp:revision>
  <dcterms:created xsi:type="dcterms:W3CDTF">2015-06-04T10:33:00Z</dcterms:created>
  <dcterms:modified xsi:type="dcterms:W3CDTF">2026-01-24T15:07:42Z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0922FE88EC6B4C3AB78E946B9F06783F_12</vt:lpwstr>
  </property>
  <property fmtid="{D5CDD505-2E9C-101B-9397-08002B2CF9AE}" pid="3" name="KSOProductBuildVer">
    <vt:lpwstr>2052-12.1.0.24657</vt:lpwstr>
  </property>
</Properties>
</file>