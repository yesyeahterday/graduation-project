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0" autoAdjust="0"/>
    <p:restoredTop sz="94660"/>
  </p:normalViewPr>
  <p:slideViewPr>
    <p:cSldViewPr snapToGrid="0" showGuides="1">
      <p:cViewPr varScale="1">
        <p:scale>
          <a:sx n="103" d="100"/>
          <a:sy n="103" d="100"/>
        </p:scale>
        <p:origin x="2304"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0E5D374A-99B6-4B18-A1B6-634F47BF983D}"/>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l="8884" r="8884"/>
          <a:stretch/>
        </p:blipFill>
        <p:spPr>
          <a:xfrm>
            <a:off x="178435" y="62512"/>
            <a:ext cx="2039622" cy="827471"/>
          </a:xfrm>
          <a:custGeom>
            <a:avLst/>
            <a:gdLst>
              <a:gd name="connsiteX0" fmla="*/ 0 w 2039622"/>
              <a:gd name="connsiteY0" fmla="*/ 0 h 827471"/>
              <a:gd name="connsiteX1" fmla="*/ 2039622 w 2039622"/>
              <a:gd name="connsiteY1" fmla="*/ 0 h 827471"/>
              <a:gd name="connsiteX2" fmla="*/ 2039622 w 2039622"/>
              <a:gd name="connsiteY2" fmla="*/ 553803 h 827471"/>
              <a:gd name="connsiteX3" fmla="*/ 635651 w 2039622"/>
              <a:gd name="connsiteY3" fmla="*/ 553803 h 827471"/>
              <a:gd name="connsiteX4" fmla="*/ 635651 w 2039622"/>
              <a:gd name="connsiteY4" fmla="*/ 755728 h 827471"/>
              <a:gd name="connsiteX5" fmla="*/ 2039622 w 2039622"/>
              <a:gd name="connsiteY5" fmla="*/ 755728 h 827471"/>
              <a:gd name="connsiteX6" fmla="*/ 2039622 w 2039622"/>
              <a:gd name="connsiteY6" fmla="*/ 827471 h 827471"/>
              <a:gd name="connsiteX7" fmla="*/ 0 w 2039622"/>
              <a:gd name="connsiteY7" fmla="*/ 827471 h 827471"/>
              <a:gd name="connsiteX8" fmla="*/ 0 w 2039622"/>
              <a:gd name="connsiteY8" fmla="*/ 0 h 82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622" h="827471">
                <a:moveTo>
                  <a:pt x="0" y="0"/>
                </a:moveTo>
                <a:lnTo>
                  <a:pt x="2039622" y="0"/>
                </a:lnTo>
                <a:lnTo>
                  <a:pt x="2039622" y="553803"/>
                </a:lnTo>
                <a:lnTo>
                  <a:pt x="635651" y="553803"/>
                </a:lnTo>
                <a:lnTo>
                  <a:pt x="635651" y="755728"/>
                </a:lnTo>
                <a:lnTo>
                  <a:pt x="2039622" y="755728"/>
                </a:lnTo>
                <a:lnTo>
                  <a:pt x="2039622" y="827471"/>
                </a:lnTo>
                <a:lnTo>
                  <a:pt x="0" y="827471"/>
                </a:lnTo>
                <a:lnTo>
                  <a:pt x="0" y="0"/>
                </a:lnTo>
                <a:close/>
              </a:path>
            </a:pathLst>
          </a:cu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6" name="直接连接符 25">
            <a:extLst>
              <a:ext uri="{FF2B5EF4-FFF2-40B4-BE49-F238E27FC236}">
                <a16:creationId xmlns:a16="http://schemas.microsoft.com/office/drawing/2014/main" id="{B19038A5-F5AB-4D45-8987-C33CC63D55D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37E87341-5562-4A9D-97D9-918BEAB164C2}"/>
              </a:ext>
            </a:extLst>
          </p:cNvPr>
          <p:cNvGrpSpPr/>
          <p:nvPr userDrawn="1"/>
        </p:nvGrpSpPr>
        <p:grpSpPr>
          <a:xfrm>
            <a:off x="263525" y="297823"/>
            <a:ext cx="635651" cy="522101"/>
            <a:chOff x="301625" y="297823"/>
            <a:chExt cx="635651" cy="522101"/>
          </a:xfrm>
        </p:grpSpPr>
        <p:sp>
          <p:nvSpPr>
            <p:cNvPr id="28" name="graduate-hat_59495">
              <a:extLst>
                <a:ext uri="{FF2B5EF4-FFF2-40B4-BE49-F238E27FC236}">
                  <a16:creationId xmlns:a16="http://schemas.microsoft.com/office/drawing/2014/main" id="{648E1402-F25A-499B-BDAE-B2EC825743D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raduate-hat_59495">
              <a:extLst>
                <a:ext uri="{FF2B5EF4-FFF2-40B4-BE49-F238E27FC236}">
                  <a16:creationId xmlns:a16="http://schemas.microsoft.com/office/drawing/2014/main" id="{3094C0BE-7AB3-4860-8029-610F8FDB77B4}"/>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图片 29">
            <a:extLst>
              <a:ext uri="{FF2B5EF4-FFF2-40B4-BE49-F238E27FC236}">
                <a16:creationId xmlns:a16="http://schemas.microsoft.com/office/drawing/2014/main" id="{D061B8E9-F2A0-47CB-A92C-13BBB5CA33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884" r="8884"/>
          <a:stretch/>
        </p:blipFill>
        <p:spPr>
          <a:xfrm>
            <a:off x="9888852" y="120567"/>
            <a:ext cx="2039622" cy="827471"/>
          </a:xfrm>
          <a:custGeom>
            <a:avLst/>
            <a:gdLst>
              <a:gd name="connsiteX0" fmla="*/ 0 w 2039622"/>
              <a:gd name="connsiteY0" fmla="*/ 0 h 827471"/>
              <a:gd name="connsiteX1" fmla="*/ 2039622 w 2039622"/>
              <a:gd name="connsiteY1" fmla="*/ 0 h 827471"/>
              <a:gd name="connsiteX2" fmla="*/ 2039622 w 2039622"/>
              <a:gd name="connsiteY2" fmla="*/ 553803 h 827471"/>
              <a:gd name="connsiteX3" fmla="*/ 635651 w 2039622"/>
              <a:gd name="connsiteY3" fmla="*/ 553803 h 827471"/>
              <a:gd name="connsiteX4" fmla="*/ 635651 w 2039622"/>
              <a:gd name="connsiteY4" fmla="*/ 755728 h 827471"/>
              <a:gd name="connsiteX5" fmla="*/ 2039622 w 2039622"/>
              <a:gd name="connsiteY5" fmla="*/ 755728 h 827471"/>
              <a:gd name="connsiteX6" fmla="*/ 2039622 w 2039622"/>
              <a:gd name="connsiteY6" fmla="*/ 827471 h 827471"/>
              <a:gd name="connsiteX7" fmla="*/ 0 w 2039622"/>
              <a:gd name="connsiteY7" fmla="*/ 827471 h 827471"/>
              <a:gd name="connsiteX8" fmla="*/ 0 w 2039622"/>
              <a:gd name="connsiteY8" fmla="*/ 0 h 82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622" h="827471">
                <a:moveTo>
                  <a:pt x="0" y="0"/>
                </a:moveTo>
                <a:lnTo>
                  <a:pt x="2039622" y="0"/>
                </a:lnTo>
                <a:lnTo>
                  <a:pt x="2039622" y="553803"/>
                </a:lnTo>
                <a:lnTo>
                  <a:pt x="635651" y="553803"/>
                </a:lnTo>
                <a:lnTo>
                  <a:pt x="635651" y="755728"/>
                </a:lnTo>
                <a:lnTo>
                  <a:pt x="2039622" y="755728"/>
                </a:lnTo>
                <a:lnTo>
                  <a:pt x="2039622" y="827471"/>
                </a:lnTo>
                <a:lnTo>
                  <a:pt x="0" y="827471"/>
                </a:lnTo>
                <a:lnTo>
                  <a:pt x="0" y="0"/>
                </a:lnTo>
                <a:close/>
              </a:path>
            </a:pathLst>
          </a:custGeom>
        </p:spPr>
      </p:pic>
      <p:pic>
        <p:nvPicPr>
          <p:cNvPr id="31" name="图片 30">
            <a:extLst>
              <a:ext uri="{FF2B5EF4-FFF2-40B4-BE49-F238E27FC236}">
                <a16:creationId xmlns:a16="http://schemas.microsoft.com/office/drawing/2014/main" id="{20A8C8A6-7024-45F1-AAA5-3169DF6AFD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g"/><Relationship Id="rId5" Type="http://schemas.microsoft.com/office/2007/relationships/hdphoto" Target="../media/hdphoto2.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29813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54158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04102" y="3347667"/>
            <a:ext cx="9583797"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2527A780-F303-4665-996A-FD8BA25705E6}"/>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 name="矩形 5">
            <a:extLst>
              <a:ext uri="{FF2B5EF4-FFF2-40B4-BE49-F238E27FC236}">
                <a16:creationId xmlns:a16="http://schemas.microsoft.com/office/drawing/2014/main" id="{DC2D98E8-E673-4175-AE33-B9FEDBAE6937}"/>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61B988C-9C2B-4FFD-968E-1C309788B76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70" name="文本框 69">
            <a:extLst>
              <a:ext uri="{FF2B5EF4-FFF2-40B4-BE49-F238E27FC236}">
                <a16:creationId xmlns:a16="http://schemas.microsoft.com/office/drawing/2014/main" id="{AFC510E7-1C01-4865-8590-3BCD323091A2}"/>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62" name="任意矩形：001">
            <a:extLst>
              <a:ext uri="{FF2B5EF4-FFF2-40B4-BE49-F238E27FC236}">
                <a16:creationId xmlns:a16="http://schemas.microsoft.com/office/drawing/2014/main" id="{E659416B-631C-458F-AD30-C1DD9251AD2A}"/>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任意矩形：002">
            <a:extLst>
              <a:ext uri="{FF2B5EF4-FFF2-40B4-BE49-F238E27FC236}">
                <a16:creationId xmlns:a16="http://schemas.microsoft.com/office/drawing/2014/main" id="{77792A8B-5B7C-4586-BAFC-C80E1832F972}"/>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29A425F2-F816-4B18-9F9E-3540522221AF}"/>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任意矩形：004">
            <a:extLst>
              <a:ext uri="{FF2B5EF4-FFF2-40B4-BE49-F238E27FC236}">
                <a16:creationId xmlns:a16="http://schemas.microsoft.com/office/drawing/2014/main" id="{E924157F-419F-4F0C-AC31-164DA0A1EB03}"/>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5" name="任意矩形：005">
            <a:extLst>
              <a:ext uri="{FF2B5EF4-FFF2-40B4-BE49-F238E27FC236}">
                <a16:creationId xmlns:a16="http://schemas.microsoft.com/office/drawing/2014/main" id="{D0A75F3C-3FF9-4FDB-B803-45DFEC65A3C6}"/>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6">
            <a:extLst>
              <a:ext uri="{FF2B5EF4-FFF2-40B4-BE49-F238E27FC236}">
                <a16:creationId xmlns:a16="http://schemas.microsoft.com/office/drawing/2014/main" id="{86C1B167-29F7-4A54-AEEB-D09FBB83AA8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
        <p:nvSpPr>
          <p:cNvPr id="57" name="矩形 56">
            <a:extLst>
              <a:ext uri="{FF2B5EF4-FFF2-40B4-BE49-F238E27FC236}">
                <a16:creationId xmlns:a16="http://schemas.microsoft.com/office/drawing/2014/main" id="{35274A13-BFAD-40F4-89BC-1C0B4DEFA2C4}"/>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8264F7D0-5558-4ABC-B88D-4E9F95BCC64B}"/>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59" name="文本框 58">
            <a:extLst>
              <a:ext uri="{FF2B5EF4-FFF2-40B4-BE49-F238E27FC236}">
                <a16:creationId xmlns:a16="http://schemas.microsoft.com/office/drawing/2014/main" id="{C313BAAC-028C-44CC-9BF2-8A5932289321}"/>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60" name="文本框 59">
            <a:extLst>
              <a:ext uri="{FF2B5EF4-FFF2-40B4-BE49-F238E27FC236}">
                <a16:creationId xmlns:a16="http://schemas.microsoft.com/office/drawing/2014/main" id="{23C619C8-CC67-4D31-88F1-77980A208C82}"/>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61" name="文本框 60">
            <a:extLst>
              <a:ext uri="{FF2B5EF4-FFF2-40B4-BE49-F238E27FC236}">
                <a16:creationId xmlns:a16="http://schemas.microsoft.com/office/drawing/2014/main" id="{54C3E619-9094-4E49-B2A2-B9D621503D24}"/>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62" name="文本框 61">
            <a:extLst>
              <a:ext uri="{FF2B5EF4-FFF2-40B4-BE49-F238E27FC236}">
                <a16:creationId xmlns:a16="http://schemas.microsoft.com/office/drawing/2014/main" id="{C8B84F67-A384-46DE-A0B6-0E07764D120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63" name="文本框 62">
            <a:extLst>
              <a:ext uri="{FF2B5EF4-FFF2-40B4-BE49-F238E27FC236}">
                <a16:creationId xmlns:a16="http://schemas.microsoft.com/office/drawing/2014/main" id="{B933C6E4-C95B-4ADB-A5BE-4548B3711CC6}"/>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64" name="任意矩形：001">
            <a:extLst>
              <a:ext uri="{FF2B5EF4-FFF2-40B4-BE49-F238E27FC236}">
                <a16:creationId xmlns:a16="http://schemas.microsoft.com/office/drawing/2014/main" id="{7249FC92-20DE-4E18-893E-91A0784AFA38}"/>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任意矩形：002">
            <a:extLst>
              <a:ext uri="{FF2B5EF4-FFF2-40B4-BE49-F238E27FC236}">
                <a16:creationId xmlns:a16="http://schemas.microsoft.com/office/drawing/2014/main" id="{09555747-EA9B-4CEA-B235-B7E1E4A47650}"/>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6" name="任意矩形：003">
            <a:extLst>
              <a:ext uri="{FF2B5EF4-FFF2-40B4-BE49-F238E27FC236}">
                <a16:creationId xmlns:a16="http://schemas.microsoft.com/office/drawing/2014/main" id="{F2A83D33-341B-4E2E-B7B4-84D11B8BE05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7" name="任意矩形：004">
            <a:extLst>
              <a:ext uri="{FF2B5EF4-FFF2-40B4-BE49-F238E27FC236}">
                <a16:creationId xmlns:a16="http://schemas.microsoft.com/office/drawing/2014/main" id="{F2C61A43-7AA8-496A-92EC-BB012D2214CF}"/>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任意矩形：005">
            <a:extLst>
              <a:ext uri="{FF2B5EF4-FFF2-40B4-BE49-F238E27FC236}">
                <a16:creationId xmlns:a16="http://schemas.microsoft.com/office/drawing/2014/main" id="{4129F764-8E88-4AD9-B736-A29BB85677D2}"/>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任意矩形：006">
            <a:extLst>
              <a:ext uri="{FF2B5EF4-FFF2-40B4-BE49-F238E27FC236}">
                <a16:creationId xmlns:a16="http://schemas.microsoft.com/office/drawing/2014/main" id="{F73D8C57-77AF-4424-AACC-72FBF8EF15F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8DEB72FE-196D-4C46-A764-6DC9DCB87D94}"/>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1D0B88C6-E6BF-450F-AF5B-C9D297B6A37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6" name="文本框 85">
            <a:extLst>
              <a:ext uri="{FF2B5EF4-FFF2-40B4-BE49-F238E27FC236}">
                <a16:creationId xmlns:a16="http://schemas.microsoft.com/office/drawing/2014/main" id="{32944678-DF5C-4CCF-BDAE-51A2EF9405B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1" name="文本框 100">
            <a:extLst>
              <a:ext uri="{FF2B5EF4-FFF2-40B4-BE49-F238E27FC236}">
                <a16:creationId xmlns:a16="http://schemas.microsoft.com/office/drawing/2014/main" id="{C7E6EF08-5BD0-4E57-9C27-4DE5D22FE74C}"/>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2" name="文本框 101">
            <a:extLst>
              <a:ext uri="{FF2B5EF4-FFF2-40B4-BE49-F238E27FC236}">
                <a16:creationId xmlns:a16="http://schemas.microsoft.com/office/drawing/2014/main" id="{2E298531-5957-4C8F-BC46-963EC20780D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3" name="文本框 102">
            <a:extLst>
              <a:ext uri="{FF2B5EF4-FFF2-40B4-BE49-F238E27FC236}">
                <a16:creationId xmlns:a16="http://schemas.microsoft.com/office/drawing/2014/main" id="{3491B41A-7E91-4C32-9E1E-F70449A7EC17}"/>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4" name="文本框 103">
            <a:extLst>
              <a:ext uri="{FF2B5EF4-FFF2-40B4-BE49-F238E27FC236}">
                <a16:creationId xmlns:a16="http://schemas.microsoft.com/office/drawing/2014/main" id="{D910E98B-3952-4E17-9D18-BF6E4D734C67}"/>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05" name="任意矩形：001">
            <a:extLst>
              <a:ext uri="{FF2B5EF4-FFF2-40B4-BE49-F238E27FC236}">
                <a16:creationId xmlns:a16="http://schemas.microsoft.com/office/drawing/2014/main" id="{136BACA7-E636-40C2-9A1F-9070D71691B2}"/>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任意矩形：002">
            <a:extLst>
              <a:ext uri="{FF2B5EF4-FFF2-40B4-BE49-F238E27FC236}">
                <a16:creationId xmlns:a16="http://schemas.microsoft.com/office/drawing/2014/main" id="{19FC8A75-6761-464F-BFC0-5B4458FAF968}"/>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7" name="任意矩形：003">
            <a:extLst>
              <a:ext uri="{FF2B5EF4-FFF2-40B4-BE49-F238E27FC236}">
                <a16:creationId xmlns:a16="http://schemas.microsoft.com/office/drawing/2014/main" id="{00FB69B9-2711-49F1-9BE5-E16F6510C82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8" name="任意矩形：004">
            <a:extLst>
              <a:ext uri="{FF2B5EF4-FFF2-40B4-BE49-F238E27FC236}">
                <a16:creationId xmlns:a16="http://schemas.microsoft.com/office/drawing/2014/main" id="{C04D8C4E-CC43-4F25-B0D3-D4DACAFD4C00}"/>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任意矩形：005">
            <a:extLst>
              <a:ext uri="{FF2B5EF4-FFF2-40B4-BE49-F238E27FC236}">
                <a16:creationId xmlns:a16="http://schemas.microsoft.com/office/drawing/2014/main" id="{F2EAD5F1-7214-41D6-A2A4-AF3EFB25419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0" name="任意矩形：006">
            <a:extLst>
              <a:ext uri="{FF2B5EF4-FFF2-40B4-BE49-F238E27FC236}">
                <a16:creationId xmlns:a16="http://schemas.microsoft.com/office/drawing/2014/main" id="{4C1552BE-4A4D-4C06-9026-3DD56C791FD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91" name="矩形 90">
            <a:extLst>
              <a:ext uri="{FF2B5EF4-FFF2-40B4-BE49-F238E27FC236}">
                <a16:creationId xmlns:a16="http://schemas.microsoft.com/office/drawing/2014/main" id="{F65FD1CD-BFA2-4C07-A421-D7EE6DD31299}"/>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D952F81E-2B77-4094-BA7F-44B3AEFA857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3" name="文本框 92">
            <a:extLst>
              <a:ext uri="{FF2B5EF4-FFF2-40B4-BE49-F238E27FC236}">
                <a16:creationId xmlns:a16="http://schemas.microsoft.com/office/drawing/2014/main" id="{E1841405-BD97-4A91-B785-CBA6EA706C96}"/>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94" name="文本框 93">
            <a:extLst>
              <a:ext uri="{FF2B5EF4-FFF2-40B4-BE49-F238E27FC236}">
                <a16:creationId xmlns:a16="http://schemas.microsoft.com/office/drawing/2014/main" id="{EB5E5EF5-96BC-4F24-88A0-C89EE9E079E7}"/>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文本框 94">
            <a:extLst>
              <a:ext uri="{FF2B5EF4-FFF2-40B4-BE49-F238E27FC236}">
                <a16:creationId xmlns:a16="http://schemas.microsoft.com/office/drawing/2014/main" id="{685C4872-57D8-4502-B71C-FD580FB8ADF6}"/>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6" name="文本框 95">
            <a:extLst>
              <a:ext uri="{FF2B5EF4-FFF2-40B4-BE49-F238E27FC236}">
                <a16:creationId xmlns:a16="http://schemas.microsoft.com/office/drawing/2014/main" id="{81D2DF7C-036C-4910-B5DC-3CF2AEA72ED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7" name="文本框 96">
            <a:extLst>
              <a:ext uri="{FF2B5EF4-FFF2-40B4-BE49-F238E27FC236}">
                <a16:creationId xmlns:a16="http://schemas.microsoft.com/office/drawing/2014/main" id="{F11C1326-14D9-4754-BD08-80C23DFC2CC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8" name="任意矩形：001">
            <a:extLst>
              <a:ext uri="{FF2B5EF4-FFF2-40B4-BE49-F238E27FC236}">
                <a16:creationId xmlns:a16="http://schemas.microsoft.com/office/drawing/2014/main" id="{A96928CA-3312-4EFA-A6C4-FC97ECF1398C}"/>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任意矩形：002">
            <a:extLst>
              <a:ext uri="{FF2B5EF4-FFF2-40B4-BE49-F238E27FC236}">
                <a16:creationId xmlns:a16="http://schemas.microsoft.com/office/drawing/2014/main" id="{9C2234AE-55AD-41C3-B8B7-2B273F9BC92F}"/>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B0C931E6-BB1E-4D30-B937-4CF4DDC78F27}"/>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1" name="任意矩形：004">
            <a:extLst>
              <a:ext uri="{FF2B5EF4-FFF2-40B4-BE49-F238E27FC236}">
                <a16:creationId xmlns:a16="http://schemas.microsoft.com/office/drawing/2014/main" id="{583ABA46-3EC9-4F3F-9052-6976E724DDFE}"/>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 name="任意矩形：005">
            <a:extLst>
              <a:ext uri="{FF2B5EF4-FFF2-40B4-BE49-F238E27FC236}">
                <a16:creationId xmlns:a16="http://schemas.microsoft.com/office/drawing/2014/main" id="{9599FE97-FDA3-4858-8C94-43B71AF1C445}"/>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任意矩形：006">
            <a:extLst>
              <a:ext uri="{FF2B5EF4-FFF2-40B4-BE49-F238E27FC236}">
                <a16:creationId xmlns:a16="http://schemas.microsoft.com/office/drawing/2014/main" id="{B460E4EC-9A52-4998-9671-ADCBE3630920}"/>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rgbClr val="911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rgbClr val="911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
        <p:nvSpPr>
          <p:cNvPr id="108" name="矩形 107">
            <a:extLst>
              <a:ext uri="{FF2B5EF4-FFF2-40B4-BE49-F238E27FC236}">
                <a16:creationId xmlns:a16="http://schemas.microsoft.com/office/drawing/2014/main" id="{8D4B8295-5F11-47F4-952E-C6F384D496DF}"/>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1CA6D765-477B-4354-9DD5-8472F2F044B2}"/>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0" name="文本框 109">
            <a:extLst>
              <a:ext uri="{FF2B5EF4-FFF2-40B4-BE49-F238E27FC236}">
                <a16:creationId xmlns:a16="http://schemas.microsoft.com/office/drawing/2014/main" id="{136EF903-79AA-4EA0-B647-A19F9FF35D4A}"/>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1" name="文本框 110">
            <a:extLst>
              <a:ext uri="{FF2B5EF4-FFF2-40B4-BE49-F238E27FC236}">
                <a16:creationId xmlns:a16="http://schemas.microsoft.com/office/drawing/2014/main" id="{F007AC5F-FA68-499A-A926-00A099F5FBC7}"/>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2" name="文本框 111">
            <a:extLst>
              <a:ext uri="{FF2B5EF4-FFF2-40B4-BE49-F238E27FC236}">
                <a16:creationId xmlns:a16="http://schemas.microsoft.com/office/drawing/2014/main" id="{44E8F1E2-7CF9-4960-B2CE-E064B02D9A02}"/>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896F0E2D-0CCA-4576-8769-6EF01CACE5FD}"/>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E04CD790-BDD1-4EBC-9FE3-A57ECF9AFFDC}"/>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F16DDB27-B2F7-45E0-9D9E-FB6AF70F18CF}"/>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C0A9CA43-9231-4979-821D-FF3913E6CCF9}"/>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B5B145D4-C3A5-4820-B5C8-AECEC6C79B9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5DAD82C9-612E-4169-9758-650B9BA7F107}"/>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A9319282-CD3F-4E0B-9AB9-C004F85B479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02CD7A75-57AA-4468-93AB-444CF0B7D4A1}"/>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106" name="矩形 105">
            <a:extLst>
              <a:ext uri="{FF2B5EF4-FFF2-40B4-BE49-F238E27FC236}">
                <a16:creationId xmlns:a16="http://schemas.microsoft.com/office/drawing/2014/main" id="{D725FD3E-6FB3-415B-8D1E-48195E61A95D}"/>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5808A03B-2B9B-4FFA-B5D3-CBF1517520E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8" name="文本框 107">
            <a:extLst>
              <a:ext uri="{FF2B5EF4-FFF2-40B4-BE49-F238E27FC236}">
                <a16:creationId xmlns:a16="http://schemas.microsoft.com/office/drawing/2014/main" id="{0FD1CF3E-60D3-45EC-938E-94F7B2B53EE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9" name="文本框 108">
            <a:extLst>
              <a:ext uri="{FF2B5EF4-FFF2-40B4-BE49-F238E27FC236}">
                <a16:creationId xmlns:a16="http://schemas.microsoft.com/office/drawing/2014/main" id="{35240005-F3E9-46A1-A428-62FA429F6E54}"/>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0" name="文本框 109">
            <a:extLst>
              <a:ext uri="{FF2B5EF4-FFF2-40B4-BE49-F238E27FC236}">
                <a16:creationId xmlns:a16="http://schemas.microsoft.com/office/drawing/2014/main" id="{616DBB22-A140-4EDC-9ABC-C26AC9564A9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1" name="文本框 110">
            <a:extLst>
              <a:ext uri="{FF2B5EF4-FFF2-40B4-BE49-F238E27FC236}">
                <a16:creationId xmlns:a16="http://schemas.microsoft.com/office/drawing/2014/main" id="{37522555-0692-4A4E-BB9A-93CC3267EAA2}"/>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2" name="文本框 111">
            <a:extLst>
              <a:ext uri="{FF2B5EF4-FFF2-40B4-BE49-F238E27FC236}">
                <a16:creationId xmlns:a16="http://schemas.microsoft.com/office/drawing/2014/main" id="{266CFD9E-8E25-49C4-9160-C801139C8920}"/>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3" name="任意矩形：001">
            <a:extLst>
              <a:ext uri="{FF2B5EF4-FFF2-40B4-BE49-F238E27FC236}">
                <a16:creationId xmlns:a16="http://schemas.microsoft.com/office/drawing/2014/main" id="{08A591C6-F56A-4018-9F38-44370C0E1BCF}"/>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任意矩形：002">
            <a:extLst>
              <a:ext uri="{FF2B5EF4-FFF2-40B4-BE49-F238E27FC236}">
                <a16:creationId xmlns:a16="http://schemas.microsoft.com/office/drawing/2014/main" id="{CB9C07D0-2BE7-4CAF-A9B8-36D54AA555DC}"/>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5" name="任意矩形：003">
            <a:extLst>
              <a:ext uri="{FF2B5EF4-FFF2-40B4-BE49-F238E27FC236}">
                <a16:creationId xmlns:a16="http://schemas.microsoft.com/office/drawing/2014/main" id="{A91CF88C-A462-4597-B0B2-7EADB292DAFD}"/>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6" name="任意矩形：004">
            <a:extLst>
              <a:ext uri="{FF2B5EF4-FFF2-40B4-BE49-F238E27FC236}">
                <a16:creationId xmlns:a16="http://schemas.microsoft.com/office/drawing/2014/main" id="{CFBB4035-C97C-4AF1-9E95-D6F2674FA9F8}"/>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7" name="任意矩形：005">
            <a:extLst>
              <a:ext uri="{FF2B5EF4-FFF2-40B4-BE49-F238E27FC236}">
                <a16:creationId xmlns:a16="http://schemas.microsoft.com/office/drawing/2014/main" id="{C70B74C1-D751-4BDC-A671-4E3F154CB20B}"/>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6">
            <a:extLst>
              <a:ext uri="{FF2B5EF4-FFF2-40B4-BE49-F238E27FC236}">
                <a16:creationId xmlns:a16="http://schemas.microsoft.com/office/drawing/2014/main" id="{913E04BD-51A7-457C-83C1-4BE900340F6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extLst>
              <a:ext uri="{FF2B5EF4-FFF2-40B4-BE49-F238E27FC236}">
                <a16:creationId xmlns:a16="http://schemas.microsoft.com/office/drawing/2014/main" id="{5340AE15-3D0A-4070-B47E-A0D43C7CFFB0}"/>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2079D99F-B95F-4B2A-8273-E920AA41C7C0}"/>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7" name="文本框 96">
            <a:extLst>
              <a:ext uri="{FF2B5EF4-FFF2-40B4-BE49-F238E27FC236}">
                <a16:creationId xmlns:a16="http://schemas.microsoft.com/office/drawing/2014/main" id="{D87D93AF-CB4D-48A0-82FB-931F6D096E10}"/>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1" name="文本框 110">
            <a:extLst>
              <a:ext uri="{FF2B5EF4-FFF2-40B4-BE49-F238E27FC236}">
                <a16:creationId xmlns:a16="http://schemas.microsoft.com/office/drawing/2014/main" id="{65EE5365-1638-4285-9412-DC0354CEDECA}"/>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2" name="文本框 111">
            <a:extLst>
              <a:ext uri="{FF2B5EF4-FFF2-40B4-BE49-F238E27FC236}">
                <a16:creationId xmlns:a16="http://schemas.microsoft.com/office/drawing/2014/main" id="{4E69282D-26FC-4B57-ADB1-1947A1B34E25}"/>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9F6C232E-D81E-4D82-BE83-E3A2EA784BF7}"/>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E48AB6CE-747B-4458-B6EE-831A1BE7A17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E2184C37-5438-4DA5-9EBD-68CB5455C55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BCA0CAEE-4E94-4774-9278-4C019D503E13}"/>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EFE7638E-1A0E-446C-B4F6-350A2D02CD2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EDBF523F-7D50-4E0B-8FBB-A12CF458504B}"/>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BDEAF92A-F67D-4110-859B-C177B3F92051}"/>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503DF634-0E91-4FE9-AF28-721B1BD62751}"/>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261284E-B84B-4F5A-9A6C-CAEFD09FC450}"/>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7C864FF1-E075-4A00-9E2F-C3F08F1FD6B2}"/>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2" name="文本框 81">
            <a:extLst>
              <a:ext uri="{FF2B5EF4-FFF2-40B4-BE49-F238E27FC236}">
                <a16:creationId xmlns:a16="http://schemas.microsoft.com/office/drawing/2014/main" id="{E94B246E-0FD7-4132-AA41-653B2799D971}"/>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3" name="文本框 82">
            <a:extLst>
              <a:ext uri="{FF2B5EF4-FFF2-40B4-BE49-F238E27FC236}">
                <a16:creationId xmlns:a16="http://schemas.microsoft.com/office/drawing/2014/main" id="{7D588DFF-0316-41A1-8E18-86EDAE902F51}"/>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4" name="文本框 83">
            <a:extLst>
              <a:ext uri="{FF2B5EF4-FFF2-40B4-BE49-F238E27FC236}">
                <a16:creationId xmlns:a16="http://schemas.microsoft.com/office/drawing/2014/main" id="{9263E45B-485B-4458-9FE7-083891B60F0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5" name="文本框 84">
            <a:extLst>
              <a:ext uri="{FF2B5EF4-FFF2-40B4-BE49-F238E27FC236}">
                <a16:creationId xmlns:a16="http://schemas.microsoft.com/office/drawing/2014/main" id="{92DCA780-1FF8-4E2B-B3BA-C4BC0B99E956}"/>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86" name="文本框 85">
            <a:extLst>
              <a:ext uri="{FF2B5EF4-FFF2-40B4-BE49-F238E27FC236}">
                <a16:creationId xmlns:a16="http://schemas.microsoft.com/office/drawing/2014/main" id="{AC051E96-C270-4FB8-8584-2F6A32A9BC89}"/>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87" name="任意矩形：001">
            <a:extLst>
              <a:ext uri="{FF2B5EF4-FFF2-40B4-BE49-F238E27FC236}">
                <a16:creationId xmlns:a16="http://schemas.microsoft.com/office/drawing/2014/main" id="{4DD9BDF5-8072-4B9D-9A95-6A41AFC6A06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任意矩形：002">
            <a:extLst>
              <a:ext uri="{FF2B5EF4-FFF2-40B4-BE49-F238E27FC236}">
                <a16:creationId xmlns:a16="http://schemas.microsoft.com/office/drawing/2014/main" id="{A05DD2EF-D6DC-4048-9403-9FBA4A97329A}"/>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89" name="任意矩形：003">
            <a:extLst>
              <a:ext uri="{FF2B5EF4-FFF2-40B4-BE49-F238E27FC236}">
                <a16:creationId xmlns:a16="http://schemas.microsoft.com/office/drawing/2014/main" id="{5EFE274A-39D8-4CD2-BCFB-70AA6932351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0" name="任意矩形：004">
            <a:extLst>
              <a:ext uri="{FF2B5EF4-FFF2-40B4-BE49-F238E27FC236}">
                <a16:creationId xmlns:a16="http://schemas.microsoft.com/office/drawing/2014/main" id="{23E86A40-4A8F-4A96-BDA1-A4FE5DB7056A}"/>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任意矩形：005">
            <a:extLst>
              <a:ext uri="{FF2B5EF4-FFF2-40B4-BE49-F238E27FC236}">
                <a16:creationId xmlns:a16="http://schemas.microsoft.com/office/drawing/2014/main" id="{4B630D9E-E447-4D22-8D0E-E4383821D50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 name="任意矩形：006">
            <a:extLst>
              <a:ext uri="{FF2B5EF4-FFF2-40B4-BE49-F238E27FC236}">
                <a16:creationId xmlns:a16="http://schemas.microsoft.com/office/drawing/2014/main" id="{4EA627C6-4FE9-4221-97DC-3FEF517C0D5B}"/>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80704"/>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92A054A-5A74-45E8-9FAE-00278D6D8501}"/>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C383AC50-AA27-4A5E-9B5A-970C090D5035}"/>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2" name="文本框 81">
            <a:extLst>
              <a:ext uri="{FF2B5EF4-FFF2-40B4-BE49-F238E27FC236}">
                <a16:creationId xmlns:a16="http://schemas.microsoft.com/office/drawing/2014/main" id="{80FCBB8A-933C-4213-930F-B7FB988BCE35}"/>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3" name="文本框 82">
            <a:extLst>
              <a:ext uri="{FF2B5EF4-FFF2-40B4-BE49-F238E27FC236}">
                <a16:creationId xmlns:a16="http://schemas.microsoft.com/office/drawing/2014/main" id="{ADE81BFA-D707-48D8-94DB-8573E9564C28}"/>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4" name="文本框 83">
            <a:extLst>
              <a:ext uri="{FF2B5EF4-FFF2-40B4-BE49-F238E27FC236}">
                <a16:creationId xmlns:a16="http://schemas.microsoft.com/office/drawing/2014/main" id="{6D1D3D30-994B-4728-8BC6-A2FEA5859934}"/>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5" name="文本框 84">
            <a:extLst>
              <a:ext uri="{FF2B5EF4-FFF2-40B4-BE49-F238E27FC236}">
                <a16:creationId xmlns:a16="http://schemas.microsoft.com/office/drawing/2014/main" id="{04C2E5B5-F412-49F6-A1D8-67C3158CCB44}"/>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86" name="文本框 85">
            <a:extLst>
              <a:ext uri="{FF2B5EF4-FFF2-40B4-BE49-F238E27FC236}">
                <a16:creationId xmlns:a16="http://schemas.microsoft.com/office/drawing/2014/main" id="{20EB0C04-7675-49D5-A6F4-707003315411}"/>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87" name="任意矩形：001">
            <a:extLst>
              <a:ext uri="{FF2B5EF4-FFF2-40B4-BE49-F238E27FC236}">
                <a16:creationId xmlns:a16="http://schemas.microsoft.com/office/drawing/2014/main" id="{A03FC51D-5088-4618-B083-F945B945B4A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任意矩形：002">
            <a:extLst>
              <a:ext uri="{FF2B5EF4-FFF2-40B4-BE49-F238E27FC236}">
                <a16:creationId xmlns:a16="http://schemas.microsoft.com/office/drawing/2014/main" id="{575FFFC2-2A53-4567-BC37-D4C0BA5AE3D3}"/>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89" name="任意矩形：003">
            <a:extLst>
              <a:ext uri="{FF2B5EF4-FFF2-40B4-BE49-F238E27FC236}">
                <a16:creationId xmlns:a16="http://schemas.microsoft.com/office/drawing/2014/main" id="{D5A13B56-E4DE-4203-BDA9-F1DED503E3C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0" name="任意矩形：004">
            <a:extLst>
              <a:ext uri="{FF2B5EF4-FFF2-40B4-BE49-F238E27FC236}">
                <a16:creationId xmlns:a16="http://schemas.microsoft.com/office/drawing/2014/main" id="{11A3DE2C-54FC-44F3-940D-44613AC32B73}"/>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任意矩形：005">
            <a:extLst>
              <a:ext uri="{FF2B5EF4-FFF2-40B4-BE49-F238E27FC236}">
                <a16:creationId xmlns:a16="http://schemas.microsoft.com/office/drawing/2014/main" id="{28CE831A-B916-4F10-8B67-CFBE30C46520}"/>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 name="任意矩形：006">
            <a:extLst>
              <a:ext uri="{FF2B5EF4-FFF2-40B4-BE49-F238E27FC236}">
                <a16:creationId xmlns:a16="http://schemas.microsoft.com/office/drawing/2014/main" id="{95B44F68-126A-4F9B-ADB6-A9B32E365939}"/>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13" name="矩形 112">
            <a:extLst>
              <a:ext uri="{FF2B5EF4-FFF2-40B4-BE49-F238E27FC236}">
                <a16:creationId xmlns:a16="http://schemas.microsoft.com/office/drawing/2014/main" id="{13F6B40C-8F11-4289-BB7E-72B5AC1763AD}"/>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7CD2E65A-3462-445B-9C61-D8B66B5BABBE}"/>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5" name="文本框 114">
            <a:extLst>
              <a:ext uri="{FF2B5EF4-FFF2-40B4-BE49-F238E27FC236}">
                <a16:creationId xmlns:a16="http://schemas.microsoft.com/office/drawing/2014/main" id="{D1E52F21-263B-428D-896D-46B25934790C}"/>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6" name="文本框 115">
            <a:extLst>
              <a:ext uri="{FF2B5EF4-FFF2-40B4-BE49-F238E27FC236}">
                <a16:creationId xmlns:a16="http://schemas.microsoft.com/office/drawing/2014/main" id="{55B81A7B-3E58-4DDE-B0F4-3F399C6D5BD2}"/>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7" name="文本框 116">
            <a:extLst>
              <a:ext uri="{FF2B5EF4-FFF2-40B4-BE49-F238E27FC236}">
                <a16:creationId xmlns:a16="http://schemas.microsoft.com/office/drawing/2014/main" id="{FE686BE8-343D-4F3E-9E3E-2E46758C8813}"/>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8" name="文本框 117">
            <a:extLst>
              <a:ext uri="{FF2B5EF4-FFF2-40B4-BE49-F238E27FC236}">
                <a16:creationId xmlns:a16="http://schemas.microsoft.com/office/drawing/2014/main" id="{5319877F-5F0B-47CF-8BD0-18D1E2C847C8}"/>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9" name="文本框 118">
            <a:extLst>
              <a:ext uri="{FF2B5EF4-FFF2-40B4-BE49-F238E27FC236}">
                <a16:creationId xmlns:a16="http://schemas.microsoft.com/office/drawing/2014/main" id="{348790E5-7913-4D1F-9E98-5368E8F7296D}"/>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20" name="任意矩形：001">
            <a:extLst>
              <a:ext uri="{FF2B5EF4-FFF2-40B4-BE49-F238E27FC236}">
                <a16:creationId xmlns:a16="http://schemas.microsoft.com/office/drawing/2014/main" id="{0CDBEFE5-058E-4136-B1A1-D99DDCE483C3}"/>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任意矩形：002">
            <a:extLst>
              <a:ext uri="{FF2B5EF4-FFF2-40B4-BE49-F238E27FC236}">
                <a16:creationId xmlns:a16="http://schemas.microsoft.com/office/drawing/2014/main" id="{35EED403-E63B-42D0-8DDA-12E94AA8B62F}"/>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2" name="任意矩形：003">
            <a:extLst>
              <a:ext uri="{FF2B5EF4-FFF2-40B4-BE49-F238E27FC236}">
                <a16:creationId xmlns:a16="http://schemas.microsoft.com/office/drawing/2014/main" id="{7D9F4C6B-4958-469F-942A-16BECA8A01A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3" name="任意矩形：004">
            <a:extLst>
              <a:ext uri="{FF2B5EF4-FFF2-40B4-BE49-F238E27FC236}">
                <a16:creationId xmlns:a16="http://schemas.microsoft.com/office/drawing/2014/main" id="{B4171745-C625-4031-B772-4BE46680A136}"/>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4" name="任意矩形：005">
            <a:extLst>
              <a:ext uri="{FF2B5EF4-FFF2-40B4-BE49-F238E27FC236}">
                <a16:creationId xmlns:a16="http://schemas.microsoft.com/office/drawing/2014/main" id="{FF1B1FE3-EBF1-4F1E-B9F0-BA740DA5E74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5" name="任意矩形：006">
            <a:extLst>
              <a:ext uri="{FF2B5EF4-FFF2-40B4-BE49-F238E27FC236}">
                <a16:creationId xmlns:a16="http://schemas.microsoft.com/office/drawing/2014/main" id="{42F7C6EF-88D1-4846-B509-61AD316A8035}"/>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84" name="矩形 83">
            <a:extLst>
              <a:ext uri="{FF2B5EF4-FFF2-40B4-BE49-F238E27FC236}">
                <a16:creationId xmlns:a16="http://schemas.microsoft.com/office/drawing/2014/main" id="{13D99044-84EC-4C3B-8215-C01E8FF6BD9C}"/>
              </a:ext>
            </a:extLst>
          </p:cNvPr>
          <p:cNvSpPr/>
          <p:nvPr/>
        </p:nvSpPr>
        <p:spPr>
          <a:xfrm>
            <a:off x="805566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EFBEA6F6-A667-479E-A51A-2CDDD54CCE45}"/>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6" name="文本框 85">
            <a:extLst>
              <a:ext uri="{FF2B5EF4-FFF2-40B4-BE49-F238E27FC236}">
                <a16:creationId xmlns:a16="http://schemas.microsoft.com/office/drawing/2014/main" id="{4D93AD12-068A-41A8-AB61-D4D44BF91D3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7" name="文本框 86">
            <a:extLst>
              <a:ext uri="{FF2B5EF4-FFF2-40B4-BE49-F238E27FC236}">
                <a16:creationId xmlns:a16="http://schemas.microsoft.com/office/drawing/2014/main" id="{400B47EE-139F-4694-981E-292625A548B9}"/>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8" name="文本框 87">
            <a:extLst>
              <a:ext uri="{FF2B5EF4-FFF2-40B4-BE49-F238E27FC236}">
                <a16:creationId xmlns:a16="http://schemas.microsoft.com/office/drawing/2014/main" id="{307E00F1-ACF8-435B-ABEA-2058E809CB8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9" name="文本框 88">
            <a:extLst>
              <a:ext uri="{FF2B5EF4-FFF2-40B4-BE49-F238E27FC236}">
                <a16:creationId xmlns:a16="http://schemas.microsoft.com/office/drawing/2014/main" id="{B1A8DB8B-4857-4514-B513-35660668CF9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0" name="文本框 89">
            <a:extLst>
              <a:ext uri="{FF2B5EF4-FFF2-40B4-BE49-F238E27FC236}">
                <a16:creationId xmlns:a16="http://schemas.microsoft.com/office/drawing/2014/main" id="{11BC7B69-6B1F-478B-AA7B-E6EB690FC998}"/>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1" name="任意矩形：001">
            <a:extLst>
              <a:ext uri="{FF2B5EF4-FFF2-40B4-BE49-F238E27FC236}">
                <a16:creationId xmlns:a16="http://schemas.microsoft.com/office/drawing/2014/main" id="{FD87D0BF-F396-4FA3-AC9B-B38A3629C146}"/>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任意矩形：002">
            <a:extLst>
              <a:ext uri="{FF2B5EF4-FFF2-40B4-BE49-F238E27FC236}">
                <a16:creationId xmlns:a16="http://schemas.microsoft.com/office/drawing/2014/main" id="{B8F116E9-CF62-4740-B2DF-1FDD8659868C}"/>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3" name="任意矩形：003">
            <a:extLst>
              <a:ext uri="{FF2B5EF4-FFF2-40B4-BE49-F238E27FC236}">
                <a16:creationId xmlns:a16="http://schemas.microsoft.com/office/drawing/2014/main" id="{67293064-2FCD-40FF-A2F6-BA0E1D3A150B}"/>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4" name="任意矩形：004">
            <a:extLst>
              <a:ext uri="{FF2B5EF4-FFF2-40B4-BE49-F238E27FC236}">
                <a16:creationId xmlns:a16="http://schemas.microsoft.com/office/drawing/2014/main" id="{FBE19301-9C07-42EB-AE9C-06AF59F401F8}"/>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5" name="任意矩形：005">
            <a:extLst>
              <a:ext uri="{FF2B5EF4-FFF2-40B4-BE49-F238E27FC236}">
                <a16:creationId xmlns:a16="http://schemas.microsoft.com/office/drawing/2014/main" id="{D8C3AF89-2C04-4D38-B62A-90632A14B9E6}"/>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6">
            <a:extLst>
              <a:ext uri="{FF2B5EF4-FFF2-40B4-BE49-F238E27FC236}">
                <a16:creationId xmlns:a16="http://schemas.microsoft.com/office/drawing/2014/main" id="{DB109CF4-D573-4958-AA72-567C66A5625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sp>
        <p:nvSpPr>
          <p:cNvPr id="111" name="矩形 110">
            <a:extLst>
              <a:ext uri="{FF2B5EF4-FFF2-40B4-BE49-F238E27FC236}">
                <a16:creationId xmlns:a16="http://schemas.microsoft.com/office/drawing/2014/main" id="{0DDDD23C-9192-4F6C-87E8-58007C481089}"/>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a:extLst>
              <a:ext uri="{FF2B5EF4-FFF2-40B4-BE49-F238E27FC236}">
                <a16:creationId xmlns:a16="http://schemas.microsoft.com/office/drawing/2014/main" id="{464E5B32-8663-458C-A536-4F2CCBA24F4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3" name="文本框 112">
            <a:extLst>
              <a:ext uri="{FF2B5EF4-FFF2-40B4-BE49-F238E27FC236}">
                <a16:creationId xmlns:a16="http://schemas.microsoft.com/office/drawing/2014/main" id="{65CE8DAC-A0B9-4632-9F35-2E4E425EADF8}"/>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4" name="文本框 113">
            <a:extLst>
              <a:ext uri="{FF2B5EF4-FFF2-40B4-BE49-F238E27FC236}">
                <a16:creationId xmlns:a16="http://schemas.microsoft.com/office/drawing/2014/main" id="{5951B225-1B4D-4A5D-A429-B70596DDB70B}"/>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5" name="文本框 114">
            <a:extLst>
              <a:ext uri="{FF2B5EF4-FFF2-40B4-BE49-F238E27FC236}">
                <a16:creationId xmlns:a16="http://schemas.microsoft.com/office/drawing/2014/main" id="{8459A9DC-E848-4B45-AAB9-5A66E01F66EA}"/>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6" name="文本框 115">
            <a:extLst>
              <a:ext uri="{FF2B5EF4-FFF2-40B4-BE49-F238E27FC236}">
                <a16:creationId xmlns:a16="http://schemas.microsoft.com/office/drawing/2014/main" id="{F2BD7AA5-728D-43B0-8B9D-FE88766F8CA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7" name="文本框 116">
            <a:extLst>
              <a:ext uri="{FF2B5EF4-FFF2-40B4-BE49-F238E27FC236}">
                <a16:creationId xmlns:a16="http://schemas.microsoft.com/office/drawing/2014/main" id="{E19EC414-4B56-4ADA-A6A2-6C254E8E8096}"/>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8" name="任意矩形：001">
            <a:extLst>
              <a:ext uri="{FF2B5EF4-FFF2-40B4-BE49-F238E27FC236}">
                <a16:creationId xmlns:a16="http://schemas.microsoft.com/office/drawing/2014/main" id="{602DDBB0-E511-404A-AAF3-23B65F61246A}"/>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任意矩形：002">
            <a:extLst>
              <a:ext uri="{FF2B5EF4-FFF2-40B4-BE49-F238E27FC236}">
                <a16:creationId xmlns:a16="http://schemas.microsoft.com/office/drawing/2014/main" id="{BD787CC8-6637-47DE-BA83-49CF97C067E8}"/>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0" name="任意矩形：003">
            <a:extLst>
              <a:ext uri="{FF2B5EF4-FFF2-40B4-BE49-F238E27FC236}">
                <a16:creationId xmlns:a16="http://schemas.microsoft.com/office/drawing/2014/main" id="{A4EEEAE3-0CD4-42F0-A376-3E6CD414BB34}"/>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任意矩形：004">
            <a:extLst>
              <a:ext uri="{FF2B5EF4-FFF2-40B4-BE49-F238E27FC236}">
                <a16:creationId xmlns:a16="http://schemas.microsoft.com/office/drawing/2014/main" id="{616CA460-46D7-4BA9-A43E-EDB9214EDFAD}"/>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2" name="任意矩形：005">
            <a:extLst>
              <a:ext uri="{FF2B5EF4-FFF2-40B4-BE49-F238E27FC236}">
                <a16:creationId xmlns:a16="http://schemas.microsoft.com/office/drawing/2014/main" id="{49192530-C641-4BCC-93AB-8684E12AB4B0}"/>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3" name="任意矩形：006">
            <a:extLst>
              <a:ext uri="{FF2B5EF4-FFF2-40B4-BE49-F238E27FC236}">
                <a16:creationId xmlns:a16="http://schemas.microsoft.com/office/drawing/2014/main" id="{D38D05B9-8B8A-4E39-8FD8-1AAB6FEDE7E3}"/>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sp>
        <p:nvSpPr>
          <p:cNvPr id="86" name="矩形 85">
            <a:extLst>
              <a:ext uri="{FF2B5EF4-FFF2-40B4-BE49-F238E27FC236}">
                <a16:creationId xmlns:a16="http://schemas.microsoft.com/office/drawing/2014/main" id="{12F63804-0302-446A-9F77-EE742FDF2E2D}"/>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6F4E1088-541D-419E-A484-706F668A402D}"/>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8" name="文本框 87">
            <a:extLst>
              <a:ext uri="{FF2B5EF4-FFF2-40B4-BE49-F238E27FC236}">
                <a16:creationId xmlns:a16="http://schemas.microsoft.com/office/drawing/2014/main" id="{F3D7A65B-3B25-4683-AC30-7469976B9065}"/>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9" name="文本框 88">
            <a:extLst>
              <a:ext uri="{FF2B5EF4-FFF2-40B4-BE49-F238E27FC236}">
                <a16:creationId xmlns:a16="http://schemas.microsoft.com/office/drawing/2014/main" id="{CCB0FFF6-B028-4C9F-A2F1-A5B9C0B78C95}"/>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0" name="文本框 89">
            <a:extLst>
              <a:ext uri="{FF2B5EF4-FFF2-40B4-BE49-F238E27FC236}">
                <a16:creationId xmlns:a16="http://schemas.microsoft.com/office/drawing/2014/main" id="{E0E3B5FC-69D2-4872-BA9C-39DAFC8DA09D}"/>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1" name="文本框 90">
            <a:extLst>
              <a:ext uri="{FF2B5EF4-FFF2-40B4-BE49-F238E27FC236}">
                <a16:creationId xmlns:a16="http://schemas.microsoft.com/office/drawing/2014/main" id="{DF175BB5-4060-415F-956E-FBDA55A2194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2" name="文本框 91">
            <a:extLst>
              <a:ext uri="{FF2B5EF4-FFF2-40B4-BE49-F238E27FC236}">
                <a16:creationId xmlns:a16="http://schemas.microsoft.com/office/drawing/2014/main" id="{03767CCE-811D-4514-B183-3F441129C669}"/>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3" name="任意矩形：001">
            <a:extLst>
              <a:ext uri="{FF2B5EF4-FFF2-40B4-BE49-F238E27FC236}">
                <a16:creationId xmlns:a16="http://schemas.microsoft.com/office/drawing/2014/main" id="{B628688E-D3F0-4B96-B293-425994114197}"/>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任意矩形：002">
            <a:extLst>
              <a:ext uri="{FF2B5EF4-FFF2-40B4-BE49-F238E27FC236}">
                <a16:creationId xmlns:a16="http://schemas.microsoft.com/office/drawing/2014/main" id="{A61C1C22-C7FB-4700-B110-ED434A2F9A82}"/>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5" name="任意矩形：003">
            <a:extLst>
              <a:ext uri="{FF2B5EF4-FFF2-40B4-BE49-F238E27FC236}">
                <a16:creationId xmlns:a16="http://schemas.microsoft.com/office/drawing/2014/main" id="{12579068-934A-42D0-96EE-BB06CEE8E0E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4">
            <a:extLst>
              <a:ext uri="{FF2B5EF4-FFF2-40B4-BE49-F238E27FC236}">
                <a16:creationId xmlns:a16="http://schemas.microsoft.com/office/drawing/2014/main" id="{F844F399-BB86-43D4-8FD2-CCC8D546D6CA}"/>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7" name="任意矩形：005">
            <a:extLst>
              <a:ext uri="{FF2B5EF4-FFF2-40B4-BE49-F238E27FC236}">
                <a16:creationId xmlns:a16="http://schemas.microsoft.com/office/drawing/2014/main" id="{17206465-1A39-4F6F-A470-5FA6BB514A9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8" name="任意矩形：006">
            <a:extLst>
              <a:ext uri="{FF2B5EF4-FFF2-40B4-BE49-F238E27FC236}">
                <a16:creationId xmlns:a16="http://schemas.microsoft.com/office/drawing/2014/main" id="{DD3199A5-E295-4405-89A6-A9E32BD29DFA}"/>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DCF6BFE3-ACAB-4A7F-834A-E4963428CC7B}"/>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1E30345C-964C-4817-A816-2EA0F0D6111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3" name="文本框 92">
            <a:extLst>
              <a:ext uri="{FF2B5EF4-FFF2-40B4-BE49-F238E27FC236}">
                <a16:creationId xmlns:a16="http://schemas.microsoft.com/office/drawing/2014/main" id="{C64A3673-6DB6-464F-A5C4-2C4813ED255F}"/>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94" name="文本框 93">
            <a:extLst>
              <a:ext uri="{FF2B5EF4-FFF2-40B4-BE49-F238E27FC236}">
                <a16:creationId xmlns:a16="http://schemas.microsoft.com/office/drawing/2014/main" id="{6DF32661-281B-48F1-8277-5C7EBDCC825C}"/>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文本框 94">
            <a:extLst>
              <a:ext uri="{FF2B5EF4-FFF2-40B4-BE49-F238E27FC236}">
                <a16:creationId xmlns:a16="http://schemas.microsoft.com/office/drawing/2014/main" id="{C06FB985-7E05-4D49-8A25-FC444F317B9D}"/>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6" name="文本框 95">
            <a:extLst>
              <a:ext uri="{FF2B5EF4-FFF2-40B4-BE49-F238E27FC236}">
                <a16:creationId xmlns:a16="http://schemas.microsoft.com/office/drawing/2014/main" id="{B7B3BFDC-C724-4509-91AF-DC163999C8EF}"/>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7" name="文本框 96">
            <a:extLst>
              <a:ext uri="{FF2B5EF4-FFF2-40B4-BE49-F238E27FC236}">
                <a16:creationId xmlns:a16="http://schemas.microsoft.com/office/drawing/2014/main" id="{5C2E738D-4355-4F4D-B5E5-8739F8F940BE}"/>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8" name="任意矩形：001">
            <a:extLst>
              <a:ext uri="{FF2B5EF4-FFF2-40B4-BE49-F238E27FC236}">
                <a16:creationId xmlns:a16="http://schemas.microsoft.com/office/drawing/2014/main" id="{2890DA98-5B1D-4300-804A-EF43DB9D5C11}"/>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任意矩形：002">
            <a:extLst>
              <a:ext uri="{FF2B5EF4-FFF2-40B4-BE49-F238E27FC236}">
                <a16:creationId xmlns:a16="http://schemas.microsoft.com/office/drawing/2014/main" id="{AF46CCAC-5000-4808-9F5B-477624E63597}"/>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850A6AB1-ED95-4D27-B050-D815CFACFCD8}"/>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1" name="任意矩形：004">
            <a:extLst>
              <a:ext uri="{FF2B5EF4-FFF2-40B4-BE49-F238E27FC236}">
                <a16:creationId xmlns:a16="http://schemas.microsoft.com/office/drawing/2014/main" id="{47BE3D57-3C92-43A2-B6CA-80994C844E21}"/>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 name="任意矩形：005">
            <a:extLst>
              <a:ext uri="{FF2B5EF4-FFF2-40B4-BE49-F238E27FC236}">
                <a16:creationId xmlns:a16="http://schemas.microsoft.com/office/drawing/2014/main" id="{46154B90-82BF-4C03-B681-F664B9F4E23D}"/>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任意矩形：006">
            <a:extLst>
              <a:ext uri="{FF2B5EF4-FFF2-40B4-BE49-F238E27FC236}">
                <a16:creationId xmlns:a16="http://schemas.microsoft.com/office/drawing/2014/main" id="{7617C7A5-AEC1-4319-8155-E78283E10090}"/>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sp>
        <p:nvSpPr>
          <p:cNvPr id="107" name="矩形 106">
            <a:extLst>
              <a:ext uri="{FF2B5EF4-FFF2-40B4-BE49-F238E27FC236}">
                <a16:creationId xmlns:a16="http://schemas.microsoft.com/office/drawing/2014/main" id="{247F006E-E378-4689-8EE9-0B9DB9367D4C}"/>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61636287-CB69-44D9-A65B-8477B78F3636}"/>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9" name="文本框 108">
            <a:extLst>
              <a:ext uri="{FF2B5EF4-FFF2-40B4-BE49-F238E27FC236}">
                <a16:creationId xmlns:a16="http://schemas.microsoft.com/office/drawing/2014/main" id="{01BCD57D-5E34-4552-BB7D-84E6E6CC365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0" name="文本框 109">
            <a:extLst>
              <a:ext uri="{FF2B5EF4-FFF2-40B4-BE49-F238E27FC236}">
                <a16:creationId xmlns:a16="http://schemas.microsoft.com/office/drawing/2014/main" id="{E82BCF6A-A724-400A-9E72-AF3E4E2E705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1" name="文本框 110">
            <a:extLst>
              <a:ext uri="{FF2B5EF4-FFF2-40B4-BE49-F238E27FC236}">
                <a16:creationId xmlns:a16="http://schemas.microsoft.com/office/drawing/2014/main" id="{30A299F6-6B80-4BDE-9162-FF5C6DF484B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8093EBF7-7034-491A-9788-C1A9A3C0D620}"/>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3CE46953-2CE5-489D-A93F-613953C8333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BA2FE267-FF00-4205-ADD2-96625EF8E009}"/>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A57F5D34-81DE-45C7-B048-66982465DDF1}"/>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094745F4-06D4-4E47-8B65-9F2003F4F0E3}"/>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97D14922-A341-4E9E-8522-C9787BBBBC81}"/>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73791C36-09E9-47AE-B2DC-1BA188BC56F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E0A9F314-38F5-4FC4-9CCC-44B0D56A114B}"/>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25" name="矩形 124">
            <a:extLst>
              <a:ext uri="{FF2B5EF4-FFF2-40B4-BE49-F238E27FC236}">
                <a16:creationId xmlns:a16="http://schemas.microsoft.com/office/drawing/2014/main" id="{AE9F32FC-4FAC-453B-BF03-0B8FDDC9E224}"/>
              </a:ext>
            </a:extLst>
          </p:cNvPr>
          <p:cNvSpPr/>
          <p:nvPr/>
        </p:nvSpPr>
        <p:spPr>
          <a:xfrm>
            <a:off x="10966856" y="0"/>
            <a:ext cx="1225144"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a:extLst>
              <a:ext uri="{FF2B5EF4-FFF2-40B4-BE49-F238E27FC236}">
                <a16:creationId xmlns:a16="http://schemas.microsoft.com/office/drawing/2014/main" id="{BE0EAD8D-546F-40F8-922E-D4CEAE49438B}"/>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7" name="文本框 126">
            <a:extLst>
              <a:ext uri="{FF2B5EF4-FFF2-40B4-BE49-F238E27FC236}">
                <a16:creationId xmlns:a16="http://schemas.microsoft.com/office/drawing/2014/main" id="{29188AEA-9261-46C5-9158-1F7C7A11E1EA}"/>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8" name="文本框 127">
            <a:extLst>
              <a:ext uri="{FF2B5EF4-FFF2-40B4-BE49-F238E27FC236}">
                <a16:creationId xmlns:a16="http://schemas.microsoft.com/office/drawing/2014/main" id="{42CBC220-0420-479B-BA13-C9E446F8C0E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9" name="文本框 128">
            <a:extLst>
              <a:ext uri="{FF2B5EF4-FFF2-40B4-BE49-F238E27FC236}">
                <a16:creationId xmlns:a16="http://schemas.microsoft.com/office/drawing/2014/main" id="{129183E6-4273-4808-ADFD-3E07FFE7E21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0" name="文本框 129">
            <a:extLst>
              <a:ext uri="{FF2B5EF4-FFF2-40B4-BE49-F238E27FC236}">
                <a16:creationId xmlns:a16="http://schemas.microsoft.com/office/drawing/2014/main" id="{BE7D0922-216A-46CD-BCDF-78EA0E104C51}"/>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31" name="文本框 130">
            <a:extLst>
              <a:ext uri="{FF2B5EF4-FFF2-40B4-BE49-F238E27FC236}">
                <a16:creationId xmlns:a16="http://schemas.microsoft.com/office/drawing/2014/main" id="{C0D7F67C-1E4B-4BB5-BDBD-3A80C702BBCD}"/>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2" name="任意矩形：001">
            <a:extLst>
              <a:ext uri="{FF2B5EF4-FFF2-40B4-BE49-F238E27FC236}">
                <a16:creationId xmlns:a16="http://schemas.microsoft.com/office/drawing/2014/main" id="{897BA128-B2B0-446E-988B-41B26EE63795}"/>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任意矩形：002">
            <a:extLst>
              <a:ext uri="{FF2B5EF4-FFF2-40B4-BE49-F238E27FC236}">
                <a16:creationId xmlns:a16="http://schemas.microsoft.com/office/drawing/2014/main" id="{3BE908AA-0A62-4EB1-ABBF-368404A58D80}"/>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4" name="任意矩形：003">
            <a:extLst>
              <a:ext uri="{FF2B5EF4-FFF2-40B4-BE49-F238E27FC236}">
                <a16:creationId xmlns:a16="http://schemas.microsoft.com/office/drawing/2014/main" id="{108E6041-891F-4581-B2F9-7A35D06F299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任意矩形：004">
            <a:extLst>
              <a:ext uri="{FF2B5EF4-FFF2-40B4-BE49-F238E27FC236}">
                <a16:creationId xmlns:a16="http://schemas.microsoft.com/office/drawing/2014/main" id="{0D1183C5-9ACA-483B-B122-7FA8B208BC89}"/>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6" name="任意矩形：005">
            <a:extLst>
              <a:ext uri="{FF2B5EF4-FFF2-40B4-BE49-F238E27FC236}">
                <a16:creationId xmlns:a16="http://schemas.microsoft.com/office/drawing/2014/main" id="{9565218B-3267-460B-AD52-593FDF6D1AC1}"/>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7" name="任意矩形：006">
            <a:extLst>
              <a:ext uri="{FF2B5EF4-FFF2-40B4-BE49-F238E27FC236}">
                <a16:creationId xmlns:a16="http://schemas.microsoft.com/office/drawing/2014/main" id="{462D96FC-5673-4006-9447-4D02447D230C}"/>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1404632"/>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7">
      <a:dk1>
        <a:sysClr val="windowText" lastClr="000000"/>
      </a:dk1>
      <a:lt1>
        <a:sysClr val="window" lastClr="FFFFFF"/>
      </a:lt1>
      <a:dk2>
        <a:srgbClr val="44546A"/>
      </a:dk2>
      <a:lt2>
        <a:srgbClr val="E7E6E6"/>
      </a:lt2>
      <a:accent1>
        <a:srgbClr val="911D22"/>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5891</TotalTime>
  <Words>2247</Words>
  <Application>Microsoft Office PowerPoint</Application>
  <PresentationFormat>宽屏</PresentationFormat>
  <Paragraphs>339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500</cp:revision>
  <dcterms:created xsi:type="dcterms:W3CDTF">2025-12-29T13:01:08Z</dcterms:created>
  <dcterms:modified xsi:type="dcterms:W3CDTF">2026-01-15T05:19:33Z</dcterms:modified>
</cp:coreProperties>
</file>