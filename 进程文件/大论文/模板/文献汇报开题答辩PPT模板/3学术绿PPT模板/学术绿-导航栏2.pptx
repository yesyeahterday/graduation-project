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316"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38DD05DF-A000-4E4A-A83F-F2A010A810B1}"/>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75688958-5D92-458B-98BA-C164A808530A}"/>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77542451-1143-478D-8E68-40E9742AC828}"/>
              </a:ext>
            </a:extLst>
          </p:cNvPr>
          <p:cNvGrpSpPr/>
          <p:nvPr userDrawn="1"/>
        </p:nvGrpSpPr>
        <p:grpSpPr>
          <a:xfrm>
            <a:off x="263525" y="297823"/>
            <a:ext cx="635651" cy="522101"/>
            <a:chOff x="301625" y="297823"/>
            <a:chExt cx="635651" cy="522101"/>
          </a:xfrm>
        </p:grpSpPr>
        <p:sp>
          <p:nvSpPr>
            <p:cNvPr id="16" name="graduate-hat_59495">
              <a:extLst>
                <a:ext uri="{FF2B5EF4-FFF2-40B4-BE49-F238E27FC236}">
                  <a16:creationId xmlns:a16="http://schemas.microsoft.com/office/drawing/2014/main" id="{C604E52A-C355-4F31-821F-3E85807C988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raduate-hat_59495">
              <a:extLst>
                <a:ext uri="{FF2B5EF4-FFF2-40B4-BE49-F238E27FC236}">
                  <a16:creationId xmlns:a16="http://schemas.microsoft.com/office/drawing/2014/main" id="{F68D72B5-C54C-4818-8264-756C6D34D6C7}"/>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图片 17">
            <a:extLst>
              <a:ext uri="{FF2B5EF4-FFF2-40B4-BE49-F238E27FC236}">
                <a16:creationId xmlns:a16="http://schemas.microsoft.com/office/drawing/2014/main" id="{42415880-104D-4628-A7EE-AD292E9F74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19" name="图片 18">
            <a:extLst>
              <a:ext uri="{FF2B5EF4-FFF2-40B4-BE49-F238E27FC236}">
                <a16:creationId xmlns:a16="http://schemas.microsoft.com/office/drawing/2014/main" id="{F457A337-B32C-478B-B0B2-CF8C74FB20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9887720" y="245681"/>
            <a:ext cx="2040753" cy="577242"/>
          </a:xfrm>
          <a:custGeom>
            <a:avLst/>
            <a:gdLst>
              <a:gd name="connsiteX0" fmla="*/ 0 w 12192000"/>
              <a:gd name="connsiteY0" fmla="*/ 0 h 3448594"/>
              <a:gd name="connsiteX1" fmla="*/ 12192000 w 12192000"/>
              <a:gd name="connsiteY1" fmla="*/ 0 h 3448594"/>
              <a:gd name="connsiteX2" fmla="*/ 12192000 w 12192000"/>
              <a:gd name="connsiteY2" fmla="*/ 2581491 h 3448594"/>
              <a:gd name="connsiteX3" fmla="*/ 3687592 w 12192000"/>
              <a:gd name="connsiteY3" fmla="*/ 2581491 h 3448594"/>
              <a:gd name="connsiteX4" fmla="*/ 3687592 w 12192000"/>
              <a:gd name="connsiteY4" fmla="*/ 3305392 h 3448594"/>
              <a:gd name="connsiteX5" fmla="*/ 12192000 w 12192000"/>
              <a:gd name="connsiteY5" fmla="*/ 3305392 h 3448594"/>
              <a:gd name="connsiteX6" fmla="*/ 12192000 w 12192000"/>
              <a:gd name="connsiteY6" fmla="*/ 3448594 h 3448594"/>
              <a:gd name="connsiteX7" fmla="*/ 0 w 12192000"/>
              <a:gd name="connsiteY7" fmla="*/ 3448594 h 3448594"/>
              <a:gd name="connsiteX8" fmla="*/ 0 w 12192000"/>
              <a:gd name="connsiteY8" fmla="*/ 0 h 344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48594">
                <a:moveTo>
                  <a:pt x="0" y="0"/>
                </a:moveTo>
                <a:lnTo>
                  <a:pt x="12192000" y="0"/>
                </a:lnTo>
                <a:lnTo>
                  <a:pt x="12192000" y="2581491"/>
                </a:lnTo>
                <a:lnTo>
                  <a:pt x="3687592" y="2581491"/>
                </a:lnTo>
                <a:lnTo>
                  <a:pt x="3687592" y="3305392"/>
                </a:lnTo>
                <a:lnTo>
                  <a:pt x="12192000" y="3305392"/>
                </a:lnTo>
                <a:lnTo>
                  <a:pt x="12192000" y="3448594"/>
                </a:lnTo>
                <a:lnTo>
                  <a:pt x="0" y="3448594"/>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2.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0575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7300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图片 24">
            <a:extLst>
              <a:ext uri="{FF2B5EF4-FFF2-40B4-BE49-F238E27FC236}">
                <a16:creationId xmlns:a16="http://schemas.microsoft.com/office/drawing/2014/main" id="{254D258B-7545-4640-B1E0-C569BEDE9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组合 3">
            <a:extLst>
              <a:ext uri="{FF2B5EF4-FFF2-40B4-BE49-F238E27FC236}">
                <a16:creationId xmlns:a16="http://schemas.microsoft.com/office/drawing/2014/main" id="{2728FB3B-1DE5-4DED-9566-2BF73E311E38}"/>
              </a:ext>
            </a:extLst>
          </p:cNvPr>
          <p:cNvGrpSpPr/>
          <p:nvPr/>
        </p:nvGrpSpPr>
        <p:grpSpPr>
          <a:xfrm>
            <a:off x="5695157" y="927748"/>
            <a:ext cx="801687" cy="801687"/>
            <a:chOff x="5695157" y="927748"/>
            <a:chExt cx="801687" cy="801687"/>
          </a:xfrm>
        </p:grpSpPr>
        <p:sp>
          <p:nvSpPr>
            <p:cNvPr id="16" name="流程图: 接点 15">
              <a:extLst>
                <a:ext uri="{FF2B5EF4-FFF2-40B4-BE49-F238E27FC236}">
                  <a16:creationId xmlns:a16="http://schemas.microsoft.com/office/drawing/2014/main" id="{5CE76725-64D6-46C8-8889-0B52B59EEE1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8693C4D5-7A05-40E3-A7AB-27A0F7621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947F5E8-5065-4707-A433-AEC125BC7822}"/>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4" name="文本框 63">
            <a:extLst>
              <a:ext uri="{FF2B5EF4-FFF2-40B4-BE49-F238E27FC236}">
                <a16:creationId xmlns:a16="http://schemas.microsoft.com/office/drawing/2014/main" id="{961B988C-9C2B-4FFD-968E-1C309788B761}"/>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8" name="任意多边形: 形状 67">
            <a:extLst>
              <a:ext uri="{FF2B5EF4-FFF2-40B4-BE49-F238E27FC236}">
                <a16:creationId xmlns:a16="http://schemas.microsoft.com/office/drawing/2014/main" id="{E37335E9-2899-478C-8524-981C09EE73A9}"/>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a:extLst>
              <a:ext uri="{FF2B5EF4-FFF2-40B4-BE49-F238E27FC236}">
                <a16:creationId xmlns:a16="http://schemas.microsoft.com/office/drawing/2014/main" id="{BAF67AEF-157F-4618-B132-8AEBA3C9FCF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3" name="组合 2">
            <a:extLst>
              <a:ext uri="{FF2B5EF4-FFF2-40B4-BE49-F238E27FC236}">
                <a16:creationId xmlns:a16="http://schemas.microsoft.com/office/drawing/2014/main" id="{0CF520FA-0C48-43A9-A281-0AC1848D6B56}"/>
              </a:ext>
            </a:extLst>
          </p:cNvPr>
          <p:cNvGrpSpPr/>
          <p:nvPr/>
        </p:nvGrpSpPr>
        <p:grpSpPr>
          <a:xfrm>
            <a:off x="3035353" y="335430"/>
            <a:ext cx="7739662" cy="302114"/>
            <a:chOff x="3035353" y="317332"/>
            <a:chExt cx="7739662" cy="355336"/>
          </a:xfrm>
        </p:grpSpPr>
        <p:cxnSp>
          <p:nvCxnSpPr>
            <p:cNvPr id="71" name="直接连接符 70">
              <a:extLst>
                <a:ext uri="{FF2B5EF4-FFF2-40B4-BE49-F238E27FC236}">
                  <a16:creationId xmlns:a16="http://schemas.microsoft.com/office/drawing/2014/main" id="{7C49E0A0-F003-4B8B-8DBF-364D239C11BE}"/>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A351C1C6-C0AE-4C2B-A509-D3A41357B518}"/>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37EDCF25-A5FF-4715-A016-C0D3292652C8}"/>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2D7D534-CF3D-4ADA-A620-40686AFD34CB}"/>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CF00C9C-3CBF-4DAC-A1CE-00CFB93079A8}"/>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4BEC1DCC-C41B-4837-B794-D63EA93D88D1}"/>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 name="组合 5">
            <a:extLst>
              <a:ext uri="{FF2B5EF4-FFF2-40B4-BE49-F238E27FC236}">
                <a16:creationId xmlns:a16="http://schemas.microsoft.com/office/drawing/2014/main" id="{A74A3EBA-F6DA-4607-85EE-A50FD75F8A0A}"/>
              </a:ext>
            </a:extLst>
          </p:cNvPr>
          <p:cNvGrpSpPr/>
          <p:nvPr/>
        </p:nvGrpSpPr>
        <p:grpSpPr>
          <a:xfrm>
            <a:off x="10893225" y="160492"/>
            <a:ext cx="1154490" cy="651990"/>
            <a:chOff x="10893225" y="130756"/>
            <a:chExt cx="1154490" cy="651990"/>
          </a:xfrm>
        </p:grpSpPr>
        <p:sp>
          <p:nvSpPr>
            <p:cNvPr id="70" name="文本框 69">
              <a:extLst>
                <a:ext uri="{FF2B5EF4-FFF2-40B4-BE49-F238E27FC236}">
                  <a16:creationId xmlns:a16="http://schemas.microsoft.com/office/drawing/2014/main" id="{AFC510E7-1C01-4865-8590-3BCD323091A2}"/>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52" name="文本框 51">
            <a:extLst>
              <a:ext uri="{FF2B5EF4-FFF2-40B4-BE49-F238E27FC236}">
                <a16:creationId xmlns:a16="http://schemas.microsoft.com/office/drawing/2014/main" id="{EEFDFD5E-D1C1-4863-9A78-54DA927878F1}"/>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
        <p:nvSpPr>
          <p:cNvPr id="45" name="文本框 44">
            <a:extLst>
              <a:ext uri="{FF2B5EF4-FFF2-40B4-BE49-F238E27FC236}">
                <a16:creationId xmlns:a16="http://schemas.microsoft.com/office/drawing/2014/main" id="{7FDE370C-FF3B-4C91-82B9-3160D6FA1FC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785C697F-76E9-4AE7-956E-082301783147}"/>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00BD0082-A73C-43AC-8E93-649D9DD337F3}"/>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8" name="文本框 47">
            <a:extLst>
              <a:ext uri="{FF2B5EF4-FFF2-40B4-BE49-F238E27FC236}">
                <a16:creationId xmlns:a16="http://schemas.microsoft.com/office/drawing/2014/main" id="{22881A95-8B26-4E3F-8292-BEA6CB6C847A}"/>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3" name="任意多边形: 形状 52">
            <a:extLst>
              <a:ext uri="{FF2B5EF4-FFF2-40B4-BE49-F238E27FC236}">
                <a16:creationId xmlns:a16="http://schemas.microsoft.com/office/drawing/2014/main" id="{07720EBA-E5BD-4096-8A94-BB1BD7B01B11}"/>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C7B58127-51C2-4960-89FB-52FA43C65324}"/>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55" name="组合 54">
            <a:extLst>
              <a:ext uri="{FF2B5EF4-FFF2-40B4-BE49-F238E27FC236}">
                <a16:creationId xmlns:a16="http://schemas.microsoft.com/office/drawing/2014/main" id="{B99CCFFF-2E40-4AE0-B715-6EB6BBAAD065}"/>
              </a:ext>
            </a:extLst>
          </p:cNvPr>
          <p:cNvGrpSpPr/>
          <p:nvPr/>
        </p:nvGrpSpPr>
        <p:grpSpPr>
          <a:xfrm>
            <a:off x="3035353" y="335430"/>
            <a:ext cx="7739662" cy="302114"/>
            <a:chOff x="3035353" y="317332"/>
            <a:chExt cx="7739662" cy="355336"/>
          </a:xfrm>
        </p:grpSpPr>
        <p:cxnSp>
          <p:nvCxnSpPr>
            <p:cNvPr id="73" name="直接连接符 72">
              <a:extLst>
                <a:ext uri="{FF2B5EF4-FFF2-40B4-BE49-F238E27FC236}">
                  <a16:creationId xmlns:a16="http://schemas.microsoft.com/office/drawing/2014/main" id="{F6CEA308-533D-454A-8B7B-D63076AA239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A5F74008-B533-4946-B3E9-3DD88EEFAC9E}"/>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64BA132-6023-4197-B9DA-F72F75E30A25}"/>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72707540-E8FA-46A2-9BDB-98CD62EB6AD4}"/>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95C8696F-7D5D-4D3D-9BC2-8951237F28B6}"/>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6" name="文本框 55">
            <a:extLst>
              <a:ext uri="{FF2B5EF4-FFF2-40B4-BE49-F238E27FC236}">
                <a16:creationId xmlns:a16="http://schemas.microsoft.com/office/drawing/2014/main" id="{2624C3D3-F766-47DC-BD28-5B4C0B1276FB}"/>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4EBE7D8A-2A2C-40B5-AFB5-47F384D6524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1365035B-FC8D-49D7-943E-E4463D5CE586}"/>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98CFDE04-D878-4E21-B4AA-BDB92F42400C}"/>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0" name="组合 59">
            <a:extLst>
              <a:ext uri="{FF2B5EF4-FFF2-40B4-BE49-F238E27FC236}">
                <a16:creationId xmlns:a16="http://schemas.microsoft.com/office/drawing/2014/main" id="{B7A2CC19-8C0C-47AD-A2E8-6FEADEB237D6}"/>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DE9F8021-DE17-4970-B497-93F883551DE4}"/>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09B35BD0-E23A-4E0B-A52B-3217FEB74F6D}"/>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1" name="文本框 60">
            <a:extLst>
              <a:ext uri="{FF2B5EF4-FFF2-40B4-BE49-F238E27FC236}">
                <a16:creationId xmlns:a16="http://schemas.microsoft.com/office/drawing/2014/main" id="{CDA46057-F9B5-45C8-85B9-4B1F7C0E6306}"/>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591D37F-C226-4E47-9166-7D00BC67421B}"/>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4270D689-E749-4B66-B7BE-86E7487389CC}"/>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3" name="文本框 32">
            <a:extLst>
              <a:ext uri="{FF2B5EF4-FFF2-40B4-BE49-F238E27FC236}">
                <a16:creationId xmlns:a16="http://schemas.microsoft.com/office/drawing/2014/main" id="{9A35D0BE-F088-4228-B770-16B18D5EDF2F}"/>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4" name="文本框 33">
            <a:extLst>
              <a:ext uri="{FF2B5EF4-FFF2-40B4-BE49-F238E27FC236}">
                <a16:creationId xmlns:a16="http://schemas.microsoft.com/office/drawing/2014/main" id="{9B75981B-657F-41E8-BC32-2D105A507F53}"/>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5" name="任意多边形: 形状 34">
            <a:extLst>
              <a:ext uri="{FF2B5EF4-FFF2-40B4-BE49-F238E27FC236}">
                <a16:creationId xmlns:a16="http://schemas.microsoft.com/office/drawing/2014/main" id="{6F940601-4946-46A6-8488-170283A06300}"/>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BE366600-E3E2-4DB7-920B-542AC00C7F9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37" name="组合 36">
            <a:extLst>
              <a:ext uri="{FF2B5EF4-FFF2-40B4-BE49-F238E27FC236}">
                <a16:creationId xmlns:a16="http://schemas.microsoft.com/office/drawing/2014/main" id="{1A685843-89E8-4736-90C6-24585910EB78}"/>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FCBEBAA8-E0D1-4A8D-96DB-6A58D2965C44}"/>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7D3D7C4-AF25-4B4B-B5BC-63E771C4CBF8}"/>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EAA0D0C-5A31-4AD1-B923-607EA525D024}"/>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2B033F0-D935-433D-B266-63E00C4C2FA6}"/>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0F3568DD-7FF9-4E0E-9AD7-AE5F3A8C830A}"/>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FBE0B152-37D0-4A45-BFEE-CDD043AF8B55}"/>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03B6D597-210B-46AF-BF2C-9F173EBC60F9}"/>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2AFA7E00-B73A-4E6B-89C8-4A5ADFF4BD0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26072899-A5CE-4A5B-A3CB-4B9CAA3D7CE7}"/>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44" name="组合 43">
            <a:extLst>
              <a:ext uri="{FF2B5EF4-FFF2-40B4-BE49-F238E27FC236}">
                <a16:creationId xmlns:a16="http://schemas.microsoft.com/office/drawing/2014/main" id="{AB222E67-8CDF-49B2-9582-CEAB7F2FAA0A}"/>
              </a:ext>
            </a:extLst>
          </p:cNvPr>
          <p:cNvGrpSpPr/>
          <p:nvPr/>
        </p:nvGrpSpPr>
        <p:grpSpPr>
          <a:xfrm>
            <a:off x="10893225" y="160492"/>
            <a:ext cx="1154490" cy="651990"/>
            <a:chOff x="10893225" y="130756"/>
            <a:chExt cx="1154490" cy="651990"/>
          </a:xfrm>
        </p:grpSpPr>
        <p:sp>
          <p:nvSpPr>
            <p:cNvPr id="46" name="文本框 45">
              <a:extLst>
                <a:ext uri="{FF2B5EF4-FFF2-40B4-BE49-F238E27FC236}">
                  <a16:creationId xmlns:a16="http://schemas.microsoft.com/office/drawing/2014/main" id="{F25ABCA6-FFAF-4197-8704-82331EE578F6}"/>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7" name="文本框 46">
              <a:extLst>
                <a:ext uri="{FF2B5EF4-FFF2-40B4-BE49-F238E27FC236}">
                  <a16:creationId xmlns:a16="http://schemas.microsoft.com/office/drawing/2014/main" id="{0D96C2F4-AD94-4325-A140-46823760AE85}"/>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5" name="文本框 44">
            <a:extLst>
              <a:ext uri="{FF2B5EF4-FFF2-40B4-BE49-F238E27FC236}">
                <a16:creationId xmlns:a16="http://schemas.microsoft.com/office/drawing/2014/main" id="{12818879-100D-44C5-8B04-9F2FF1588124}"/>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42" name="任意多边形: 形状 41">
            <a:extLst>
              <a:ext uri="{FF2B5EF4-FFF2-40B4-BE49-F238E27FC236}">
                <a16:creationId xmlns:a16="http://schemas.microsoft.com/office/drawing/2014/main" id="{A54D6EC1-34F6-4555-AAAE-6A99D9F96232}"/>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框 69">
            <a:extLst>
              <a:ext uri="{FF2B5EF4-FFF2-40B4-BE49-F238E27FC236}">
                <a16:creationId xmlns:a16="http://schemas.microsoft.com/office/drawing/2014/main" id="{7476A30D-20FB-4462-A0FE-0D07528B9877}"/>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1" name="文本框 70">
            <a:extLst>
              <a:ext uri="{FF2B5EF4-FFF2-40B4-BE49-F238E27FC236}">
                <a16:creationId xmlns:a16="http://schemas.microsoft.com/office/drawing/2014/main" id="{033A74F7-813C-4279-A870-9B9559215FA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2" name="文本框 71">
            <a:extLst>
              <a:ext uri="{FF2B5EF4-FFF2-40B4-BE49-F238E27FC236}">
                <a16:creationId xmlns:a16="http://schemas.microsoft.com/office/drawing/2014/main" id="{582AC3D3-D4E6-48FD-AF65-8BE93E926112}"/>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3" name="文本框 72">
            <a:extLst>
              <a:ext uri="{FF2B5EF4-FFF2-40B4-BE49-F238E27FC236}">
                <a16:creationId xmlns:a16="http://schemas.microsoft.com/office/drawing/2014/main" id="{80926EC2-B282-4234-B791-17EA639B9EAA}"/>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74" name="文本框 73">
            <a:extLst>
              <a:ext uri="{FF2B5EF4-FFF2-40B4-BE49-F238E27FC236}">
                <a16:creationId xmlns:a16="http://schemas.microsoft.com/office/drawing/2014/main" id="{10E79096-7B0D-4BC4-A93C-D4BFB26ED534}"/>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75" name="组合 74">
            <a:extLst>
              <a:ext uri="{FF2B5EF4-FFF2-40B4-BE49-F238E27FC236}">
                <a16:creationId xmlns:a16="http://schemas.microsoft.com/office/drawing/2014/main" id="{12027ADA-CFA6-4CE4-90BA-64293D034857}"/>
              </a:ext>
            </a:extLst>
          </p:cNvPr>
          <p:cNvGrpSpPr/>
          <p:nvPr/>
        </p:nvGrpSpPr>
        <p:grpSpPr>
          <a:xfrm>
            <a:off x="3035353" y="335430"/>
            <a:ext cx="7739662" cy="302114"/>
            <a:chOff x="3035353" y="317332"/>
            <a:chExt cx="7739662" cy="355336"/>
          </a:xfrm>
        </p:grpSpPr>
        <p:cxnSp>
          <p:nvCxnSpPr>
            <p:cNvPr id="76" name="直接连接符 75">
              <a:extLst>
                <a:ext uri="{FF2B5EF4-FFF2-40B4-BE49-F238E27FC236}">
                  <a16:creationId xmlns:a16="http://schemas.microsoft.com/office/drawing/2014/main" id="{83FDFFB9-066B-4DA9-9C69-43F678AC2348}"/>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50042640-6E3E-44B1-9CD3-F0ADF2674B5F}"/>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03C9A7E6-6818-487D-923A-DC6448B32940}"/>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4E776FB7-3FA3-4D3D-9E91-9663153C2633}"/>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548B7860-7042-4BBD-81D2-B931D5C35532}"/>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84" name="文本框 83">
            <a:extLst>
              <a:ext uri="{FF2B5EF4-FFF2-40B4-BE49-F238E27FC236}">
                <a16:creationId xmlns:a16="http://schemas.microsoft.com/office/drawing/2014/main" id="{0D8A4296-7AAC-4AD0-AC68-3F8433AA10A3}"/>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85" name="文本框 84">
            <a:extLst>
              <a:ext uri="{FF2B5EF4-FFF2-40B4-BE49-F238E27FC236}">
                <a16:creationId xmlns:a16="http://schemas.microsoft.com/office/drawing/2014/main" id="{B99C3324-E4C6-422B-A9E3-6168C2EE118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86" name="文本框 85">
            <a:extLst>
              <a:ext uri="{FF2B5EF4-FFF2-40B4-BE49-F238E27FC236}">
                <a16:creationId xmlns:a16="http://schemas.microsoft.com/office/drawing/2014/main" id="{92168FBD-EFA8-427D-A105-9D8F200BFB67}"/>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78DA9435-894E-41F4-9B90-474660A69906}"/>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88" name="组合 87">
            <a:extLst>
              <a:ext uri="{FF2B5EF4-FFF2-40B4-BE49-F238E27FC236}">
                <a16:creationId xmlns:a16="http://schemas.microsoft.com/office/drawing/2014/main" id="{09BD44AB-56F2-468B-8C5F-6934F66DAC94}"/>
              </a:ext>
            </a:extLst>
          </p:cNvPr>
          <p:cNvGrpSpPr/>
          <p:nvPr/>
        </p:nvGrpSpPr>
        <p:grpSpPr>
          <a:xfrm>
            <a:off x="10893225" y="160492"/>
            <a:ext cx="1154490" cy="651990"/>
            <a:chOff x="10893225" y="130756"/>
            <a:chExt cx="1154490" cy="651990"/>
          </a:xfrm>
        </p:grpSpPr>
        <p:sp>
          <p:nvSpPr>
            <p:cNvPr id="89" name="文本框 88">
              <a:extLst>
                <a:ext uri="{FF2B5EF4-FFF2-40B4-BE49-F238E27FC236}">
                  <a16:creationId xmlns:a16="http://schemas.microsoft.com/office/drawing/2014/main" id="{CD156A07-5A6F-492F-B1BF-69826099D143}"/>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0" name="文本框 89">
              <a:extLst>
                <a:ext uri="{FF2B5EF4-FFF2-40B4-BE49-F238E27FC236}">
                  <a16:creationId xmlns:a16="http://schemas.microsoft.com/office/drawing/2014/main" id="{5800271C-C6FB-49D6-88FF-D93E3F9BCD58}"/>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91" name="文本框 90">
            <a:extLst>
              <a:ext uri="{FF2B5EF4-FFF2-40B4-BE49-F238E27FC236}">
                <a16:creationId xmlns:a16="http://schemas.microsoft.com/office/drawing/2014/main" id="{17078936-8D12-4DBF-80A9-5260E2FB952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
        <p:nvSpPr>
          <p:cNvPr id="39" name="任意多边形: 形状 38">
            <a:extLst>
              <a:ext uri="{FF2B5EF4-FFF2-40B4-BE49-F238E27FC236}">
                <a16:creationId xmlns:a16="http://schemas.microsoft.com/office/drawing/2014/main" id="{C03DC21F-64DC-4D59-8967-EC038907C90A}"/>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a:extLst>
              <a:ext uri="{FF2B5EF4-FFF2-40B4-BE49-F238E27FC236}">
                <a16:creationId xmlns:a16="http://schemas.microsoft.com/office/drawing/2014/main" id="{2E25320C-3DC4-4032-9032-DD8C181E0C08}"/>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1" name="文本框 40">
            <a:extLst>
              <a:ext uri="{FF2B5EF4-FFF2-40B4-BE49-F238E27FC236}">
                <a16:creationId xmlns:a16="http://schemas.microsoft.com/office/drawing/2014/main" id="{AF173F82-F8D6-4220-810C-3BABD3FC09AC}"/>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2" name="文本框 41">
            <a:extLst>
              <a:ext uri="{FF2B5EF4-FFF2-40B4-BE49-F238E27FC236}">
                <a16:creationId xmlns:a16="http://schemas.microsoft.com/office/drawing/2014/main" id="{806557EB-E092-4E34-95E8-3CBAFDAC91B3}"/>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3" name="文本框 42">
            <a:extLst>
              <a:ext uri="{FF2B5EF4-FFF2-40B4-BE49-F238E27FC236}">
                <a16:creationId xmlns:a16="http://schemas.microsoft.com/office/drawing/2014/main" id="{D1A2A5E0-4F96-4249-A20D-32437947117B}"/>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44" name="文本框 43">
            <a:extLst>
              <a:ext uri="{FF2B5EF4-FFF2-40B4-BE49-F238E27FC236}">
                <a16:creationId xmlns:a16="http://schemas.microsoft.com/office/drawing/2014/main" id="{D8244FF9-DB8D-4591-A277-15BD343264BC}"/>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5" name="组合 44">
            <a:extLst>
              <a:ext uri="{FF2B5EF4-FFF2-40B4-BE49-F238E27FC236}">
                <a16:creationId xmlns:a16="http://schemas.microsoft.com/office/drawing/2014/main" id="{9DFCF97F-0124-4ADA-8A1C-83F69C9EE60F}"/>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587BF086-93FC-4578-89B0-C122BA01CC13}"/>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5771012-D697-4659-A366-6DCE7119E693}"/>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DF39B309-188E-4B11-8A71-3B6B2938C09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ADAC2FA-04A6-4B95-A6E0-2DE1D18E2B5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79998AE-3BC1-49A3-8DF7-DDA9C9075753}"/>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5" name="文本框 54">
            <a:extLst>
              <a:ext uri="{FF2B5EF4-FFF2-40B4-BE49-F238E27FC236}">
                <a16:creationId xmlns:a16="http://schemas.microsoft.com/office/drawing/2014/main" id="{BAC68725-3321-4B3C-BA09-067554DE4547}"/>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E6871938-F89C-47A1-8247-F0B9C52E7DAE}"/>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586C7A87-6ECC-4216-927B-08C096212DA2}"/>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4297A490-7CA1-4AE1-A369-ACFD457A4896}"/>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2" name="组合 61">
            <a:extLst>
              <a:ext uri="{FF2B5EF4-FFF2-40B4-BE49-F238E27FC236}">
                <a16:creationId xmlns:a16="http://schemas.microsoft.com/office/drawing/2014/main" id="{854BC5DA-1DAD-4D41-B4DE-0D2C2FDCDF9C}"/>
              </a:ext>
            </a:extLst>
          </p:cNvPr>
          <p:cNvGrpSpPr/>
          <p:nvPr/>
        </p:nvGrpSpPr>
        <p:grpSpPr>
          <a:xfrm>
            <a:off x="10893225" y="160492"/>
            <a:ext cx="1154490" cy="651990"/>
            <a:chOff x="10893225" y="130756"/>
            <a:chExt cx="1154490" cy="651990"/>
          </a:xfrm>
        </p:grpSpPr>
        <p:sp>
          <p:nvSpPr>
            <p:cNvPr id="63" name="文本框 62">
              <a:extLst>
                <a:ext uri="{FF2B5EF4-FFF2-40B4-BE49-F238E27FC236}">
                  <a16:creationId xmlns:a16="http://schemas.microsoft.com/office/drawing/2014/main" id="{7E9D7323-0A88-49EC-9285-455BCF310292}"/>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4" name="文本框 63">
              <a:extLst>
                <a:ext uri="{FF2B5EF4-FFF2-40B4-BE49-F238E27FC236}">
                  <a16:creationId xmlns:a16="http://schemas.microsoft.com/office/drawing/2014/main" id="{9D000EEA-9C4D-4D94-8FDD-4164BCF2C59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5" name="文本框 64">
            <a:extLst>
              <a:ext uri="{FF2B5EF4-FFF2-40B4-BE49-F238E27FC236}">
                <a16:creationId xmlns:a16="http://schemas.microsoft.com/office/drawing/2014/main" id="{C603031C-7211-454D-8DAF-0E1911E1CE20}"/>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44" name="任意多边形: 形状 43">
            <a:extLst>
              <a:ext uri="{FF2B5EF4-FFF2-40B4-BE49-F238E27FC236}">
                <a16:creationId xmlns:a16="http://schemas.microsoft.com/office/drawing/2014/main" id="{5048532E-CA03-4FA6-8166-21AC36ECCAC4}"/>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文本框 50">
            <a:extLst>
              <a:ext uri="{FF2B5EF4-FFF2-40B4-BE49-F238E27FC236}">
                <a16:creationId xmlns:a16="http://schemas.microsoft.com/office/drawing/2014/main" id="{163BA2D9-A4F3-48B4-AF43-955BAF5FCA07}"/>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2" name="文本框 51">
            <a:extLst>
              <a:ext uri="{FF2B5EF4-FFF2-40B4-BE49-F238E27FC236}">
                <a16:creationId xmlns:a16="http://schemas.microsoft.com/office/drawing/2014/main" id="{93B55730-546F-4804-AFE6-EBB8D6F03B0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3" name="文本框 52">
            <a:extLst>
              <a:ext uri="{FF2B5EF4-FFF2-40B4-BE49-F238E27FC236}">
                <a16:creationId xmlns:a16="http://schemas.microsoft.com/office/drawing/2014/main" id="{BC62EE3D-0742-49F1-B7DD-7F09B1D4A401}"/>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4" name="文本框 53">
            <a:extLst>
              <a:ext uri="{FF2B5EF4-FFF2-40B4-BE49-F238E27FC236}">
                <a16:creationId xmlns:a16="http://schemas.microsoft.com/office/drawing/2014/main" id="{9A592444-5413-43B7-999B-AB83CC0A42C7}"/>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5" name="文本框 54">
            <a:extLst>
              <a:ext uri="{FF2B5EF4-FFF2-40B4-BE49-F238E27FC236}">
                <a16:creationId xmlns:a16="http://schemas.microsoft.com/office/drawing/2014/main" id="{FB811CB9-5353-4F1C-8A0A-94C280FD99F3}"/>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6" name="组合 55">
            <a:extLst>
              <a:ext uri="{FF2B5EF4-FFF2-40B4-BE49-F238E27FC236}">
                <a16:creationId xmlns:a16="http://schemas.microsoft.com/office/drawing/2014/main" id="{829602AD-D0CC-4843-82CE-26B2B2871A2E}"/>
              </a:ext>
            </a:extLst>
          </p:cNvPr>
          <p:cNvGrpSpPr/>
          <p:nvPr/>
        </p:nvGrpSpPr>
        <p:grpSpPr>
          <a:xfrm>
            <a:off x="3035353" y="335430"/>
            <a:ext cx="7739662" cy="302114"/>
            <a:chOff x="3035353" y="317332"/>
            <a:chExt cx="7739662" cy="355336"/>
          </a:xfrm>
        </p:grpSpPr>
        <p:cxnSp>
          <p:nvCxnSpPr>
            <p:cNvPr id="57" name="直接连接符 56">
              <a:extLst>
                <a:ext uri="{FF2B5EF4-FFF2-40B4-BE49-F238E27FC236}">
                  <a16:creationId xmlns:a16="http://schemas.microsoft.com/office/drawing/2014/main" id="{A975A684-DC2C-4556-AB41-095EA0AF0A07}"/>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0CBA34B2-5718-4F4B-85AE-AD041DC914CB}"/>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099799A-1A8B-4B44-B8A6-BC79E44C493E}"/>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CBA9007E-108B-4AE9-9CEA-5120F183094D}"/>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F4D7E18-9160-4D01-9B34-35E1E5EF5BD4}"/>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2" name="文本框 61">
            <a:extLst>
              <a:ext uri="{FF2B5EF4-FFF2-40B4-BE49-F238E27FC236}">
                <a16:creationId xmlns:a16="http://schemas.microsoft.com/office/drawing/2014/main" id="{07BDDF91-FF6C-4CE9-858A-74A35303A5AD}"/>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636856FF-2A9F-4948-991E-6CD94AA454DD}"/>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4" name="文本框 63">
            <a:extLst>
              <a:ext uri="{FF2B5EF4-FFF2-40B4-BE49-F238E27FC236}">
                <a16:creationId xmlns:a16="http://schemas.microsoft.com/office/drawing/2014/main" id="{23B8A607-6040-4D32-9729-9B107F9B7768}"/>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109CC9D7-0047-4ACE-A2D4-F0C6A56DD67B}"/>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6" name="组合 65">
            <a:extLst>
              <a:ext uri="{FF2B5EF4-FFF2-40B4-BE49-F238E27FC236}">
                <a16:creationId xmlns:a16="http://schemas.microsoft.com/office/drawing/2014/main" id="{2B95B144-D9A8-477F-A03D-1521D36D5BCD}"/>
              </a:ext>
            </a:extLst>
          </p:cNvPr>
          <p:cNvGrpSpPr/>
          <p:nvPr/>
        </p:nvGrpSpPr>
        <p:grpSpPr>
          <a:xfrm>
            <a:off x="10893225" y="160492"/>
            <a:ext cx="1154490" cy="651990"/>
            <a:chOff x="10893225" y="130756"/>
            <a:chExt cx="1154490" cy="651990"/>
          </a:xfrm>
        </p:grpSpPr>
        <p:sp>
          <p:nvSpPr>
            <p:cNvPr id="67" name="文本框 66">
              <a:extLst>
                <a:ext uri="{FF2B5EF4-FFF2-40B4-BE49-F238E27FC236}">
                  <a16:creationId xmlns:a16="http://schemas.microsoft.com/office/drawing/2014/main" id="{2A3CC87D-47EF-4243-8716-0984897431BA}"/>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8" name="文本框 67">
              <a:extLst>
                <a:ext uri="{FF2B5EF4-FFF2-40B4-BE49-F238E27FC236}">
                  <a16:creationId xmlns:a16="http://schemas.microsoft.com/office/drawing/2014/main" id="{E94271B5-1D45-4AAA-AE19-E011164B1DB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9" name="文本框 68">
            <a:extLst>
              <a:ext uri="{FF2B5EF4-FFF2-40B4-BE49-F238E27FC236}">
                <a16:creationId xmlns:a16="http://schemas.microsoft.com/office/drawing/2014/main" id="{D8402FF4-B004-4372-8AE1-FFD3E073E32B}"/>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a:extLst>
              <a:ext uri="{FF2B5EF4-FFF2-40B4-BE49-F238E27FC236}">
                <a16:creationId xmlns:a16="http://schemas.microsoft.com/office/drawing/2014/main" id="{929D777B-A48B-401C-81BE-A61FE67EE28B}"/>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文本框 44">
            <a:extLst>
              <a:ext uri="{FF2B5EF4-FFF2-40B4-BE49-F238E27FC236}">
                <a16:creationId xmlns:a16="http://schemas.microsoft.com/office/drawing/2014/main" id="{DDDC1FE6-BAD8-4D74-B1E7-236552A58BB1}"/>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6B7F2E7E-C355-400F-93AC-C40CD5C1A830}"/>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471AFD7C-7F76-4101-A0B9-F5E1A0AF1C74}"/>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6" name="文本框 55">
            <a:extLst>
              <a:ext uri="{FF2B5EF4-FFF2-40B4-BE49-F238E27FC236}">
                <a16:creationId xmlns:a16="http://schemas.microsoft.com/office/drawing/2014/main" id="{256E3452-035F-4433-8978-867F70A30E81}"/>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7" name="文本框 56">
            <a:extLst>
              <a:ext uri="{FF2B5EF4-FFF2-40B4-BE49-F238E27FC236}">
                <a16:creationId xmlns:a16="http://schemas.microsoft.com/office/drawing/2014/main" id="{5F60D698-F5D6-4F05-862A-E1B7BCE820E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8" name="组合 57">
            <a:extLst>
              <a:ext uri="{FF2B5EF4-FFF2-40B4-BE49-F238E27FC236}">
                <a16:creationId xmlns:a16="http://schemas.microsoft.com/office/drawing/2014/main" id="{7EAC5EA8-A3D8-4231-ABF2-916F0DC0A8A1}"/>
              </a:ext>
            </a:extLst>
          </p:cNvPr>
          <p:cNvGrpSpPr/>
          <p:nvPr/>
        </p:nvGrpSpPr>
        <p:grpSpPr>
          <a:xfrm>
            <a:off x="3035353" y="335430"/>
            <a:ext cx="7739662" cy="302114"/>
            <a:chOff x="3035353" y="317332"/>
            <a:chExt cx="7739662" cy="355336"/>
          </a:xfrm>
        </p:grpSpPr>
        <p:cxnSp>
          <p:nvCxnSpPr>
            <p:cNvPr id="59" name="直接连接符 58">
              <a:extLst>
                <a:ext uri="{FF2B5EF4-FFF2-40B4-BE49-F238E27FC236}">
                  <a16:creationId xmlns:a16="http://schemas.microsoft.com/office/drawing/2014/main" id="{49840D8B-5ADA-4B3C-B18B-2D01BDB68DCF}"/>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C6FABEA-C407-4420-8223-C9AA02D27EE0}"/>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41482F9-944B-4445-884F-07EDE7E496F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15ADA410-17F6-4C4C-8605-5C97710572B6}"/>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0CAB39F7-BC67-40A7-A3BB-F1987E95AAE5}"/>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4" name="文本框 63">
            <a:extLst>
              <a:ext uri="{FF2B5EF4-FFF2-40B4-BE49-F238E27FC236}">
                <a16:creationId xmlns:a16="http://schemas.microsoft.com/office/drawing/2014/main" id="{863ED985-B7AA-409A-AE75-42ABC7EC00A5}"/>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D0FA40E0-912D-4D96-8B0F-B36714CE313C}"/>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6" name="文本框 65">
            <a:extLst>
              <a:ext uri="{FF2B5EF4-FFF2-40B4-BE49-F238E27FC236}">
                <a16:creationId xmlns:a16="http://schemas.microsoft.com/office/drawing/2014/main" id="{7C88C7EE-9AE0-4A00-B3ED-3144715CD263}"/>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7" name="文本框 66">
            <a:extLst>
              <a:ext uri="{FF2B5EF4-FFF2-40B4-BE49-F238E27FC236}">
                <a16:creationId xmlns:a16="http://schemas.microsoft.com/office/drawing/2014/main" id="{23144B37-311D-43EA-B8A2-C67DE98530AB}"/>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81" name="组合 80">
            <a:extLst>
              <a:ext uri="{FF2B5EF4-FFF2-40B4-BE49-F238E27FC236}">
                <a16:creationId xmlns:a16="http://schemas.microsoft.com/office/drawing/2014/main" id="{EC1FCF4D-C11B-4CC5-AF11-0071A7F237FB}"/>
              </a:ext>
            </a:extLst>
          </p:cNvPr>
          <p:cNvGrpSpPr/>
          <p:nvPr/>
        </p:nvGrpSpPr>
        <p:grpSpPr>
          <a:xfrm>
            <a:off x="10893225" y="160492"/>
            <a:ext cx="1154490" cy="651990"/>
            <a:chOff x="10893225" y="130756"/>
            <a:chExt cx="1154490" cy="651990"/>
          </a:xfrm>
        </p:grpSpPr>
        <p:sp>
          <p:nvSpPr>
            <p:cNvPr id="82" name="文本框 81">
              <a:extLst>
                <a:ext uri="{FF2B5EF4-FFF2-40B4-BE49-F238E27FC236}">
                  <a16:creationId xmlns:a16="http://schemas.microsoft.com/office/drawing/2014/main" id="{9F953AD7-2CCD-49CD-95A5-7D9FC657834B}"/>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3" name="文本框 82">
              <a:extLst>
                <a:ext uri="{FF2B5EF4-FFF2-40B4-BE49-F238E27FC236}">
                  <a16:creationId xmlns:a16="http://schemas.microsoft.com/office/drawing/2014/main" id="{E0E93E3C-1E90-42B1-9065-C096C394F791}"/>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84" name="文本框 83">
            <a:extLst>
              <a:ext uri="{FF2B5EF4-FFF2-40B4-BE49-F238E27FC236}">
                <a16:creationId xmlns:a16="http://schemas.microsoft.com/office/drawing/2014/main" id="{BE348287-46C8-4BA1-9931-DECCF9A8842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任意多边形: 形状 36">
            <a:extLst>
              <a:ext uri="{FF2B5EF4-FFF2-40B4-BE49-F238E27FC236}">
                <a16:creationId xmlns:a16="http://schemas.microsoft.com/office/drawing/2014/main" id="{3AA9B6C5-D239-4A71-8FB0-E545A38182AA}"/>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文本框 80">
            <a:extLst>
              <a:ext uri="{FF2B5EF4-FFF2-40B4-BE49-F238E27FC236}">
                <a16:creationId xmlns:a16="http://schemas.microsoft.com/office/drawing/2014/main" id="{4F40A413-4561-403E-858B-C3BD2FE3E29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2" name="文本框 81">
            <a:extLst>
              <a:ext uri="{FF2B5EF4-FFF2-40B4-BE49-F238E27FC236}">
                <a16:creationId xmlns:a16="http://schemas.microsoft.com/office/drawing/2014/main" id="{9E4F792C-F464-4211-8C6B-6E2D32208DE5}"/>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83" name="文本框 82">
            <a:extLst>
              <a:ext uri="{FF2B5EF4-FFF2-40B4-BE49-F238E27FC236}">
                <a16:creationId xmlns:a16="http://schemas.microsoft.com/office/drawing/2014/main" id="{4C963E97-F815-4B68-A699-2DB6AD7D80B0}"/>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84" name="文本框 83">
            <a:extLst>
              <a:ext uri="{FF2B5EF4-FFF2-40B4-BE49-F238E27FC236}">
                <a16:creationId xmlns:a16="http://schemas.microsoft.com/office/drawing/2014/main" id="{0520EB27-D26C-4FE4-9CB7-934BF2578408}"/>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85" name="文本框 84">
            <a:extLst>
              <a:ext uri="{FF2B5EF4-FFF2-40B4-BE49-F238E27FC236}">
                <a16:creationId xmlns:a16="http://schemas.microsoft.com/office/drawing/2014/main" id="{C7212E2B-5726-49BE-B8CE-EED542E2A507}"/>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86" name="组合 85">
            <a:extLst>
              <a:ext uri="{FF2B5EF4-FFF2-40B4-BE49-F238E27FC236}">
                <a16:creationId xmlns:a16="http://schemas.microsoft.com/office/drawing/2014/main" id="{6949C384-199A-4F59-B7FB-A732BD707D4C}"/>
              </a:ext>
            </a:extLst>
          </p:cNvPr>
          <p:cNvGrpSpPr/>
          <p:nvPr/>
        </p:nvGrpSpPr>
        <p:grpSpPr>
          <a:xfrm>
            <a:off x="3035353" y="335430"/>
            <a:ext cx="7739662" cy="302114"/>
            <a:chOff x="3035353" y="317332"/>
            <a:chExt cx="7739662" cy="355336"/>
          </a:xfrm>
        </p:grpSpPr>
        <p:cxnSp>
          <p:nvCxnSpPr>
            <p:cNvPr id="87" name="直接连接符 86">
              <a:extLst>
                <a:ext uri="{FF2B5EF4-FFF2-40B4-BE49-F238E27FC236}">
                  <a16:creationId xmlns:a16="http://schemas.microsoft.com/office/drawing/2014/main" id="{CB8C5A11-ED9D-4221-95BE-367A3A811DFA}"/>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6C03915D-33BF-4729-A9D9-F57563891DD4}"/>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24C79B05-1A9D-457C-9D0A-6292B13D6FD7}"/>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F831D3C8-5D09-417F-97EC-BAEFDDD76F7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8C027EA2-DF2C-456E-8BC8-DD9DC01C7389}"/>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92" name="文本框 91">
            <a:extLst>
              <a:ext uri="{FF2B5EF4-FFF2-40B4-BE49-F238E27FC236}">
                <a16:creationId xmlns:a16="http://schemas.microsoft.com/office/drawing/2014/main" id="{94371223-8197-4B33-A610-9B2D168F6676}"/>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93" name="文本框 92">
            <a:extLst>
              <a:ext uri="{FF2B5EF4-FFF2-40B4-BE49-F238E27FC236}">
                <a16:creationId xmlns:a16="http://schemas.microsoft.com/office/drawing/2014/main" id="{C24CEAE1-751A-4044-A79A-D4939275C5B8}"/>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94" name="文本框 93">
            <a:extLst>
              <a:ext uri="{FF2B5EF4-FFF2-40B4-BE49-F238E27FC236}">
                <a16:creationId xmlns:a16="http://schemas.microsoft.com/office/drawing/2014/main" id="{6A096748-8E81-4C67-8D97-D56F14431B6F}"/>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5" name="文本框 94">
            <a:extLst>
              <a:ext uri="{FF2B5EF4-FFF2-40B4-BE49-F238E27FC236}">
                <a16:creationId xmlns:a16="http://schemas.microsoft.com/office/drawing/2014/main" id="{A0EB5C3A-3240-4425-9007-6B3DCB317DF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96" name="组合 95">
            <a:extLst>
              <a:ext uri="{FF2B5EF4-FFF2-40B4-BE49-F238E27FC236}">
                <a16:creationId xmlns:a16="http://schemas.microsoft.com/office/drawing/2014/main" id="{CEC043E1-7650-4532-A2F1-6F13F83EA6FA}"/>
              </a:ext>
            </a:extLst>
          </p:cNvPr>
          <p:cNvGrpSpPr/>
          <p:nvPr/>
        </p:nvGrpSpPr>
        <p:grpSpPr>
          <a:xfrm>
            <a:off x="10893225" y="160492"/>
            <a:ext cx="1154490" cy="651990"/>
            <a:chOff x="10893225" y="130756"/>
            <a:chExt cx="1154490" cy="651990"/>
          </a:xfrm>
        </p:grpSpPr>
        <p:sp>
          <p:nvSpPr>
            <p:cNvPr id="97" name="文本框 96">
              <a:extLst>
                <a:ext uri="{FF2B5EF4-FFF2-40B4-BE49-F238E27FC236}">
                  <a16:creationId xmlns:a16="http://schemas.microsoft.com/office/drawing/2014/main" id="{BECA0927-5925-499F-AFDC-C7FB85EE0FA8}"/>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8" name="文本框 97">
              <a:extLst>
                <a:ext uri="{FF2B5EF4-FFF2-40B4-BE49-F238E27FC236}">
                  <a16:creationId xmlns:a16="http://schemas.microsoft.com/office/drawing/2014/main" id="{9D9CCB20-EF92-4FE9-A232-4BD154AD3BCC}"/>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99" name="文本框 98">
            <a:extLst>
              <a:ext uri="{FF2B5EF4-FFF2-40B4-BE49-F238E27FC236}">
                <a16:creationId xmlns:a16="http://schemas.microsoft.com/office/drawing/2014/main" id="{1198A387-EF04-4D31-BAF4-C01421B51445}"/>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任意多边形: 形状 29">
            <a:extLst>
              <a:ext uri="{FF2B5EF4-FFF2-40B4-BE49-F238E27FC236}">
                <a16:creationId xmlns:a16="http://schemas.microsoft.com/office/drawing/2014/main" id="{6A41219E-2238-4E86-A4F0-5ECCC08AE7CB}"/>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9F3F6D33-0992-4DE6-BC94-60C16331B70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98FC8614-10B6-4875-9125-11576BCBB80A}"/>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33" name="文本框 32">
            <a:extLst>
              <a:ext uri="{FF2B5EF4-FFF2-40B4-BE49-F238E27FC236}">
                <a16:creationId xmlns:a16="http://schemas.microsoft.com/office/drawing/2014/main" id="{74FD648D-8C5D-493D-B770-B3B477BD60F8}"/>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4" name="文本框 33">
            <a:extLst>
              <a:ext uri="{FF2B5EF4-FFF2-40B4-BE49-F238E27FC236}">
                <a16:creationId xmlns:a16="http://schemas.microsoft.com/office/drawing/2014/main" id="{310090CF-D374-481F-BB68-38280FAA02C7}"/>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5" name="文本框 34">
            <a:extLst>
              <a:ext uri="{FF2B5EF4-FFF2-40B4-BE49-F238E27FC236}">
                <a16:creationId xmlns:a16="http://schemas.microsoft.com/office/drawing/2014/main" id="{CEA8F6B8-37D3-4CC9-A74E-3E68196BE4F2}"/>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36" name="组合 35">
            <a:extLst>
              <a:ext uri="{FF2B5EF4-FFF2-40B4-BE49-F238E27FC236}">
                <a16:creationId xmlns:a16="http://schemas.microsoft.com/office/drawing/2014/main" id="{5EB05EAA-3095-47ED-A174-B17DDB1013FC}"/>
              </a:ext>
            </a:extLst>
          </p:cNvPr>
          <p:cNvGrpSpPr/>
          <p:nvPr/>
        </p:nvGrpSpPr>
        <p:grpSpPr>
          <a:xfrm>
            <a:off x="3035353" y="335430"/>
            <a:ext cx="7739662" cy="302114"/>
            <a:chOff x="3035353" y="317332"/>
            <a:chExt cx="7739662" cy="355336"/>
          </a:xfrm>
        </p:grpSpPr>
        <p:cxnSp>
          <p:nvCxnSpPr>
            <p:cNvPr id="37" name="直接连接符 36">
              <a:extLst>
                <a:ext uri="{FF2B5EF4-FFF2-40B4-BE49-F238E27FC236}">
                  <a16:creationId xmlns:a16="http://schemas.microsoft.com/office/drawing/2014/main" id="{1F0D0460-4ABA-4785-99C2-D48F1C6838C2}"/>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9DD4F81-BD9A-461A-A090-E8DD6653581E}"/>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0329C3E-578B-4A5E-9DB1-96CA8EA50A2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0ECAEB8-D97D-4250-B97B-925D31CFE155}"/>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2B48FF07-7D22-4319-9599-5D54D71B81DD}"/>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23E29C3F-3D8C-4408-AB98-1EB9F1A7F8B4}"/>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43" name="文本框 42">
            <a:extLst>
              <a:ext uri="{FF2B5EF4-FFF2-40B4-BE49-F238E27FC236}">
                <a16:creationId xmlns:a16="http://schemas.microsoft.com/office/drawing/2014/main" id="{54F10467-9595-4BBA-8AC2-3CC5E4964604}"/>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4" name="文本框 43">
            <a:extLst>
              <a:ext uri="{FF2B5EF4-FFF2-40B4-BE49-F238E27FC236}">
                <a16:creationId xmlns:a16="http://schemas.microsoft.com/office/drawing/2014/main" id="{742727AA-5CCA-4DA6-AC73-4CDBB4E5A6FA}"/>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7227CE98-E606-454B-A500-DB43AE731B6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46" name="组合 45">
            <a:extLst>
              <a:ext uri="{FF2B5EF4-FFF2-40B4-BE49-F238E27FC236}">
                <a16:creationId xmlns:a16="http://schemas.microsoft.com/office/drawing/2014/main" id="{CDD7B87F-1235-4FBE-9433-B90A4592392F}"/>
              </a:ext>
            </a:extLst>
          </p:cNvPr>
          <p:cNvGrpSpPr/>
          <p:nvPr/>
        </p:nvGrpSpPr>
        <p:grpSpPr>
          <a:xfrm>
            <a:off x="10893225" y="160492"/>
            <a:ext cx="1154490" cy="651990"/>
            <a:chOff x="10893225" y="130756"/>
            <a:chExt cx="1154490" cy="651990"/>
          </a:xfrm>
        </p:grpSpPr>
        <p:sp>
          <p:nvSpPr>
            <p:cNvPr id="47" name="文本框 46">
              <a:extLst>
                <a:ext uri="{FF2B5EF4-FFF2-40B4-BE49-F238E27FC236}">
                  <a16:creationId xmlns:a16="http://schemas.microsoft.com/office/drawing/2014/main" id="{E00C9D98-A289-4EED-AA8E-C6954333536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8" name="文本框 47">
              <a:extLst>
                <a:ext uri="{FF2B5EF4-FFF2-40B4-BE49-F238E27FC236}">
                  <a16:creationId xmlns:a16="http://schemas.microsoft.com/office/drawing/2014/main" id="{7B24C650-14D1-4295-83BD-0F85FE8CA132}"/>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9" name="文本框 48">
            <a:extLst>
              <a:ext uri="{FF2B5EF4-FFF2-40B4-BE49-F238E27FC236}">
                <a16:creationId xmlns:a16="http://schemas.microsoft.com/office/drawing/2014/main" id="{534EA57C-3FA3-4FD1-B964-3984E89D6586}"/>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49" name="任意多边形: 形状 48">
            <a:extLst>
              <a:ext uri="{FF2B5EF4-FFF2-40B4-BE49-F238E27FC236}">
                <a16:creationId xmlns:a16="http://schemas.microsoft.com/office/drawing/2014/main" id="{8BA2D8DF-C3C8-46C7-B195-6C9894CE421E}"/>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03AC24CA-EAD0-49E4-9403-1D810DBC65C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2" name="文本框 51">
            <a:extLst>
              <a:ext uri="{FF2B5EF4-FFF2-40B4-BE49-F238E27FC236}">
                <a16:creationId xmlns:a16="http://schemas.microsoft.com/office/drawing/2014/main" id="{1A2CCF20-A6EE-4C40-A4AD-DAF407EB5B7F}"/>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7FB11A9B-7914-42C0-820B-8541E1955C6B}"/>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7" name="文本框 56">
            <a:extLst>
              <a:ext uri="{FF2B5EF4-FFF2-40B4-BE49-F238E27FC236}">
                <a16:creationId xmlns:a16="http://schemas.microsoft.com/office/drawing/2014/main" id="{F73CF82D-8988-40B6-8F71-F683113A4D7C}"/>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B823C51E-B10F-4297-BCC2-BAE646F2A5C7}"/>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9" name="组合 58">
            <a:extLst>
              <a:ext uri="{FF2B5EF4-FFF2-40B4-BE49-F238E27FC236}">
                <a16:creationId xmlns:a16="http://schemas.microsoft.com/office/drawing/2014/main" id="{C29251AA-0B2A-4877-A7A1-6A9E6ACF0427}"/>
              </a:ext>
            </a:extLst>
          </p:cNvPr>
          <p:cNvGrpSpPr/>
          <p:nvPr/>
        </p:nvGrpSpPr>
        <p:grpSpPr>
          <a:xfrm>
            <a:off x="3035353" y="335430"/>
            <a:ext cx="7739662" cy="302114"/>
            <a:chOff x="3035353" y="317332"/>
            <a:chExt cx="7739662" cy="355336"/>
          </a:xfrm>
        </p:grpSpPr>
        <p:cxnSp>
          <p:nvCxnSpPr>
            <p:cNvPr id="60" name="直接连接符 59">
              <a:extLst>
                <a:ext uri="{FF2B5EF4-FFF2-40B4-BE49-F238E27FC236}">
                  <a16:creationId xmlns:a16="http://schemas.microsoft.com/office/drawing/2014/main" id="{E102005C-7125-4AD3-876A-817AB1D455FD}"/>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807AAC2C-E21A-4738-8B9A-CE7A3DE88315}"/>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5CCE831E-83FC-4A90-8266-3FAB4C5D5D0C}"/>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22DB6CB-390D-451A-9973-5F98C734F2C8}"/>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E6D486A6-EC83-4514-868A-6376398BD666}"/>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75" name="文本框 74">
            <a:extLst>
              <a:ext uri="{FF2B5EF4-FFF2-40B4-BE49-F238E27FC236}">
                <a16:creationId xmlns:a16="http://schemas.microsoft.com/office/drawing/2014/main" id="{4CFD0B70-0276-48A2-819C-C7569D18E662}"/>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76" name="文本框 75">
            <a:extLst>
              <a:ext uri="{FF2B5EF4-FFF2-40B4-BE49-F238E27FC236}">
                <a16:creationId xmlns:a16="http://schemas.microsoft.com/office/drawing/2014/main" id="{A99E2557-384F-4818-B902-0C389393D3D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022F3BDF-9164-4A9B-A1B6-23391CDEA975}"/>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ADBCF541-65BB-4778-A463-FBC84AE6E30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79" name="组合 78">
            <a:extLst>
              <a:ext uri="{FF2B5EF4-FFF2-40B4-BE49-F238E27FC236}">
                <a16:creationId xmlns:a16="http://schemas.microsoft.com/office/drawing/2014/main" id="{044F0EB5-C6F9-4023-AE09-234AF5284769}"/>
              </a:ext>
            </a:extLst>
          </p:cNvPr>
          <p:cNvGrpSpPr/>
          <p:nvPr/>
        </p:nvGrpSpPr>
        <p:grpSpPr>
          <a:xfrm>
            <a:off x="10893225" y="160492"/>
            <a:ext cx="1154490" cy="651990"/>
            <a:chOff x="10893225" y="130756"/>
            <a:chExt cx="1154490" cy="651990"/>
          </a:xfrm>
        </p:grpSpPr>
        <p:sp>
          <p:nvSpPr>
            <p:cNvPr id="80" name="文本框 79">
              <a:extLst>
                <a:ext uri="{FF2B5EF4-FFF2-40B4-BE49-F238E27FC236}">
                  <a16:creationId xmlns:a16="http://schemas.microsoft.com/office/drawing/2014/main" id="{FB1E894E-C6F6-4D49-8F6C-A65D6A4C2DF5}"/>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1" name="文本框 80">
              <a:extLst>
                <a:ext uri="{FF2B5EF4-FFF2-40B4-BE49-F238E27FC236}">
                  <a16:creationId xmlns:a16="http://schemas.microsoft.com/office/drawing/2014/main" id="{47D7555D-7ABC-4D2C-AB18-BD554C8F38D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82" name="文本框 81">
            <a:extLst>
              <a:ext uri="{FF2B5EF4-FFF2-40B4-BE49-F238E27FC236}">
                <a16:creationId xmlns:a16="http://schemas.microsoft.com/office/drawing/2014/main" id="{53916000-FA0A-45F9-9FEB-4ED8362711B9}"/>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33" name="任意多边形: 形状 32">
            <a:extLst>
              <a:ext uri="{FF2B5EF4-FFF2-40B4-BE49-F238E27FC236}">
                <a16:creationId xmlns:a16="http://schemas.microsoft.com/office/drawing/2014/main" id="{1EDB41D5-3252-43E7-B441-4B2209B900F5}"/>
              </a:ext>
            </a:extLst>
          </p:cNvPr>
          <p:cNvSpPr/>
          <p:nvPr/>
        </p:nvSpPr>
        <p:spPr>
          <a:xfrm flipH="1" flipV="1">
            <a:off x="694329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BCAFE1B5-7E2E-424D-B702-0E010B46B8A3}"/>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A5D58270-CD9B-41EF-950E-4A7CB211399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6" name="文本框 35">
            <a:extLst>
              <a:ext uri="{FF2B5EF4-FFF2-40B4-BE49-F238E27FC236}">
                <a16:creationId xmlns:a16="http://schemas.microsoft.com/office/drawing/2014/main" id="{7335F84C-0A62-477E-874E-CAEF7B26B417}"/>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0" name="文本框 39">
            <a:extLst>
              <a:ext uri="{FF2B5EF4-FFF2-40B4-BE49-F238E27FC236}">
                <a16:creationId xmlns:a16="http://schemas.microsoft.com/office/drawing/2014/main" id="{1FBE3A54-7F90-4127-A603-630203CC28AF}"/>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0" name="文本框 49">
            <a:extLst>
              <a:ext uri="{FF2B5EF4-FFF2-40B4-BE49-F238E27FC236}">
                <a16:creationId xmlns:a16="http://schemas.microsoft.com/office/drawing/2014/main" id="{B7935095-43C6-46EF-AB4D-1BCB30F5E78B}"/>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1" name="组合 50">
            <a:extLst>
              <a:ext uri="{FF2B5EF4-FFF2-40B4-BE49-F238E27FC236}">
                <a16:creationId xmlns:a16="http://schemas.microsoft.com/office/drawing/2014/main" id="{05AA245D-95E3-4E53-A66E-312350A07386}"/>
              </a:ext>
            </a:extLst>
          </p:cNvPr>
          <p:cNvGrpSpPr/>
          <p:nvPr/>
        </p:nvGrpSpPr>
        <p:grpSpPr>
          <a:xfrm>
            <a:off x="3035353" y="335430"/>
            <a:ext cx="7739662" cy="302114"/>
            <a:chOff x="3035353" y="317332"/>
            <a:chExt cx="7739662" cy="355336"/>
          </a:xfrm>
        </p:grpSpPr>
        <p:cxnSp>
          <p:nvCxnSpPr>
            <p:cNvPr id="52" name="直接连接符 51">
              <a:extLst>
                <a:ext uri="{FF2B5EF4-FFF2-40B4-BE49-F238E27FC236}">
                  <a16:creationId xmlns:a16="http://schemas.microsoft.com/office/drawing/2014/main" id="{E1EB8607-53DC-4A2F-80CE-713B2AD171B1}"/>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B1A490B5-D222-4410-AFE0-167C03B66381}"/>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DD92E4AB-F3A4-42F1-9FA5-D3B367453A05}"/>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901D51F4-EB84-4E84-BC54-23E41F468B73}"/>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617DA0AF-3497-46EB-98C1-AD5785532C5D}"/>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7" name="文本框 56">
            <a:extLst>
              <a:ext uri="{FF2B5EF4-FFF2-40B4-BE49-F238E27FC236}">
                <a16:creationId xmlns:a16="http://schemas.microsoft.com/office/drawing/2014/main" id="{483881C5-F199-4DFC-B42A-32273D29E556}"/>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8" name="文本框 57">
            <a:extLst>
              <a:ext uri="{FF2B5EF4-FFF2-40B4-BE49-F238E27FC236}">
                <a16:creationId xmlns:a16="http://schemas.microsoft.com/office/drawing/2014/main" id="{244667CD-4678-4934-A24D-D866E5C1F998}"/>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9" name="文本框 58">
            <a:extLst>
              <a:ext uri="{FF2B5EF4-FFF2-40B4-BE49-F238E27FC236}">
                <a16:creationId xmlns:a16="http://schemas.microsoft.com/office/drawing/2014/main" id="{137F801A-AB09-4666-B48B-304A28827343}"/>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7C0FACAD-3AE1-4005-916F-8238A86A1917}"/>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1" name="组合 60">
            <a:extLst>
              <a:ext uri="{FF2B5EF4-FFF2-40B4-BE49-F238E27FC236}">
                <a16:creationId xmlns:a16="http://schemas.microsoft.com/office/drawing/2014/main" id="{E1B3FA93-4CCA-491D-9AA0-0FD370576EF8}"/>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A15164B3-59B1-4ED5-B7B0-BF35AEC2BEBC}"/>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0F98E81E-94A8-487B-8895-3542E701BC3C}"/>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4" name="文本框 63">
            <a:extLst>
              <a:ext uri="{FF2B5EF4-FFF2-40B4-BE49-F238E27FC236}">
                <a16:creationId xmlns:a16="http://schemas.microsoft.com/office/drawing/2014/main" id="{9153190F-D2FE-4805-B476-B219D652C71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sp>
        <p:nvSpPr>
          <p:cNvPr id="28" name="任意多边形: 形状 27">
            <a:extLst>
              <a:ext uri="{FF2B5EF4-FFF2-40B4-BE49-F238E27FC236}">
                <a16:creationId xmlns:a16="http://schemas.microsoft.com/office/drawing/2014/main" id="{15563042-6477-4280-A219-C1223EBD6598}"/>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文本框 40">
            <a:extLst>
              <a:ext uri="{FF2B5EF4-FFF2-40B4-BE49-F238E27FC236}">
                <a16:creationId xmlns:a16="http://schemas.microsoft.com/office/drawing/2014/main" id="{E0ACC5CE-2A95-4D16-8F9A-4EB1961CA5C5}"/>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27807000-718D-40AC-9CAB-CF2A37E8017F}"/>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3" name="文本框 42">
            <a:extLst>
              <a:ext uri="{FF2B5EF4-FFF2-40B4-BE49-F238E27FC236}">
                <a16:creationId xmlns:a16="http://schemas.microsoft.com/office/drawing/2014/main" id="{D457C935-B979-47CB-B49A-CDC74B8CECB6}"/>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5" name="文本框 44">
            <a:extLst>
              <a:ext uri="{FF2B5EF4-FFF2-40B4-BE49-F238E27FC236}">
                <a16:creationId xmlns:a16="http://schemas.microsoft.com/office/drawing/2014/main" id="{77A3820E-B50F-440D-B2E0-B1CB557E98BD}"/>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6" name="文本框 45">
            <a:extLst>
              <a:ext uri="{FF2B5EF4-FFF2-40B4-BE49-F238E27FC236}">
                <a16:creationId xmlns:a16="http://schemas.microsoft.com/office/drawing/2014/main" id="{1F240180-B922-49DA-9E28-7A60D44FB3AB}"/>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7" name="组合 46">
            <a:extLst>
              <a:ext uri="{FF2B5EF4-FFF2-40B4-BE49-F238E27FC236}">
                <a16:creationId xmlns:a16="http://schemas.microsoft.com/office/drawing/2014/main" id="{CCB1B53E-6D23-4027-BD2E-E1770B70859A}"/>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F98E773B-BD0F-4F3E-8E25-9EEE7A73D57B}"/>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35510FAF-838A-4828-82B2-3BE56271C80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FDF5610-2994-4B08-A924-FF45994A929F}"/>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4A813301-3E04-4A9F-A40A-B1CF646E69B7}"/>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11D71F9-C45B-421D-AB60-B1EDED4259DC}"/>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4" name="文本框 53">
            <a:extLst>
              <a:ext uri="{FF2B5EF4-FFF2-40B4-BE49-F238E27FC236}">
                <a16:creationId xmlns:a16="http://schemas.microsoft.com/office/drawing/2014/main" id="{5643046E-3AEC-4D5B-8E6D-D25C9E7E87E3}"/>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5" name="文本框 54">
            <a:extLst>
              <a:ext uri="{FF2B5EF4-FFF2-40B4-BE49-F238E27FC236}">
                <a16:creationId xmlns:a16="http://schemas.microsoft.com/office/drawing/2014/main" id="{9403D468-3D17-4F23-A801-8E81AF5ED1A6}"/>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6" name="文本框 55">
            <a:extLst>
              <a:ext uri="{FF2B5EF4-FFF2-40B4-BE49-F238E27FC236}">
                <a16:creationId xmlns:a16="http://schemas.microsoft.com/office/drawing/2014/main" id="{BDD6291F-C679-49E7-BA90-EC9D556CAE7C}"/>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9A06BB22-C0CD-4AF4-836B-BB7E90DF5E52}"/>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59" name="组合 58">
            <a:extLst>
              <a:ext uri="{FF2B5EF4-FFF2-40B4-BE49-F238E27FC236}">
                <a16:creationId xmlns:a16="http://schemas.microsoft.com/office/drawing/2014/main" id="{F2FC05A0-A34C-4ADD-8736-C5748D66B386}"/>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ECE6B59B-7F29-45B2-9FA2-F7FE916B401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1AFEBBA7-8D1C-42AE-B52A-E41BCFA2F93B}"/>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4" name="文本框 63">
            <a:extLst>
              <a:ext uri="{FF2B5EF4-FFF2-40B4-BE49-F238E27FC236}">
                <a16:creationId xmlns:a16="http://schemas.microsoft.com/office/drawing/2014/main" id="{20F17EF8-0FB4-432E-A1AE-F00AFA64C491}"/>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sp>
        <p:nvSpPr>
          <p:cNvPr id="28" name="任意多边形: 形状 27">
            <a:extLst>
              <a:ext uri="{FF2B5EF4-FFF2-40B4-BE49-F238E27FC236}">
                <a16:creationId xmlns:a16="http://schemas.microsoft.com/office/drawing/2014/main" id="{15C6C635-95E0-4D55-940C-58EB29F2A105}"/>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639588A6-9E5E-4A7D-9B08-458B83061FDB}"/>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0" name="文本框 29">
            <a:extLst>
              <a:ext uri="{FF2B5EF4-FFF2-40B4-BE49-F238E27FC236}">
                <a16:creationId xmlns:a16="http://schemas.microsoft.com/office/drawing/2014/main" id="{5F1BDC10-0070-42E6-BC18-61809D90097A}"/>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1" name="文本框 30">
            <a:extLst>
              <a:ext uri="{FF2B5EF4-FFF2-40B4-BE49-F238E27FC236}">
                <a16:creationId xmlns:a16="http://schemas.microsoft.com/office/drawing/2014/main" id="{CD40D014-5D62-4DF7-AA0A-E41243DFCD69}"/>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32" name="文本框 31">
            <a:extLst>
              <a:ext uri="{FF2B5EF4-FFF2-40B4-BE49-F238E27FC236}">
                <a16:creationId xmlns:a16="http://schemas.microsoft.com/office/drawing/2014/main" id="{9152E59E-0709-40CF-9541-4CA7A93D366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3" name="文本框 32">
            <a:extLst>
              <a:ext uri="{FF2B5EF4-FFF2-40B4-BE49-F238E27FC236}">
                <a16:creationId xmlns:a16="http://schemas.microsoft.com/office/drawing/2014/main" id="{C1520EE5-DFA3-4004-868C-CFB284BFE94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34" name="组合 33">
            <a:extLst>
              <a:ext uri="{FF2B5EF4-FFF2-40B4-BE49-F238E27FC236}">
                <a16:creationId xmlns:a16="http://schemas.microsoft.com/office/drawing/2014/main" id="{3D30063D-4CE5-4309-AB4C-DFF60A4F9F03}"/>
              </a:ext>
            </a:extLst>
          </p:cNvPr>
          <p:cNvGrpSpPr/>
          <p:nvPr/>
        </p:nvGrpSpPr>
        <p:grpSpPr>
          <a:xfrm>
            <a:off x="3035353" y="335430"/>
            <a:ext cx="7739662" cy="302114"/>
            <a:chOff x="3035353" y="317332"/>
            <a:chExt cx="7739662" cy="355336"/>
          </a:xfrm>
        </p:grpSpPr>
        <p:cxnSp>
          <p:nvCxnSpPr>
            <p:cNvPr id="35" name="直接连接符 34">
              <a:extLst>
                <a:ext uri="{FF2B5EF4-FFF2-40B4-BE49-F238E27FC236}">
                  <a16:creationId xmlns:a16="http://schemas.microsoft.com/office/drawing/2014/main" id="{4B70D0B1-C6E7-4E14-B10F-331E06F27AF6}"/>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1A66B4C-1AA6-4B0F-81E6-06E87B97DC7F}"/>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7CC9B8F-D3EC-45D2-9269-9C98E07BCD8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49A89EC-6183-4897-B918-547E95101A4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E3D2185-6500-49F7-8553-41CB68B0B148}"/>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40" name="文本框 39">
            <a:extLst>
              <a:ext uri="{FF2B5EF4-FFF2-40B4-BE49-F238E27FC236}">
                <a16:creationId xmlns:a16="http://schemas.microsoft.com/office/drawing/2014/main" id="{BB4AE6BC-1201-440E-AD63-8D397EC4BE59}"/>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41" name="文本框 40">
            <a:extLst>
              <a:ext uri="{FF2B5EF4-FFF2-40B4-BE49-F238E27FC236}">
                <a16:creationId xmlns:a16="http://schemas.microsoft.com/office/drawing/2014/main" id="{3CAD1C14-49D3-4EA2-96E6-048C9DF9003C}"/>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42" name="文本框 41">
            <a:extLst>
              <a:ext uri="{FF2B5EF4-FFF2-40B4-BE49-F238E27FC236}">
                <a16:creationId xmlns:a16="http://schemas.microsoft.com/office/drawing/2014/main" id="{905A0BCF-4DE7-4B79-A104-5ABD7E2194CB}"/>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B565AD51-0A60-4492-8749-6EB77A4418D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44" name="组合 43">
            <a:extLst>
              <a:ext uri="{FF2B5EF4-FFF2-40B4-BE49-F238E27FC236}">
                <a16:creationId xmlns:a16="http://schemas.microsoft.com/office/drawing/2014/main" id="{998B6C82-FF3B-4539-AEAE-E98CE6DE1C71}"/>
              </a:ext>
            </a:extLst>
          </p:cNvPr>
          <p:cNvGrpSpPr/>
          <p:nvPr/>
        </p:nvGrpSpPr>
        <p:grpSpPr>
          <a:xfrm>
            <a:off x="10893225" y="160492"/>
            <a:ext cx="1154490" cy="651990"/>
            <a:chOff x="10893225" y="130756"/>
            <a:chExt cx="1154490" cy="651990"/>
          </a:xfrm>
        </p:grpSpPr>
        <p:sp>
          <p:nvSpPr>
            <p:cNvPr id="45" name="文本框 44">
              <a:extLst>
                <a:ext uri="{FF2B5EF4-FFF2-40B4-BE49-F238E27FC236}">
                  <a16:creationId xmlns:a16="http://schemas.microsoft.com/office/drawing/2014/main" id="{2EBA0DEF-5612-494D-898B-2B2AA866AB6D}"/>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6" name="文本框 45">
              <a:extLst>
                <a:ext uri="{FF2B5EF4-FFF2-40B4-BE49-F238E27FC236}">
                  <a16:creationId xmlns:a16="http://schemas.microsoft.com/office/drawing/2014/main" id="{E700D8CF-2509-4212-ABE7-8C03310E6A56}"/>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7" name="文本框 46">
            <a:extLst>
              <a:ext uri="{FF2B5EF4-FFF2-40B4-BE49-F238E27FC236}">
                <a16:creationId xmlns:a16="http://schemas.microsoft.com/office/drawing/2014/main" id="{9A9ADD44-F88F-404C-A65A-1ED4C9608139}"/>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28">
            <a:extLst>
              <a:ext uri="{FF2B5EF4-FFF2-40B4-BE49-F238E27FC236}">
                <a16:creationId xmlns:a16="http://schemas.microsoft.com/office/drawing/2014/main" id="{EECA6088-FF5C-48FB-8B69-AD298287E02C}"/>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文本框 29">
            <a:extLst>
              <a:ext uri="{FF2B5EF4-FFF2-40B4-BE49-F238E27FC236}">
                <a16:creationId xmlns:a16="http://schemas.microsoft.com/office/drawing/2014/main" id="{DD5C6CBA-6EFD-4C2B-B905-6679B58CA17C}"/>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1" name="文本框 30">
            <a:extLst>
              <a:ext uri="{FF2B5EF4-FFF2-40B4-BE49-F238E27FC236}">
                <a16:creationId xmlns:a16="http://schemas.microsoft.com/office/drawing/2014/main" id="{D5EB9296-E3AD-4BE1-9E76-F56439E179B9}"/>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2" name="文本框 31">
            <a:extLst>
              <a:ext uri="{FF2B5EF4-FFF2-40B4-BE49-F238E27FC236}">
                <a16:creationId xmlns:a16="http://schemas.microsoft.com/office/drawing/2014/main" id="{DB5B9AEC-333C-4707-A379-7C0D8D81997E}"/>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B029F56D-2742-4A4D-B62E-5B6067030149}"/>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3" name="文本框 42">
            <a:extLst>
              <a:ext uri="{FF2B5EF4-FFF2-40B4-BE49-F238E27FC236}">
                <a16:creationId xmlns:a16="http://schemas.microsoft.com/office/drawing/2014/main" id="{E31E7F28-8C79-40B0-8C2D-2BCE19A2AFF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4" name="组合 43">
            <a:extLst>
              <a:ext uri="{FF2B5EF4-FFF2-40B4-BE49-F238E27FC236}">
                <a16:creationId xmlns:a16="http://schemas.microsoft.com/office/drawing/2014/main" id="{9014027A-14F5-4D33-92CF-78FAE0A4473C}"/>
              </a:ext>
            </a:extLst>
          </p:cNvPr>
          <p:cNvGrpSpPr/>
          <p:nvPr/>
        </p:nvGrpSpPr>
        <p:grpSpPr>
          <a:xfrm>
            <a:off x="3035353" y="335430"/>
            <a:ext cx="7739662" cy="302114"/>
            <a:chOff x="3035353" y="317332"/>
            <a:chExt cx="7739662" cy="355336"/>
          </a:xfrm>
        </p:grpSpPr>
        <p:cxnSp>
          <p:nvCxnSpPr>
            <p:cNvPr id="45" name="直接连接符 44">
              <a:extLst>
                <a:ext uri="{FF2B5EF4-FFF2-40B4-BE49-F238E27FC236}">
                  <a16:creationId xmlns:a16="http://schemas.microsoft.com/office/drawing/2014/main" id="{50DDE28E-857E-4FFA-8A7A-C221DC036B7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5B1557C-204D-491B-828D-23A7304F7F22}"/>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7ED4791-6133-4FC8-B7B8-729B24E665EC}"/>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4DFC6B76-0B45-43D5-B896-B015906A3B19}"/>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62972C3-47BD-4AEB-9975-77FEF5BE1262}"/>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0" name="文本框 49">
            <a:extLst>
              <a:ext uri="{FF2B5EF4-FFF2-40B4-BE49-F238E27FC236}">
                <a16:creationId xmlns:a16="http://schemas.microsoft.com/office/drawing/2014/main" id="{EE9B70FB-F278-4353-8DDA-666621C8F5FE}"/>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1" name="文本框 50">
            <a:extLst>
              <a:ext uri="{FF2B5EF4-FFF2-40B4-BE49-F238E27FC236}">
                <a16:creationId xmlns:a16="http://schemas.microsoft.com/office/drawing/2014/main" id="{29F460E7-6F30-48F3-8495-B1C2DAE7F9FC}"/>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2" name="文本框 51">
            <a:extLst>
              <a:ext uri="{FF2B5EF4-FFF2-40B4-BE49-F238E27FC236}">
                <a16:creationId xmlns:a16="http://schemas.microsoft.com/office/drawing/2014/main" id="{7D112913-2793-4DF3-812E-C6CC1E36377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163FD243-30E9-4FAB-A61B-3DA41416FCD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54" name="组合 53">
            <a:extLst>
              <a:ext uri="{FF2B5EF4-FFF2-40B4-BE49-F238E27FC236}">
                <a16:creationId xmlns:a16="http://schemas.microsoft.com/office/drawing/2014/main" id="{BFFCA716-EA60-4F38-962F-0838A2500EDE}"/>
              </a:ext>
            </a:extLst>
          </p:cNvPr>
          <p:cNvGrpSpPr/>
          <p:nvPr/>
        </p:nvGrpSpPr>
        <p:grpSpPr>
          <a:xfrm>
            <a:off x="10893225" y="160492"/>
            <a:ext cx="1154490" cy="651990"/>
            <a:chOff x="10893225" y="130756"/>
            <a:chExt cx="1154490" cy="651990"/>
          </a:xfrm>
        </p:grpSpPr>
        <p:sp>
          <p:nvSpPr>
            <p:cNvPr id="55" name="文本框 54">
              <a:extLst>
                <a:ext uri="{FF2B5EF4-FFF2-40B4-BE49-F238E27FC236}">
                  <a16:creationId xmlns:a16="http://schemas.microsoft.com/office/drawing/2014/main" id="{8AD866F2-9449-4E70-9E1E-A01EF270C351}"/>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6" name="文本框 55">
              <a:extLst>
                <a:ext uri="{FF2B5EF4-FFF2-40B4-BE49-F238E27FC236}">
                  <a16:creationId xmlns:a16="http://schemas.microsoft.com/office/drawing/2014/main" id="{1896D68A-12E1-415E-949F-CFD33C0976DD}"/>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57" name="文本框 56">
            <a:extLst>
              <a:ext uri="{FF2B5EF4-FFF2-40B4-BE49-F238E27FC236}">
                <a16:creationId xmlns:a16="http://schemas.microsoft.com/office/drawing/2014/main" id="{05767A25-D232-4BA7-8BF8-B9A26A6F87ED}"/>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sp>
        <p:nvSpPr>
          <p:cNvPr id="37" name="任意多边形: 形状 36">
            <a:extLst>
              <a:ext uri="{FF2B5EF4-FFF2-40B4-BE49-F238E27FC236}">
                <a16:creationId xmlns:a16="http://schemas.microsoft.com/office/drawing/2014/main" id="{2CEC510C-F485-4530-916C-B9CD060483CA}"/>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a:extLst>
              <a:ext uri="{FF2B5EF4-FFF2-40B4-BE49-F238E27FC236}">
                <a16:creationId xmlns:a16="http://schemas.microsoft.com/office/drawing/2014/main" id="{AC8D379B-4E0D-4E96-B3D4-52263F1F084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0" name="文本框 39">
            <a:extLst>
              <a:ext uri="{FF2B5EF4-FFF2-40B4-BE49-F238E27FC236}">
                <a16:creationId xmlns:a16="http://schemas.microsoft.com/office/drawing/2014/main" id="{7D7020E6-D120-4710-AB05-E936C200D515}"/>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1" name="文本框 40">
            <a:extLst>
              <a:ext uri="{FF2B5EF4-FFF2-40B4-BE49-F238E27FC236}">
                <a16:creationId xmlns:a16="http://schemas.microsoft.com/office/drawing/2014/main" id="{97885233-0140-46FF-BD40-66880C892B95}"/>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A09011F3-E594-411C-97C5-2D267747907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4" name="文本框 43">
            <a:extLst>
              <a:ext uri="{FF2B5EF4-FFF2-40B4-BE49-F238E27FC236}">
                <a16:creationId xmlns:a16="http://schemas.microsoft.com/office/drawing/2014/main" id="{BA1494F7-AAB7-4D11-9A31-4D77DA888681}"/>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5" name="组合 44">
            <a:extLst>
              <a:ext uri="{FF2B5EF4-FFF2-40B4-BE49-F238E27FC236}">
                <a16:creationId xmlns:a16="http://schemas.microsoft.com/office/drawing/2014/main" id="{9A5121D7-63F1-4D35-B069-7E23EF8C63E8}"/>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1A47844E-1ADF-4E47-9AFF-30E51564506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6FB7BDB-32F0-4B08-93FC-6654F3B35DD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4074D638-1479-4F2C-A138-E03DEBE41E6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129D89CE-87CF-483B-85CB-4486AB4F42DD}"/>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50BEB2C6-1962-4613-B9A5-9BE9DEE7EEEF}"/>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3" name="文本框 62">
            <a:extLst>
              <a:ext uri="{FF2B5EF4-FFF2-40B4-BE49-F238E27FC236}">
                <a16:creationId xmlns:a16="http://schemas.microsoft.com/office/drawing/2014/main" id="{875CBDAD-8CB3-4B30-AB76-4B25C1566E23}"/>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64" name="文本框 63">
            <a:extLst>
              <a:ext uri="{FF2B5EF4-FFF2-40B4-BE49-F238E27FC236}">
                <a16:creationId xmlns:a16="http://schemas.microsoft.com/office/drawing/2014/main" id="{F70779AD-EC1D-44A1-8753-F6BBB7B29FD6}"/>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65" name="文本框 64">
            <a:extLst>
              <a:ext uri="{FF2B5EF4-FFF2-40B4-BE49-F238E27FC236}">
                <a16:creationId xmlns:a16="http://schemas.microsoft.com/office/drawing/2014/main" id="{6555DDEE-97EF-424E-85AE-67FD3B73ACDE}"/>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6" name="文本框 65">
            <a:extLst>
              <a:ext uri="{FF2B5EF4-FFF2-40B4-BE49-F238E27FC236}">
                <a16:creationId xmlns:a16="http://schemas.microsoft.com/office/drawing/2014/main" id="{EE816C10-79D0-4F68-9FB8-51C92563A954}"/>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67" name="组合 66">
            <a:extLst>
              <a:ext uri="{FF2B5EF4-FFF2-40B4-BE49-F238E27FC236}">
                <a16:creationId xmlns:a16="http://schemas.microsoft.com/office/drawing/2014/main" id="{59D75168-CA0A-49DE-9456-AAC0EFD1BDFF}"/>
              </a:ext>
            </a:extLst>
          </p:cNvPr>
          <p:cNvGrpSpPr/>
          <p:nvPr/>
        </p:nvGrpSpPr>
        <p:grpSpPr>
          <a:xfrm>
            <a:off x="10893225" y="160492"/>
            <a:ext cx="1154490" cy="651990"/>
            <a:chOff x="10893225" y="130756"/>
            <a:chExt cx="1154490" cy="651990"/>
          </a:xfrm>
        </p:grpSpPr>
        <p:sp>
          <p:nvSpPr>
            <p:cNvPr id="70" name="文本框 69">
              <a:extLst>
                <a:ext uri="{FF2B5EF4-FFF2-40B4-BE49-F238E27FC236}">
                  <a16:creationId xmlns:a16="http://schemas.microsoft.com/office/drawing/2014/main" id="{709DF15A-C44D-4C03-A50D-95C3C9C6173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69FAF4CA-662D-4E46-98F5-92F64C836553}"/>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76" name="文本框 75">
            <a:extLst>
              <a:ext uri="{FF2B5EF4-FFF2-40B4-BE49-F238E27FC236}">
                <a16:creationId xmlns:a16="http://schemas.microsoft.com/office/drawing/2014/main" id="{C445AC6B-4331-4C83-BA67-67C58FC1EEA0}"/>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05" name="任意多边形: 形状 104">
            <a:extLst>
              <a:ext uri="{FF2B5EF4-FFF2-40B4-BE49-F238E27FC236}">
                <a16:creationId xmlns:a16="http://schemas.microsoft.com/office/drawing/2014/main" id="{21484294-7E4D-42EB-965D-EEE45BDD8393}"/>
              </a:ext>
            </a:extLst>
          </p:cNvPr>
          <p:cNvSpPr/>
          <p:nvPr/>
        </p:nvSpPr>
        <p:spPr>
          <a:xfrm flipH="1" flipV="1">
            <a:off x="10451872"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文本框 75">
            <a:extLst>
              <a:ext uri="{FF2B5EF4-FFF2-40B4-BE49-F238E27FC236}">
                <a16:creationId xmlns:a16="http://schemas.microsoft.com/office/drawing/2014/main" id="{AA60D4D0-8F29-4562-B847-352227E69E5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7" name="文本框 76">
            <a:extLst>
              <a:ext uri="{FF2B5EF4-FFF2-40B4-BE49-F238E27FC236}">
                <a16:creationId xmlns:a16="http://schemas.microsoft.com/office/drawing/2014/main" id="{A915BAB2-DA8C-4661-9A96-1E6373CA7C3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8" name="文本框 77">
            <a:extLst>
              <a:ext uri="{FF2B5EF4-FFF2-40B4-BE49-F238E27FC236}">
                <a16:creationId xmlns:a16="http://schemas.microsoft.com/office/drawing/2014/main" id="{C91BB630-6220-4185-A43A-3A092D3F3B12}"/>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9" name="文本框 78">
            <a:extLst>
              <a:ext uri="{FF2B5EF4-FFF2-40B4-BE49-F238E27FC236}">
                <a16:creationId xmlns:a16="http://schemas.microsoft.com/office/drawing/2014/main" id="{5861C2D8-8CD7-40C9-A782-AB8478FBA40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80" name="文本框 79">
            <a:extLst>
              <a:ext uri="{FF2B5EF4-FFF2-40B4-BE49-F238E27FC236}">
                <a16:creationId xmlns:a16="http://schemas.microsoft.com/office/drawing/2014/main" id="{DEBA831A-07C3-4D94-AC63-534D2928D87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81" name="组合 80">
            <a:extLst>
              <a:ext uri="{FF2B5EF4-FFF2-40B4-BE49-F238E27FC236}">
                <a16:creationId xmlns:a16="http://schemas.microsoft.com/office/drawing/2014/main" id="{35D74FAE-9880-479D-8EF4-25979B9C36E7}"/>
              </a:ext>
            </a:extLst>
          </p:cNvPr>
          <p:cNvGrpSpPr/>
          <p:nvPr/>
        </p:nvGrpSpPr>
        <p:grpSpPr>
          <a:xfrm>
            <a:off x="3035353" y="335430"/>
            <a:ext cx="7739662" cy="302114"/>
            <a:chOff x="3035353" y="317332"/>
            <a:chExt cx="7739662" cy="355336"/>
          </a:xfrm>
        </p:grpSpPr>
        <p:cxnSp>
          <p:nvCxnSpPr>
            <p:cNvPr id="82" name="直接连接符 81">
              <a:extLst>
                <a:ext uri="{FF2B5EF4-FFF2-40B4-BE49-F238E27FC236}">
                  <a16:creationId xmlns:a16="http://schemas.microsoft.com/office/drawing/2014/main" id="{C4095AB0-9A06-48D6-969C-814A3364C3DD}"/>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B189639-5407-484E-A5F7-C12A20C0F5C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E003CE26-0ACF-43D6-B56B-8DD7264AE5C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4E92A3F9-C6A3-46FA-8CAF-FC682715E81C}"/>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7AE95FCA-781E-4231-9BA9-C5DE198E6334}"/>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87" name="文本框 86">
            <a:extLst>
              <a:ext uri="{FF2B5EF4-FFF2-40B4-BE49-F238E27FC236}">
                <a16:creationId xmlns:a16="http://schemas.microsoft.com/office/drawing/2014/main" id="{F2A4322B-10EE-4E95-92E3-D7C82037CE2D}"/>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88" name="文本框 87">
            <a:extLst>
              <a:ext uri="{FF2B5EF4-FFF2-40B4-BE49-F238E27FC236}">
                <a16:creationId xmlns:a16="http://schemas.microsoft.com/office/drawing/2014/main" id="{ED482EBA-CE71-4038-A40E-5B255A0F88A9}"/>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89" name="文本框 88">
            <a:extLst>
              <a:ext uri="{FF2B5EF4-FFF2-40B4-BE49-F238E27FC236}">
                <a16:creationId xmlns:a16="http://schemas.microsoft.com/office/drawing/2014/main" id="{179124FE-DD22-4EE4-B699-158900B5ED6C}"/>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0" name="文本框 89">
            <a:extLst>
              <a:ext uri="{FF2B5EF4-FFF2-40B4-BE49-F238E27FC236}">
                <a16:creationId xmlns:a16="http://schemas.microsoft.com/office/drawing/2014/main" id="{9A601F91-0127-4321-A4B6-81B4C471046A}"/>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2" name="文本框 91">
            <a:extLst>
              <a:ext uri="{FF2B5EF4-FFF2-40B4-BE49-F238E27FC236}">
                <a16:creationId xmlns:a16="http://schemas.microsoft.com/office/drawing/2014/main" id="{C5C3B9D5-DF8A-4A8B-98E9-9011DBEEF52D}"/>
              </a:ext>
            </a:extLst>
          </p:cNvPr>
          <p:cNvSpPr txBox="1"/>
          <p:nvPr/>
        </p:nvSpPr>
        <p:spPr>
          <a:xfrm>
            <a:off x="10893226" y="160492"/>
            <a:ext cx="115448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预期成果</a:t>
            </a:r>
          </a:p>
        </p:txBody>
      </p:sp>
      <p:sp>
        <p:nvSpPr>
          <p:cNvPr id="93" name="文本框 92">
            <a:extLst>
              <a:ext uri="{FF2B5EF4-FFF2-40B4-BE49-F238E27FC236}">
                <a16:creationId xmlns:a16="http://schemas.microsoft.com/office/drawing/2014/main" id="{96C39A68-6C7A-4EA1-B059-8B3C71CAFF93}"/>
              </a:ext>
            </a:extLst>
          </p:cNvPr>
          <p:cNvSpPr txBox="1"/>
          <p:nvPr/>
        </p:nvSpPr>
        <p:spPr>
          <a:xfrm>
            <a:off x="10893225" y="443150"/>
            <a:ext cx="1154490"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07" name="文本框 106">
            <a:extLst>
              <a:ext uri="{FF2B5EF4-FFF2-40B4-BE49-F238E27FC236}">
                <a16:creationId xmlns:a16="http://schemas.microsoft.com/office/drawing/2014/main" id="{FBA1CCEB-6EDD-4C37-BF88-CC60AE7D32CC}"/>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组合 23">
            <a:extLst>
              <a:ext uri="{FF2B5EF4-FFF2-40B4-BE49-F238E27FC236}">
                <a16:creationId xmlns:a16="http://schemas.microsoft.com/office/drawing/2014/main" id="{1571110F-AFE6-4424-823B-304D66B63178}"/>
              </a:ext>
            </a:extLst>
          </p:cNvPr>
          <p:cNvGrpSpPr/>
          <p:nvPr/>
        </p:nvGrpSpPr>
        <p:grpSpPr>
          <a:xfrm>
            <a:off x="5695157" y="1404632"/>
            <a:ext cx="801687" cy="801687"/>
            <a:chOff x="5695157" y="927748"/>
            <a:chExt cx="801687" cy="801687"/>
          </a:xfrm>
        </p:grpSpPr>
        <p:sp>
          <p:nvSpPr>
            <p:cNvPr id="25" name="流程图: 接点 24">
              <a:extLst>
                <a:ext uri="{FF2B5EF4-FFF2-40B4-BE49-F238E27FC236}">
                  <a16:creationId xmlns:a16="http://schemas.microsoft.com/office/drawing/2014/main" id="{950C1E26-3FCC-4C81-B46B-4632627C6D2C}"/>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a:extLst>
                <a:ext uri="{FF2B5EF4-FFF2-40B4-BE49-F238E27FC236}">
                  <a16:creationId xmlns:a16="http://schemas.microsoft.com/office/drawing/2014/main" id="{8905530A-C8FE-4A62-88CA-EB5017C6C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22662832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5">
      <a:dk1>
        <a:sysClr val="windowText" lastClr="000000"/>
      </a:dk1>
      <a:lt1>
        <a:sysClr val="window" lastClr="FFFFFF"/>
      </a:lt1>
      <a:dk2>
        <a:srgbClr val="44546A"/>
      </a:dk2>
      <a:lt2>
        <a:srgbClr val="E7E6E6"/>
      </a:lt2>
      <a:accent1>
        <a:srgbClr val="016F35"/>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5749</TotalTime>
  <Words>2615</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481</cp:revision>
  <dcterms:created xsi:type="dcterms:W3CDTF">2025-12-29T13:01:08Z</dcterms:created>
  <dcterms:modified xsi:type="dcterms:W3CDTF">2026-01-15T08:49:27Z</dcterms:modified>
</cp:coreProperties>
</file>