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31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160" y="58"/>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2A385AE0-6B65-40A3-AB9B-2EAB1B4A870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a:xfrm>
            <a:off x="178435" y="187626"/>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75688958-5D92-458B-98BA-C164A808530A}"/>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7542451-1143-478D-8E68-40E9742AC828}"/>
              </a:ext>
            </a:extLst>
          </p:cNvPr>
          <p:cNvGrpSpPr/>
          <p:nvPr userDrawn="1"/>
        </p:nvGrpSpPr>
        <p:grpSpPr>
          <a:xfrm>
            <a:off x="263525" y="297823"/>
            <a:ext cx="635651" cy="522101"/>
            <a:chOff x="301625" y="297823"/>
            <a:chExt cx="635651" cy="522101"/>
          </a:xfrm>
        </p:grpSpPr>
        <p:sp>
          <p:nvSpPr>
            <p:cNvPr id="16" name="graduate-hat_59495">
              <a:extLst>
                <a:ext uri="{FF2B5EF4-FFF2-40B4-BE49-F238E27FC236}">
                  <a16:creationId xmlns:a16="http://schemas.microsoft.com/office/drawing/2014/main" id="{C604E52A-C355-4F31-821F-3E85807C988B}"/>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duate-hat_59495">
              <a:extLst>
                <a:ext uri="{FF2B5EF4-FFF2-40B4-BE49-F238E27FC236}">
                  <a16:creationId xmlns:a16="http://schemas.microsoft.com/office/drawing/2014/main" id="{F68D72B5-C54C-4818-8264-756C6D34D6C7}"/>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图片 17">
            <a:extLst>
              <a:ext uri="{FF2B5EF4-FFF2-40B4-BE49-F238E27FC236}">
                <a16:creationId xmlns:a16="http://schemas.microsoft.com/office/drawing/2014/main" id="{42415880-104D-4628-A7EE-AD292E9F74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9" name="图片 18">
            <a:extLst>
              <a:ext uri="{FF2B5EF4-FFF2-40B4-BE49-F238E27FC236}">
                <a16:creationId xmlns:a16="http://schemas.microsoft.com/office/drawing/2014/main" id="{F457A337-B32C-478B-B0B2-CF8C74FB20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9887720" y="245681"/>
            <a:ext cx="2040753" cy="577242"/>
          </a:xfrm>
          <a:custGeom>
            <a:avLst/>
            <a:gdLst>
              <a:gd name="connsiteX0" fmla="*/ 0 w 12192000"/>
              <a:gd name="connsiteY0" fmla="*/ 0 h 3448594"/>
              <a:gd name="connsiteX1" fmla="*/ 12192000 w 12192000"/>
              <a:gd name="connsiteY1" fmla="*/ 0 h 3448594"/>
              <a:gd name="connsiteX2" fmla="*/ 12192000 w 12192000"/>
              <a:gd name="connsiteY2" fmla="*/ 2581491 h 3448594"/>
              <a:gd name="connsiteX3" fmla="*/ 3687592 w 12192000"/>
              <a:gd name="connsiteY3" fmla="*/ 2581491 h 3448594"/>
              <a:gd name="connsiteX4" fmla="*/ 3687592 w 12192000"/>
              <a:gd name="connsiteY4" fmla="*/ 3305392 h 3448594"/>
              <a:gd name="connsiteX5" fmla="*/ 12192000 w 12192000"/>
              <a:gd name="connsiteY5" fmla="*/ 3305392 h 3448594"/>
              <a:gd name="connsiteX6" fmla="*/ 12192000 w 12192000"/>
              <a:gd name="connsiteY6" fmla="*/ 3448594 h 3448594"/>
              <a:gd name="connsiteX7" fmla="*/ 0 w 12192000"/>
              <a:gd name="connsiteY7" fmla="*/ 3448594 h 3448594"/>
              <a:gd name="connsiteX8" fmla="*/ 0 w 12192000"/>
              <a:gd name="connsiteY8" fmla="*/ 0 h 344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48594">
                <a:moveTo>
                  <a:pt x="0" y="0"/>
                </a:moveTo>
                <a:lnTo>
                  <a:pt x="12192000" y="0"/>
                </a:lnTo>
                <a:lnTo>
                  <a:pt x="12192000" y="2581491"/>
                </a:lnTo>
                <a:lnTo>
                  <a:pt x="3687592" y="2581491"/>
                </a:lnTo>
                <a:lnTo>
                  <a:pt x="3687592" y="3305392"/>
                </a:lnTo>
                <a:lnTo>
                  <a:pt x="12192000" y="3305392"/>
                </a:lnTo>
                <a:lnTo>
                  <a:pt x="12192000" y="3448594"/>
                </a:lnTo>
                <a:lnTo>
                  <a:pt x="0" y="3448594"/>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microsoft.com/office/2007/relationships/hdphoto" Target="../media/hdphoto2.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30575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7300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图片 24">
            <a:extLst>
              <a:ext uri="{FF2B5EF4-FFF2-40B4-BE49-F238E27FC236}">
                <a16:creationId xmlns:a16="http://schemas.microsoft.com/office/drawing/2014/main" id="{254D258B-7545-4640-B1E0-C569BEDE9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2728FB3B-1DE5-4DED-9566-2BF73E311E38}"/>
              </a:ext>
            </a:extLst>
          </p:cNvPr>
          <p:cNvGrpSpPr/>
          <p:nvPr/>
        </p:nvGrpSpPr>
        <p:grpSpPr>
          <a:xfrm>
            <a:off x="5695157" y="927748"/>
            <a:ext cx="801687" cy="801687"/>
            <a:chOff x="5695157" y="927748"/>
            <a:chExt cx="801687" cy="801687"/>
          </a:xfrm>
        </p:grpSpPr>
        <p:sp>
          <p:nvSpPr>
            <p:cNvPr id="16" name="流程图: 接点 15">
              <a:extLst>
                <a:ext uri="{FF2B5EF4-FFF2-40B4-BE49-F238E27FC236}">
                  <a16:creationId xmlns:a16="http://schemas.microsoft.com/office/drawing/2014/main" id="{5CE76725-64D6-46C8-8889-0B52B59EEE1E}"/>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693C4D5-7A05-40E3-A7AB-27A0F7621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47F5E8-5065-4707-A433-AEC125BC7822}"/>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 name="矩形 5">
            <a:extLst>
              <a:ext uri="{FF2B5EF4-FFF2-40B4-BE49-F238E27FC236}">
                <a16:creationId xmlns:a16="http://schemas.microsoft.com/office/drawing/2014/main" id="{DC2D98E8-E673-4175-AE33-B9FEDBAE6937}"/>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70" name="文本框 69">
            <a:extLst>
              <a:ext uri="{FF2B5EF4-FFF2-40B4-BE49-F238E27FC236}">
                <a16:creationId xmlns:a16="http://schemas.microsoft.com/office/drawing/2014/main" id="{AFC510E7-1C01-4865-8590-3BCD323091A2}"/>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2" name="任意矩形：001">
            <a:extLst>
              <a:ext uri="{FF2B5EF4-FFF2-40B4-BE49-F238E27FC236}">
                <a16:creationId xmlns:a16="http://schemas.microsoft.com/office/drawing/2014/main" id="{E659416B-631C-458F-AD30-C1DD9251AD2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任意矩形：002">
            <a:extLst>
              <a:ext uri="{FF2B5EF4-FFF2-40B4-BE49-F238E27FC236}">
                <a16:creationId xmlns:a16="http://schemas.microsoft.com/office/drawing/2014/main" id="{77792A8B-5B7C-4586-BAFC-C80E1832F97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29A425F2-F816-4B18-9F9E-3540522221AF}"/>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4">
            <a:extLst>
              <a:ext uri="{FF2B5EF4-FFF2-40B4-BE49-F238E27FC236}">
                <a16:creationId xmlns:a16="http://schemas.microsoft.com/office/drawing/2014/main" id="{E924157F-419F-4F0C-AC31-164DA0A1EB0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0A75F3C-3FF9-4FDB-B803-45DFEC65A3C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86C1B167-29F7-4A54-AEEB-D09FBB83AA8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57" name="矩形 56">
            <a:extLst>
              <a:ext uri="{FF2B5EF4-FFF2-40B4-BE49-F238E27FC236}">
                <a16:creationId xmlns:a16="http://schemas.microsoft.com/office/drawing/2014/main" id="{35274A13-BFAD-40F4-89BC-1C0B4DEFA2C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8264F7D0-5558-4ABC-B88D-4E9F95BCC64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59" name="文本框 58">
            <a:extLst>
              <a:ext uri="{FF2B5EF4-FFF2-40B4-BE49-F238E27FC236}">
                <a16:creationId xmlns:a16="http://schemas.microsoft.com/office/drawing/2014/main" id="{C313BAAC-028C-44CC-9BF2-8A593228932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60" name="文本框 59">
            <a:extLst>
              <a:ext uri="{FF2B5EF4-FFF2-40B4-BE49-F238E27FC236}">
                <a16:creationId xmlns:a16="http://schemas.microsoft.com/office/drawing/2014/main" id="{23C619C8-CC67-4D31-88F1-77980A208C8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61" name="文本框 60">
            <a:extLst>
              <a:ext uri="{FF2B5EF4-FFF2-40B4-BE49-F238E27FC236}">
                <a16:creationId xmlns:a16="http://schemas.microsoft.com/office/drawing/2014/main" id="{54C3E619-9094-4E49-B2A2-B9D621503D2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62" name="文本框 61">
            <a:extLst>
              <a:ext uri="{FF2B5EF4-FFF2-40B4-BE49-F238E27FC236}">
                <a16:creationId xmlns:a16="http://schemas.microsoft.com/office/drawing/2014/main" id="{C8B84F67-A384-46DE-A0B6-0E07764D120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63" name="文本框 62">
            <a:extLst>
              <a:ext uri="{FF2B5EF4-FFF2-40B4-BE49-F238E27FC236}">
                <a16:creationId xmlns:a16="http://schemas.microsoft.com/office/drawing/2014/main" id="{B933C6E4-C95B-4ADB-A5BE-4548B3711CC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64" name="任意矩形：001">
            <a:extLst>
              <a:ext uri="{FF2B5EF4-FFF2-40B4-BE49-F238E27FC236}">
                <a16:creationId xmlns:a16="http://schemas.microsoft.com/office/drawing/2014/main" id="{7249FC92-20DE-4E18-893E-91A0784AFA38}"/>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任意矩形：002">
            <a:extLst>
              <a:ext uri="{FF2B5EF4-FFF2-40B4-BE49-F238E27FC236}">
                <a16:creationId xmlns:a16="http://schemas.microsoft.com/office/drawing/2014/main" id="{09555747-EA9B-4CEA-B235-B7E1E4A4765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6" name="任意矩形：003">
            <a:extLst>
              <a:ext uri="{FF2B5EF4-FFF2-40B4-BE49-F238E27FC236}">
                <a16:creationId xmlns:a16="http://schemas.microsoft.com/office/drawing/2014/main" id="{F2A83D33-341B-4E2E-B7B4-84D11B8BE05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任意矩形：004">
            <a:extLst>
              <a:ext uri="{FF2B5EF4-FFF2-40B4-BE49-F238E27FC236}">
                <a16:creationId xmlns:a16="http://schemas.microsoft.com/office/drawing/2014/main" id="{F2C61A43-7AA8-496A-92EC-BB012D2214CF}"/>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8" name="任意矩形：005">
            <a:extLst>
              <a:ext uri="{FF2B5EF4-FFF2-40B4-BE49-F238E27FC236}">
                <a16:creationId xmlns:a16="http://schemas.microsoft.com/office/drawing/2014/main" id="{4129F764-8E88-4AD9-B736-A29BB85677D2}"/>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任意矩形：006">
            <a:extLst>
              <a:ext uri="{FF2B5EF4-FFF2-40B4-BE49-F238E27FC236}">
                <a16:creationId xmlns:a16="http://schemas.microsoft.com/office/drawing/2014/main" id="{F73D8C57-77AF-4424-AACC-72FBF8EF15F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DEB72FE-196D-4C46-A764-6DC9DCB87D94}"/>
              </a:ext>
            </a:extLst>
          </p:cNvPr>
          <p:cNvSpPr/>
          <p:nvPr/>
        </p:nvSpPr>
        <p:spPr>
          <a:xfrm>
            <a:off x="3124200"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1D0B88C6-E6BF-450F-AF5B-C9D297B6A3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32944678-DF5C-4CCF-BDAE-51A2EF9405B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1" name="文本框 100">
            <a:extLst>
              <a:ext uri="{FF2B5EF4-FFF2-40B4-BE49-F238E27FC236}">
                <a16:creationId xmlns:a16="http://schemas.microsoft.com/office/drawing/2014/main" id="{C7E6EF08-5BD0-4E57-9C27-4DE5D22FE74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02" name="文本框 101">
            <a:extLst>
              <a:ext uri="{FF2B5EF4-FFF2-40B4-BE49-F238E27FC236}">
                <a16:creationId xmlns:a16="http://schemas.microsoft.com/office/drawing/2014/main" id="{2E298531-5957-4C8F-BC46-963EC20780D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03" name="文本框 102">
            <a:extLst>
              <a:ext uri="{FF2B5EF4-FFF2-40B4-BE49-F238E27FC236}">
                <a16:creationId xmlns:a16="http://schemas.microsoft.com/office/drawing/2014/main" id="{3491B41A-7E91-4C32-9E1E-F70449A7EC1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04" name="文本框 103">
            <a:extLst>
              <a:ext uri="{FF2B5EF4-FFF2-40B4-BE49-F238E27FC236}">
                <a16:creationId xmlns:a16="http://schemas.microsoft.com/office/drawing/2014/main" id="{D910E98B-3952-4E17-9D18-BF6E4D734C67}"/>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05" name="任意矩形：001">
            <a:extLst>
              <a:ext uri="{FF2B5EF4-FFF2-40B4-BE49-F238E27FC236}">
                <a16:creationId xmlns:a16="http://schemas.microsoft.com/office/drawing/2014/main" id="{136BACA7-E636-40C2-9A1F-9070D71691B2}"/>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任意矩形：002">
            <a:extLst>
              <a:ext uri="{FF2B5EF4-FFF2-40B4-BE49-F238E27FC236}">
                <a16:creationId xmlns:a16="http://schemas.microsoft.com/office/drawing/2014/main" id="{19FC8A75-6761-464F-BFC0-5B4458FAF96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7" name="任意矩形：003">
            <a:extLst>
              <a:ext uri="{FF2B5EF4-FFF2-40B4-BE49-F238E27FC236}">
                <a16:creationId xmlns:a16="http://schemas.microsoft.com/office/drawing/2014/main" id="{00FB69B9-2711-49F1-9BE5-E16F6510C8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8" name="任意矩形：004">
            <a:extLst>
              <a:ext uri="{FF2B5EF4-FFF2-40B4-BE49-F238E27FC236}">
                <a16:creationId xmlns:a16="http://schemas.microsoft.com/office/drawing/2014/main" id="{C04D8C4E-CC43-4F25-B0D3-D4DACAFD4C00}"/>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9" name="任意矩形：005">
            <a:extLst>
              <a:ext uri="{FF2B5EF4-FFF2-40B4-BE49-F238E27FC236}">
                <a16:creationId xmlns:a16="http://schemas.microsoft.com/office/drawing/2014/main" id="{F2EAD5F1-7214-41D6-A2A4-AF3EFB25419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0" name="任意矩形：006">
            <a:extLst>
              <a:ext uri="{FF2B5EF4-FFF2-40B4-BE49-F238E27FC236}">
                <a16:creationId xmlns:a16="http://schemas.microsoft.com/office/drawing/2014/main" id="{4C1552BE-4A4D-4C06-9026-3DD56C791FD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91" name="矩形 90">
            <a:extLst>
              <a:ext uri="{FF2B5EF4-FFF2-40B4-BE49-F238E27FC236}">
                <a16:creationId xmlns:a16="http://schemas.microsoft.com/office/drawing/2014/main" id="{F65FD1CD-BFA2-4C07-A421-D7EE6DD31299}"/>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D952F81E-2B77-4094-BA7F-44B3AEFA8571}"/>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E1841405-BD97-4A91-B785-CBA6EA706C96}"/>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EB5E5EF5-96BC-4F24-88A0-C89EE9E079E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685C4872-57D8-4502-B71C-FD580FB8ADF6}"/>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81D2DF7C-036C-4910-B5DC-3CF2AEA72ED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F11C1326-14D9-4754-BD08-80C23DFC2CC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A96928CA-3312-4EFA-A6C4-FC97ECF1398C}"/>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9C2234AE-55AD-41C3-B8B7-2B273F9BC9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B0C931E6-BB1E-4D30-B937-4CF4DDC78F27}"/>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583ABA46-3EC9-4F3F-9052-6976E724DDFE}"/>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9599FE97-FDA3-4858-8C94-43B71AF1C445}"/>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B460E4EC-9A52-4998-9671-ADCBE363092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rgbClr val="911D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108" name="矩形 107">
            <a:extLst>
              <a:ext uri="{FF2B5EF4-FFF2-40B4-BE49-F238E27FC236}">
                <a16:creationId xmlns:a16="http://schemas.microsoft.com/office/drawing/2014/main" id="{8D4B8295-5F11-47F4-952E-C6F384D496DF}"/>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CA6D765-477B-4354-9DD5-8472F2F044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0" name="文本框 109">
            <a:extLst>
              <a:ext uri="{FF2B5EF4-FFF2-40B4-BE49-F238E27FC236}">
                <a16:creationId xmlns:a16="http://schemas.microsoft.com/office/drawing/2014/main" id="{136EF903-79AA-4EA0-B647-A19F9FF35D4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F007AC5F-FA68-499A-A926-00A099F5FBC7}"/>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4E8F1E2-7CF9-4960-B2CE-E064B02D9A02}"/>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96F0E2D-0CCA-4576-8769-6EF01CACE5FD}"/>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04CD790-BDD1-4EBC-9FE3-A57ECF9AFFDC}"/>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F16DDB27-B2F7-45E0-9D9E-FB6AF70F18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C0A9CA43-9231-4979-821D-FF3913E6CCF9}"/>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B5B145D4-C3A5-4820-B5C8-AECEC6C79B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5DAD82C9-612E-4169-9758-650B9BA7F107}"/>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A9319282-CD3F-4E0B-9AB9-C004F85B47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02CD7A75-57AA-4468-93AB-444CF0B7D4A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106" name="矩形 105">
            <a:extLst>
              <a:ext uri="{FF2B5EF4-FFF2-40B4-BE49-F238E27FC236}">
                <a16:creationId xmlns:a16="http://schemas.microsoft.com/office/drawing/2014/main" id="{D725FD3E-6FB3-415B-8D1E-48195E61A95D}"/>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5808A03B-2B9B-4FFA-B5D3-CBF1517520E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8" name="文本框 107">
            <a:extLst>
              <a:ext uri="{FF2B5EF4-FFF2-40B4-BE49-F238E27FC236}">
                <a16:creationId xmlns:a16="http://schemas.microsoft.com/office/drawing/2014/main" id="{0FD1CF3E-60D3-45EC-938E-94F7B2B53EE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09" name="文本框 108">
            <a:extLst>
              <a:ext uri="{FF2B5EF4-FFF2-40B4-BE49-F238E27FC236}">
                <a16:creationId xmlns:a16="http://schemas.microsoft.com/office/drawing/2014/main" id="{35240005-F3E9-46A1-A428-62FA429F6E54}"/>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0" name="文本框 109">
            <a:extLst>
              <a:ext uri="{FF2B5EF4-FFF2-40B4-BE49-F238E27FC236}">
                <a16:creationId xmlns:a16="http://schemas.microsoft.com/office/drawing/2014/main" id="{616DBB22-A140-4EDC-9ABC-C26AC9564A9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1" name="文本框 110">
            <a:extLst>
              <a:ext uri="{FF2B5EF4-FFF2-40B4-BE49-F238E27FC236}">
                <a16:creationId xmlns:a16="http://schemas.microsoft.com/office/drawing/2014/main" id="{37522555-0692-4A4E-BB9A-93CC3267EAA2}"/>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2" name="文本框 111">
            <a:extLst>
              <a:ext uri="{FF2B5EF4-FFF2-40B4-BE49-F238E27FC236}">
                <a16:creationId xmlns:a16="http://schemas.microsoft.com/office/drawing/2014/main" id="{266CFD9E-8E25-49C4-9160-C801139C8920}"/>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3" name="任意矩形：001">
            <a:extLst>
              <a:ext uri="{FF2B5EF4-FFF2-40B4-BE49-F238E27FC236}">
                <a16:creationId xmlns:a16="http://schemas.microsoft.com/office/drawing/2014/main" id="{08A591C6-F56A-4018-9F38-44370C0E1BCF}"/>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任意矩形：002">
            <a:extLst>
              <a:ext uri="{FF2B5EF4-FFF2-40B4-BE49-F238E27FC236}">
                <a16:creationId xmlns:a16="http://schemas.microsoft.com/office/drawing/2014/main" id="{CB9C07D0-2BE7-4CAF-A9B8-36D54AA555D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5" name="任意矩形：003">
            <a:extLst>
              <a:ext uri="{FF2B5EF4-FFF2-40B4-BE49-F238E27FC236}">
                <a16:creationId xmlns:a16="http://schemas.microsoft.com/office/drawing/2014/main" id="{A91CF88C-A462-4597-B0B2-7EADB292DAFD}"/>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6" name="任意矩形：004">
            <a:extLst>
              <a:ext uri="{FF2B5EF4-FFF2-40B4-BE49-F238E27FC236}">
                <a16:creationId xmlns:a16="http://schemas.microsoft.com/office/drawing/2014/main" id="{CFBB4035-C97C-4AF1-9E95-D6F2674FA9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7" name="任意矩形：005">
            <a:extLst>
              <a:ext uri="{FF2B5EF4-FFF2-40B4-BE49-F238E27FC236}">
                <a16:creationId xmlns:a16="http://schemas.microsoft.com/office/drawing/2014/main" id="{C70B74C1-D751-4BDC-A671-4E3F154CB20B}"/>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6">
            <a:extLst>
              <a:ext uri="{FF2B5EF4-FFF2-40B4-BE49-F238E27FC236}">
                <a16:creationId xmlns:a16="http://schemas.microsoft.com/office/drawing/2014/main" id="{913E04BD-51A7-457C-83C1-4BE900340F6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extLst>
              <a:ext uri="{FF2B5EF4-FFF2-40B4-BE49-F238E27FC236}">
                <a16:creationId xmlns:a16="http://schemas.microsoft.com/office/drawing/2014/main" id="{5340AE15-3D0A-4070-B47E-A0D43C7CFFB0}"/>
              </a:ext>
            </a:extLst>
          </p:cNvPr>
          <p:cNvSpPr/>
          <p:nvPr/>
        </p:nvSpPr>
        <p:spPr>
          <a:xfrm>
            <a:off x="4765198"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2079D99F-B95F-4B2A-8273-E920AA41C7C0}"/>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7" name="文本框 96">
            <a:extLst>
              <a:ext uri="{FF2B5EF4-FFF2-40B4-BE49-F238E27FC236}">
                <a16:creationId xmlns:a16="http://schemas.microsoft.com/office/drawing/2014/main" id="{D87D93AF-CB4D-48A0-82FB-931F6D096E10}"/>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1" name="文本框 110">
            <a:extLst>
              <a:ext uri="{FF2B5EF4-FFF2-40B4-BE49-F238E27FC236}">
                <a16:creationId xmlns:a16="http://schemas.microsoft.com/office/drawing/2014/main" id="{65EE5365-1638-4285-9412-DC0354CEDECA}"/>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2" name="文本框 111">
            <a:extLst>
              <a:ext uri="{FF2B5EF4-FFF2-40B4-BE49-F238E27FC236}">
                <a16:creationId xmlns:a16="http://schemas.microsoft.com/office/drawing/2014/main" id="{4E69282D-26FC-4B57-ADB1-1947A1B34E25}"/>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9F6C232E-D81E-4D82-BE83-E3A2EA784BF7}"/>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E48AB6CE-747B-4458-B6EE-831A1BE7A17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E2184C37-5438-4DA5-9EBD-68CB5455C55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BCA0CAEE-4E94-4774-9278-4C019D503E1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EFE7638E-1A0E-446C-B4F6-350A2D02CD21}"/>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EDBF523F-7D50-4E0B-8FBB-A12CF458504B}"/>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BDEAF92A-F67D-4110-859B-C177B3F9205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503DF634-0E91-4FE9-AF28-721B1BD62751}"/>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261284E-B84B-4F5A-9A6C-CAEFD09FC450}"/>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C864FF1-E075-4A00-9E2F-C3F08F1FD6B2}"/>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E94B246E-0FD7-4132-AA41-653B2799D971}"/>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7D588DFF-0316-41A1-8E18-86EDAE902F51}"/>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9263E45B-485B-4458-9FE7-083891B60F0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92DCA780-1FF8-4E2B-B3BA-C4BC0B99E956}"/>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AC051E96-C270-4FB8-8584-2F6A32A9BC8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4DD9BDF5-8072-4B9D-9A95-6A41AFC6A06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A05DD2EF-D6DC-4048-9403-9FBA4A97329A}"/>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5EFE274A-39D8-4CD2-BCFB-70AA6932351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23E86A40-4A8F-4A96-BDA1-A4FE5DB7056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4B630D9E-E447-4D22-8D0E-E4383821D50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4EA627C6-4FE9-4221-97DC-3FEF517C0D5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80704"/>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C92A054A-5A74-45E8-9FAE-00278D6D8501}"/>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C383AC50-AA27-4A5E-9B5A-970C090D503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2" name="文本框 81">
            <a:extLst>
              <a:ext uri="{FF2B5EF4-FFF2-40B4-BE49-F238E27FC236}">
                <a16:creationId xmlns:a16="http://schemas.microsoft.com/office/drawing/2014/main" id="{80FCBB8A-933C-4213-930F-B7FB988BCE3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3" name="文本框 82">
            <a:extLst>
              <a:ext uri="{FF2B5EF4-FFF2-40B4-BE49-F238E27FC236}">
                <a16:creationId xmlns:a16="http://schemas.microsoft.com/office/drawing/2014/main" id="{ADE81BFA-D707-48D8-94DB-8573E9564C28}"/>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4" name="文本框 83">
            <a:extLst>
              <a:ext uri="{FF2B5EF4-FFF2-40B4-BE49-F238E27FC236}">
                <a16:creationId xmlns:a16="http://schemas.microsoft.com/office/drawing/2014/main" id="{6D1D3D30-994B-4728-8BC6-A2FEA5859934}"/>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5" name="文本框 84">
            <a:extLst>
              <a:ext uri="{FF2B5EF4-FFF2-40B4-BE49-F238E27FC236}">
                <a16:creationId xmlns:a16="http://schemas.microsoft.com/office/drawing/2014/main" id="{04C2E5B5-F412-49F6-A1D8-67C3158CCB44}"/>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86" name="文本框 85">
            <a:extLst>
              <a:ext uri="{FF2B5EF4-FFF2-40B4-BE49-F238E27FC236}">
                <a16:creationId xmlns:a16="http://schemas.microsoft.com/office/drawing/2014/main" id="{20EB0C04-7675-49D5-A6F4-707003315411}"/>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87" name="任意矩形：001">
            <a:extLst>
              <a:ext uri="{FF2B5EF4-FFF2-40B4-BE49-F238E27FC236}">
                <a16:creationId xmlns:a16="http://schemas.microsoft.com/office/drawing/2014/main" id="{A03FC51D-5088-4618-B083-F945B945B4AD}"/>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任意矩形：002">
            <a:extLst>
              <a:ext uri="{FF2B5EF4-FFF2-40B4-BE49-F238E27FC236}">
                <a16:creationId xmlns:a16="http://schemas.microsoft.com/office/drawing/2014/main" id="{575FFFC2-2A53-4567-BC37-D4C0BA5AE3D3}"/>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89" name="任意矩形：003">
            <a:extLst>
              <a:ext uri="{FF2B5EF4-FFF2-40B4-BE49-F238E27FC236}">
                <a16:creationId xmlns:a16="http://schemas.microsoft.com/office/drawing/2014/main" id="{D5A13B56-E4DE-4203-BDA9-F1DED503E3C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0" name="任意矩形：004">
            <a:extLst>
              <a:ext uri="{FF2B5EF4-FFF2-40B4-BE49-F238E27FC236}">
                <a16:creationId xmlns:a16="http://schemas.microsoft.com/office/drawing/2014/main" id="{11A3DE2C-54FC-44F3-940D-44613AC32B73}"/>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1" name="任意矩形：005">
            <a:extLst>
              <a:ext uri="{FF2B5EF4-FFF2-40B4-BE49-F238E27FC236}">
                <a16:creationId xmlns:a16="http://schemas.microsoft.com/office/drawing/2014/main" id="{28CE831A-B916-4F10-8B67-CFBE30C4652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 name="任意矩形：006">
            <a:extLst>
              <a:ext uri="{FF2B5EF4-FFF2-40B4-BE49-F238E27FC236}">
                <a16:creationId xmlns:a16="http://schemas.microsoft.com/office/drawing/2014/main" id="{95B44F68-126A-4F9B-ADB6-A9B32E365939}"/>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3" name="矩形 112">
            <a:extLst>
              <a:ext uri="{FF2B5EF4-FFF2-40B4-BE49-F238E27FC236}">
                <a16:creationId xmlns:a16="http://schemas.microsoft.com/office/drawing/2014/main" id="{13F6B40C-8F11-4289-BB7E-72B5AC1763AD}"/>
              </a:ext>
            </a:extLst>
          </p:cNvPr>
          <p:cNvSpPr/>
          <p:nvPr/>
        </p:nvSpPr>
        <p:spPr>
          <a:xfrm>
            <a:off x="641161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7CD2E65A-3462-445B-9C61-D8B66B5BABBE}"/>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5" name="文本框 114">
            <a:extLst>
              <a:ext uri="{FF2B5EF4-FFF2-40B4-BE49-F238E27FC236}">
                <a16:creationId xmlns:a16="http://schemas.microsoft.com/office/drawing/2014/main" id="{D1E52F21-263B-428D-896D-46B25934790C}"/>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6" name="文本框 115">
            <a:extLst>
              <a:ext uri="{FF2B5EF4-FFF2-40B4-BE49-F238E27FC236}">
                <a16:creationId xmlns:a16="http://schemas.microsoft.com/office/drawing/2014/main" id="{55B81A7B-3E58-4DDE-B0F4-3F399C6D5BD2}"/>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7" name="文本框 116">
            <a:extLst>
              <a:ext uri="{FF2B5EF4-FFF2-40B4-BE49-F238E27FC236}">
                <a16:creationId xmlns:a16="http://schemas.microsoft.com/office/drawing/2014/main" id="{FE686BE8-343D-4F3E-9E3E-2E46758C8813}"/>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8" name="文本框 117">
            <a:extLst>
              <a:ext uri="{FF2B5EF4-FFF2-40B4-BE49-F238E27FC236}">
                <a16:creationId xmlns:a16="http://schemas.microsoft.com/office/drawing/2014/main" id="{5319877F-5F0B-47CF-8BD0-18D1E2C847C8}"/>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9" name="文本框 118">
            <a:extLst>
              <a:ext uri="{FF2B5EF4-FFF2-40B4-BE49-F238E27FC236}">
                <a16:creationId xmlns:a16="http://schemas.microsoft.com/office/drawing/2014/main" id="{348790E5-7913-4D1F-9E98-5368E8F7296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20" name="任意矩形：001">
            <a:extLst>
              <a:ext uri="{FF2B5EF4-FFF2-40B4-BE49-F238E27FC236}">
                <a16:creationId xmlns:a16="http://schemas.microsoft.com/office/drawing/2014/main" id="{0CDBEFE5-058E-4136-B1A1-D99DDCE483C3}"/>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任意矩形：002">
            <a:extLst>
              <a:ext uri="{FF2B5EF4-FFF2-40B4-BE49-F238E27FC236}">
                <a16:creationId xmlns:a16="http://schemas.microsoft.com/office/drawing/2014/main" id="{35EED403-E63B-42D0-8DDA-12E94AA8B62F}"/>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2" name="任意矩形：003">
            <a:extLst>
              <a:ext uri="{FF2B5EF4-FFF2-40B4-BE49-F238E27FC236}">
                <a16:creationId xmlns:a16="http://schemas.microsoft.com/office/drawing/2014/main" id="{7D9F4C6B-4958-469F-942A-16BECA8A01A6}"/>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4">
            <a:extLst>
              <a:ext uri="{FF2B5EF4-FFF2-40B4-BE49-F238E27FC236}">
                <a16:creationId xmlns:a16="http://schemas.microsoft.com/office/drawing/2014/main" id="{B4171745-C625-4031-B772-4BE46680A136}"/>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4" name="任意矩形：005">
            <a:extLst>
              <a:ext uri="{FF2B5EF4-FFF2-40B4-BE49-F238E27FC236}">
                <a16:creationId xmlns:a16="http://schemas.microsoft.com/office/drawing/2014/main" id="{FF1B1FE3-EBF1-4F1E-B9F0-BA740DA5E749}"/>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5" name="任意矩形：006">
            <a:extLst>
              <a:ext uri="{FF2B5EF4-FFF2-40B4-BE49-F238E27FC236}">
                <a16:creationId xmlns:a16="http://schemas.microsoft.com/office/drawing/2014/main" id="{42F7C6EF-88D1-4846-B509-61AD316A8035}"/>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84" name="矩形 83">
            <a:extLst>
              <a:ext uri="{FF2B5EF4-FFF2-40B4-BE49-F238E27FC236}">
                <a16:creationId xmlns:a16="http://schemas.microsoft.com/office/drawing/2014/main" id="{13D99044-84EC-4C3B-8215-C01E8FF6BD9C}"/>
              </a:ext>
            </a:extLst>
          </p:cNvPr>
          <p:cNvSpPr/>
          <p:nvPr/>
        </p:nvSpPr>
        <p:spPr>
          <a:xfrm>
            <a:off x="8055667" y="0"/>
            <a:ext cx="1686316"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EFBEA6F6-A667-479E-A51A-2CDDD54CCE45}"/>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6" name="文本框 85">
            <a:extLst>
              <a:ext uri="{FF2B5EF4-FFF2-40B4-BE49-F238E27FC236}">
                <a16:creationId xmlns:a16="http://schemas.microsoft.com/office/drawing/2014/main" id="{4D93AD12-068A-41A8-AB61-D4D44BF91D3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7" name="文本框 86">
            <a:extLst>
              <a:ext uri="{FF2B5EF4-FFF2-40B4-BE49-F238E27FC236}">
                <a16:creationId xmlns:a16="http://schemas.microsoft.com/office/drawing/2014/main" id="{400B47EE-139F-4694-981E-292625A548B9}"/>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88" name="文本框 87">
            <a:extLst>
              <a:ext uri="{FF2B5EF4-FFF2-40B4-BE49-F238E27FC236}">
                <a16:creationId xmlns:a16="http://schemas.microsoft.com/office/drawing/2014/main" id="{307E00F1-ACF8-435B-ABEA-2058E809CB8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89" name="文本框 88">
            <a:extLst>
              <a:ext uri="{FF2B5EF4-FFF2-40B4-BE49-F238E27FC236}">
                <a16:creationId xmlns:a16="http://schemas.microsoft.com/office/drawing/2014/main" id="{B1A8DB8B-4857-4514-B513-35660668CF9C}"/>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0" name="文本框 89">
            <a:extLst>
              <a:ext uri="{FF2B5EF4-FFF2-40B4-BE49-F238E27FC236}">
                <a16:creationId xmlns:a16="http://schemas.microsoft.com/office/drawing/2014/main" id="{11BC7B69-6B1F-478B-AA7B-E6EB690FC998}"/>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1" name="任意矩形：001">
            <a:extLst>
              <a:ext uri="{FF2B5EF4-FFF2-40B4-BE49-F238E27FC236}">
                <a16:creationId xmlns:a16="http://schemas.microsoft.com/office/drawing/2014/main" id="{FD87D0BF-F396-4FA3-AC9B-B38A3629C146}"/>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任意矩形：002">
            <a:extLst>
              <a:ext uri="{FF2B5EF4-FFF2-40B4-BE49-F238E27FC236}">
                <a16:creationId xmlns:a16="http://schemas.microsoft.com/office/drawing/2014/main" id="{B8F116E9-CF62-4740-B2DF-1FDD8659868C}"/>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3" name="任意矩形：003">
            <a:extLst>
              <a:ext uri="{FF2B5EF4-FFF2-40B4-BE49-F238E27FC236}">
                <a16:creationId xmlns:a16="http://schemas.microsoft.com/office/drawing/2014/main" id="{67293064-2FCD-40FF-A2F6-BA0E1D3A150B}"/>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4" name="任意矩形：004">
            <a:extLst>
              <a:ext uri="{FF2B5EF4-FFF2-40B4-BE49-F238E27FC236}">
                <a16:creationId xmlns:a16="http://schemas.microsoft.com/office/drawing/2014/main" id="{FBE19301-9C07-42EB-AE9C-06AF59F401F8}"/>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5" name="任意矩形：005">
            <a:extLst>
              <a:ext uri="{FF2B5EF4-FFF2-40B4-BE49-F238E27FC236}">
                <a16:creationId xmlns:a16="http://schemas.microsoft.com/office/drawing/2014/main" id="{D8C3AF89-2C04-4D38-B62A-90632A14B9E6}"/>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6">
            <a:extLst>
              <a:ext uri="{FF2B5EF4-FFF2-40B4-BE49-F238E27FC236}">
                <a16:creationId xmlns:a16="http://schemas.microsoft.com/office/drawing/2014/main" id="{DB109CF4-D573-4958-AA72-567C66A5625F}"/>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111" name="矩形 110">
            <a:extLst>
              <a:ext uri="{FF2B5EF4-FFF2-40B4-BE49-F238E27FC236}">
                <a16:creationId xmlns:a16="http://schemas.microsoft.com/office/drawing/2014/main" id="{0DDDD23C-9192-4F6C-87E8-58007C481089}"/>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111">
            <a:extLst>
              <a:ext uri="{FF2B5EF4-FFF2-40B4-BE49-F238E27FC236}">
                <a16:creationId xmlns:a16="http://schemas.microsoft.com/office/drawing/2014/main" id="{464E5B32-8663-458C-A536-4F2CCBA24F4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13" name="文本框 112">
            <a:extLst>
              <a:ext uri="{FF2B5EF4-FFF2-40B4-BE49-F238E27FC236}">
                <a16:creationId xmlns:a16="http://schemas.microsoft.com/office/drawing/2014/main" id="{65CE8DAC-A0B9-4632-9F35-2E4E425EADF8}"/>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4" name="文本框 113">
            <a:extLst>
              <a:ext uri="{FF2B5EF4-FFF2-40B4-BE49-F238E27FC236}">
                <a16:creationId xmlns:a16="http://schemas.microsoft.com/office/drawing/2014/main" id="{5951B225-1B4D-4A5D-A429-B70596DDB70B}"/>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5" name="文本框 114">
            <a:extLst>
              <a:ext uri="{FF2B5EF4-FFF2-40B4-BE49-F238E27FC236}">
                <a16:creationId xmlns:a16="http://schemas.microsoft.com/office/drawing/2014/main" id="{8459A9DC-E848-4B45-AAB9-5A66E01F66EA}"/>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6" name="文本框 115">
            <a:extLst>
              <a:ext uri="{FF2B5EF4-FFF2-40B4-BE49-F238E27FC236}">
                <a16:creationId xmlns:a16="http://schemas.microsoft.com/office/drawing/2014/main" id="{F2BD7AA5-728D-43B0-8B9D-FE88766F8CA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7" name="文本框 116">
            <a:extLst>
              <a:ext uri="{FF2B5EF4-FFF2-40B4-BE49-F238E27FC236}">
                <a16:creationId xmlns:a16="http://schemas.microsoft.com/office/drawing/2014/main" id="{E19EC414-4B56-4ADA-A6A2-6C254E8E8096}"/>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8" name="任意矩形：001">
            <a:extLst>
              <a:ext uri="{FF2B5EF4-FFF2-40B4-BE49-F238E27FC236}">
                <a16:creationId xmlns:a16="http://schemas.microsoft.com/office/drawing/2014/main" id="{602DDBB0-E511-404A-AAF3-23B65F61246A}"/>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任意矩形：002">
            <a:extLst>
              <a:ext uri="{FF2B5EF4-FFF2-40B4-BE49-F238E27FC236}">
                <a16:creationId xmlns:a16="http://schemas.microsoft.com/office/drawing/2014/main" id="{BD787CC8-6637-47DE-BA83-49CF97C067E8}"/>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0" name="任意矩形：003">
            <a:extLst>
              <a:ext uri="{FF2B5EF4-FFF2-40B4-BE49-F238E27FC236}">
                <a16:creationId xmlns:a16="http://schemas.microsoft.com/office/drawing/2014/main" id="{A4EEEAE3-0CD4-42F0-A376-3E6CD414BB34}"/>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1" name="任意矩形：004">
            <a:extLst>
              <a:ext uri="{FF2B5EF4-FFF2-40B4-BE49-F238E27FC236}">
                <a16:creationId xmlns:a16="http://schemas.microsoft.com/office/drawing/2014/main" id="{616CA460-46D7-4BA9-A43E-EDB9214EDFAD}"/>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2" name="任意矩形：005">
            <a:extLst>
              <a:ext uri="{FF2B5EF4-FFF2-40B4-BE49-F238E27FC236}">
                <a16:creationId xmlns:a16="http://schemas.microsoft.com/office/drawing/2014/main" id="{49192530-C641-4BCC-93AB-8684E12AB4B0}"/>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3" name="任意矩形：006">
            <a:extLst>
              <a:ext uri="{FF2B5EF4-FFF2-40B4-BE49-F238E27FC236}">
                <a16:creationId xmlns:a16="http://schemas.microsoft.com/office/drawing/2014/main" id="{D38D05B9-8B8A-4E39-8FD8-1AAB6FEDE7E3}"/>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86" name="矩形 85">
            <a:extLst>
              <a:ext uri="{FF2B5EF4-FFF2-40B4-BE49-F238E27FC236}">
                <a16:creationId xmlns:a16="http://schemas.microsoft.com/office/drawing/2014/main" id="{12F63804-0302-446A-9F77-EE742FDF2E2D}"/>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a:extLst>
              <a:ext uri="{FF2B5EF4-FFF2-40B4-BE49-F238E27FC236}">
                <a16:creationId xmlns:a16="http://schemas.microsoft.com/office/drawing/2014/main" id="{6F4E1088-541D-419E-A484-706F668A402D}"/>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88" name="文本框 87">
            <a:extLst>
              <a:ext uri="{FF2B5EF4-FFF2-40B4-BE49-F238E27FC236}">
                <a16:creationId xmlns:a16="http://schemas.microsoft.com/office/drawing/2014/main" id="{F3D7A65B-3B25-4683-AC30-7469976B9065}"/>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89" name="文本框 88">
            <a:extLst>
              <a:ext uri="{FF2B5EF4-FFF2-40B4-BE49-F238E27FC236}">
                <a16:creationId xmlns:a16="http://schemas.microsoft.com/office/drawing/2014/main" id="{CCB0FFF6-B028-4C9F-A2F1-A5B9C0B78C95}"/>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0" name="文本框 89">
            <a:extLst>
              <a:ext uri="{FF2B5EF4-FFF2-40B4-BE49-F238E27FC236}">
                <a16:creationId xmlns:a16="http://schemas.microsoft.com/office/drawing/2014/main" id="{E0E3B5FC-69D2-4872-BA9C-39DAFC8DA0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1" name="文本框 90">
            <a:extLst>
              <a:ext uri="{FF2B5EF4-FFF2-40B4-BE49-F238E27FC236}">
                <a16:creationId xmlns:a16="http://schemas.microsoft.com/office/drawing/2014/main" id="{DF175BB5-4060-415F-956E-FBDA55A2194E}"/>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2" name="文本框 91">
            <a:extLst>
              <a:ext uri="{FF2B5EF4-FFF2-40B4-BE49-F238E27FC236}">
                <a16:creationId xmlns:a16="http://schemas.microsoft.com/office/drawing/2014/main" id="{03767CCE-811D-4514-B183-3F441129C669}"/>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3" name="任意矩形：001">
            <a:extLst>
              <a:ext uri="{FF2B5EF4-FFF2-40B4-BE49-F238E27FC236}">
                <a16:creationId xmlns:a16="http://schemas.microsoft.com/office/drawing/2014/main" id="{B628688E-D3F0-4B96-B293-425994114197}"/>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任意矩形：002">
            <a:extLst>
              <a:ext uri="{FF2B5EF4-FFF2-40B4-BE49-F238E27FC236}">
                <a16:creationId xmlns:a16="http://schemas.microsoft.com/office/drawing/2014/main" id="{A61C1C22-C7FB-4700-B110-ED434A2F9A82}"/>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5" name="任意矩形：003">
            <a:extLst>
              <a:ext uri="{FF2B5EF4-FFF2-40B4-BE49-F238E27FC236}">
                <a16:creationId xmlns:a16="http://schemas.microsoft.com/office/drawing/2014/main" id="{12579068-934A-42D0-96EE-BB06CEE8E0E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6" name="任意矩形：004">
            <a:extLst>
              <a:ext uri="{FF2B5EF4-FFF2-40B4-BE49-F238E27FC236}">
                <a16:creationId xmlns:a16="http://schemas.microsoft.com/office/drawing/2014/main" id="{F844F399-BB86-43D4-8FD2-CCC8D546D6CA}"/>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7" name="任意矩形：005">
            <a:extLst>
              <a:ext uri="{FF2B5EF4-FFF2-40B4-BE49-F238E27FC236}">
                <a16:creationId xmlns:a16="http://schemas.microsoft.com/office/drawing/2014/main" id="{17206465-1A39-4F6F-A470-5FA6BB514A9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8" name="任意矩形：006">
            <a:extLst>
              <a:ext uri="{FF2B5EF4-FFF2-40B4-BE49-F238E27FC236}">
                <a16:creationId xmlns:a16="http://schemas.microsoft.com/office/drawing/2014/main" id="{DD3199A5-E295-4405-89A6-A9E32BD29DFA}"/>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DCF6BFE3-ACAB-4A7F-834A-E4963428CC7B}"/>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1E30345C-964C-4817-A816-2EA0F0D61114}"/>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93" name="文本框 92">
            <a:extLst>
              <a:ext uri="{FF2B5EF4-FFF2-40B4-BE49-F238E27FC236}">
                <a16:creationId xmlns:a16="http://schemas.microsoft.com/office/drawing/2014/main" id="{C64A3673-6DB6-464F-A5C4-2C4813ED255F}"/>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94" name="文本框 93">
            <a:extLst>
              <a:ext uri="{FF2B5EF4-FFF2-40B4-BE49-F238E27FC236}">
                <a16:creationId xmlns:a16="http://schemas.microsoft.com/office/drawing/2014/main" id="{6DF32661-281B-48F1-8277-5C7EBDCC825C}"/>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95" name="文本框 94">
            <a:extLst>
              <a:ext uri="{FF2B5EF4-FFF2-40B4-BE49-F238E27FC236}">
                <a16:creationId xmlns:a16="http://schemas.microsoft.com/office/drawing/2014/main" id="{C06FB985-7E05-4D49-8A25-FC444F317B9D}"/>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96" name="文本框 95">
            <a:extLst>
              <a:ext uri="{FF2B5EF4-FFF2-40B4-BE49-F238E27FC236}">
                <a16:creationId xmlns:a16="http://schemas.microsoft.com/office/drawing/2014/main" id="{B7B3BFDC-C724-4509-91AF-DC163999C8EF}"/>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97" name="文本框 96">
            <a:extLst>
              <a:ext uri="{FF2B5EF4-FFF2-40B4-BE49-F238E27FC236}">
                <a16:creationId xmlns:a16="http://schemas.microsoft.com/office/drawing/2014/main" id="{5C2E738D-4355-4F4D-B5E5-8739F8F940BE}"/>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98" name="任意矩形：001">
            <a:extLst>
              <a:ext uri="{FF2B5EF4-FFF2-40B4-BE49-F238E27FC236}">
                <a16:creationId xmlns:a16="http://schemas.microsoft.com/office/drawing/2014/main" id="{2890DA98-5B1D-4300-804A-EF43DB9D5C11}"/>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任意矩形：002">
            <a:extLst>
              <a:ext uri="{FF2B5EF4-FFF2-40B4-BE49-F238E27FC236}">
                <a16:creationId xmlns:a16="http://schemas.microsoft.com/office/drawing/2014/main" id="{AF46CCAC-5000-4808-9F5B-477624E63597}"/>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0" name="任意矩形：003">
            <a:extLst>
              <a:ext uri="{FF2B5EF4-FFF2-40B4-BE49-F238E27FC236}">
                <a16:creationId xmlns:a16="http://schemas.microsoft.com/office/drawing/2014/main" id="{850A6AB1-ED95-4D27-B050-D815CFACFCD8}"/>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1" name="任意矩形：004">
            <a:extLst>
              <a:ext uri="{FF2B5EF4-FFF2-40B4-BE49-F238E27FC236}">
                <a16:creationId xmlns:a16="http://schemas.microsoft.com/office/drawing/2014/main" id="{47BE3D57-3C92-43A2-B6CA-80994C844E2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2" name="任意矩形：005">
            <a:extLst>
              <a:ext uri="{FF2B5EF4-FFF2-40B4-BE49-F238E27FC236}">
                <a16:creationId xmlns:a16="http://schemas.microsoft.com/office/drawing/2014/main" id="{46154B90-82BF-4C03-B681-F664B9F4E23D}"/>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 name="任意矩形：006">
            <a:extLst>
              <a:ext uri="{FF2B5EF4-FFF2-40B4-BE49-F238E27FC236}">
                <a16:creationId xmlns:a16="http://schemas.microsoft.com/office/drawing/2014/main" id="{7617C7A5-AEC1-4319-8155-E78283E10090}"/>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107" name="矩形 106">
            <a:extLst>
              <a:ext uri="{FF2B5EF4-FFF2-40B4-BE49-F238E27FC236}">
                <a16:creationId xmlns:a16="http://schemas.microsoft.com/office/drawing/2014/main" id="{247F006E-E378-4689-8EE9-0B9DB9367D4C}"/>
              </a:ext>
            </a:extLst>
          </p:cNvPr>
          <p:cNvSpPr/>
          <p:nvPr/>
        </p:nvSpPr>
        <p:spPr>
          <a:xfrm>
            <a:off x="9694389" y="0"/>
            <a:ext cx="1352752"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61636287-CB69-44D9-A65B-8477B78F3636}"/>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09" name="文本框 108">
            <a:extLst>
              <a:ext uri="{FF2B5EF4-FFF2-40B4-BE49-F238E27FC236}">
                <a16:creationId xmlns:a16="http://schemas.microsoft.com/office/drawing/2014/main" id="{01BCD57D-5E34-4552-BB7D-84E6E6CC365D}"/>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10" name="文本框 109">
            <a:extLst>
              <a:ext uri="{FF2B5EF4-FFF2-40B4-BE49-F238E27FC236}">
                <a16:creationId xmlns:a16="http://schemas.microsoft.com/office/drawing/2014/main" id="{E82BCF6A-A724-400A-9E72-AF3E4E2E705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11" name="文本框 110">
            <a:extLst>
              <a:ext uri="{FF2B5EF4-FFF2-40B4-BE49-F238E27FC236}">
                <a16:creationId xmlns:a16="http://schemas.microsoft.com/office/drawing/2014/main" id="{30A299F6-6B80-4BDE-9162-FF5C6DF484B0}"/>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13" name="文本框 112">
            <a:extLst>
              <a:ext uri="{FF2B5EF4-FFF2-40B4-BE49-F238E27FC236}">
                <a16:creationId xmlns:a16="http://schemas.microsoft.com/office/drawing/2014/main" id="{8093EBF7-7034-491A-9788-C1A9A3C0D620}"/>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14" name="文本框 113">
            <a:extLst>
              <a:ext uri="{FF2B5EF4-FFF2-40B4-BE49-F238E27FC236}">
                <a16:creationId xmlns:a16="http://schemas.microsoft.com/office/drawing/2014/main" id="{3CE46953-2CE5-489D-A93F-613953C83335}"/>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15" name="任意矩形：001">
            <a:extLst>
              <a:ext uri="{FF2B5EF4-FFF2-40B4-BE49-F238E27FC236}">
                <a16:creationId xmlns:a16="http://schemas.microsoft.com/office/drawing/2014/main" id="{BA2FE267-FF00-4205-ADD2-96625EF8E009}"/>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任意矩形：002">
            <a:extLst>
              <a:ext uri="{FF2B5EF4-FFF2-40B4-BE49-F238E27FC236}">
                <a16:creationId xmlns:a16="http://schemas.microsoft.com/office/drawing/2014/main" id="{A57F5D34-81DE-45C7-B048-66982465DDF1}"/>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任意矩形：003">
            <a:extLst>
              <a:ext uri="{FF2B5EF4-FFF2-40B4-BE49-F238E27FC236}">
                <a16:creationId xmlns:a16="http://schemas.microsoft.com/office/drawing/2014/main" id="{094745F4-06D4-4E47-8B65-9F2003F4F0E3}"/>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8" name="任意矩形：004">
            <a:extLst>
              <a:ext uri="{FF2B5EF4-FFF2-40B4-BE49-F238E27FC236}">
                <a16:creationId xmlns:a16="http://schemas.microsoft.com/office/drawing/2014/main" id="{97D14922-A341-4E9E-8522-C9787BBBBC81}"/>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9" name="任意矩形：005">
            <a:extLst>
              <a:ext uri="{FF2B5EF4-FFF2-40B4-BE49-F238E27FC236}">
                <a16:creationId xmlns:a16="http://schemas.microsoft.com/office/drawing/2014/main" id="{73791C36-09E9-47AE-B2DC-1BA188BC56FC}"/>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0" name="任意矩形：006">
            <a:extLst>
              <a:ext uri="{FF2B5EF4-FFF2-40B4-BE49-F238E27FC236}">
                <a16:creationId xmlns:a16="http://schemas.microsoft.com/office/drawing/2014/main" id="{E0A9F314-38F5-4FC4-9CCC-44B0D56A114B}"/>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25" name="矩形 124">
            <a:extLst>
              <a:ext uri="{FF2B5EF4-FFF2-40B4-BE49-F238E27FC236}">
                <a16:creationId xmlns:a16="http://schemas.microsoft.com/office/drawing/2014/main" id="{AE9F32FC-4FAC-453B-BF03-0B8FDDC9E224}"/>
              </a:ext>
            </a:extLst>
          </p:cNvPr>
          <p:cNvSpPr/>
          <p:nvPr/>
        </p:nvSpPr>
        <p:spPr>
          <a:xfrm>
            <a:off x="10966856" y="0"/>
            <a:ext cx="1225144" cy="96344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BE0EAD8D-546F-40F8-922E-D4CEAE49438B}"/>
              </a:ext>
            </a:extLst>
          </p:cNvPr>
          <p:cNvSpPr txBox="1"/>
          <p:nvPr/>
        </p:nvSpPr>
        <p:spPr>
          <a:xfrm>
            <a:off x="8179370"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关键技术与创新</a:t>
            </a:r>
          </a:p>
        </p:txBody>
      </p:sp>
      <p:sp>
        <p:nvSpPr>
          <p:cNvPr id="127" name="文本框 126">
            <a:extLst>
              <a:ext uri="{FF2B5EF4-FFF2-40B4-BE49-F238E27FC236}">
                <a16:creationId xmlns:a16="http://schemas.microsoft.com/office/drawing/2014/main" id="{29188AEA-9261-46C5-9158-1F7C7A11E1EA}"/>
              </a:ext>
            </a:extLst>
          </p:cNvPr>
          <p:cNvSpPr txBox="1"/>
          <p:nvPr/>
        </p:nvSpPr>
        <p:spPr>
          <a:xfrm>
            <a:off x="6532951"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研究方法与思路</a:t>
            </a:r>
          </a:p>
        </p:txBody>
      </p:sp>
      <p:sp>
        <p:nvSpPr>
          <p:cNvPr id="128" name="文本框 127">
            <a:extLst>
              <a:ext uri="{FF2B5EF4-FFF2-40B4-BE49-F238E27FC236}">
                <a16:creationId xmlns:a16="http://schemas.microsoft.com/office/drawing/2014/main" id="{42CBC220-0420-479B-BA13-C9E446F8C0EE}"/>
              </a:ext>
            </a:extLst>
          </p:cNvPr>
          <p:cNvSpPr txBox="1"/>
          <p:nvPr/>
        </p:nvSpPr>
        <p:spPr>
          <a:xfrm>
            <a:off x="9825789" y="530445"/>
            <a:ext cx="1089952"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已开展工作</a:t>
            </a:r>
          </a:p>
        </p:txBody>
      </p:sp>
      <p:sp>
        <p:nvSpPr>
          <p:cNvPr id="129" name="文本框 128">
            <a:extLst>
              <a:ext uri="{FF2B5EF4-FFF2-40B4-BE49-F238E27FC236}">
                <a16:creationId xmlns:a16="http://schemas.microsoft.com/office/drawing/2014/main" id="{129183E6-4273-4808-ADFD-3E07FFE7E217}"/>
              </a:ext>
            </a:extLst>
          </p:cNvPr>
          <p:cNvSpPr txBox="1"/>
          <p:nvPr/>
        </p:nvSpPr>
        <p:spPr>
          <a:xfrm>
            <a:off x="4886532" y="530445"/>
            <a:ext cx="1443648"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研究目标和内容</a:t>
            </a:r>
          </a:p>
        </p:txBody>
      </p:sp>
      <p:sp>
        <p:nvSpPr>
          <p:cNvPr id="130" name="文本框 129">
            <a:extLst>
              <a:ext uri="{FF2B5EF4-FFF2-40B4-BE49-F238E27FC236}">
                <a16:creationId xmlns:a16="http://schemas.microsoft.com/office/drawing/2014/main" id="{BE7D0922-216A-46CD-BCDF-78EA0E104C51}"/>
              </a:ext>
            </a:extLst>
          </p:cNvPr>
          <p:cNvSpPr txBox="1"/>
          <p:nvPr/>
        </p:nvSpPr>
        <p:spPr>
          <a:xfrm>
            <a:off x="3250956" y="530445"/>
            <a:ext cx="1432804"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研究背景及现状</a:t>
            </a:r>
          </a:p>
        </p:txBody>
      </p:sp>
      <p:sp>
        <p:nvSpPr>
          <p:cNvPr id="131" name="文本框 130">
            <a:extLst>
              <a:ext uri="{FF2B5EF4-FFF2-40B4-BE49-F238E27FC236}">
                <a16:creationId xmlns:a16="http://schemas.microsoft.com/office/drawing/2014/main" id="{C0D7F67C-1E4B-4BB5-BDBD-3A80C702BBCD}"/>
              </a:ext>
            </a:extLst>
          </p:cNvPr>
          <p:cNvSpPr txBox="1"/>
          <p:nvPr/>
        </p:nvSpPr>
        <p:spPr>
          <a:xfrm>
            <a:off x="11118510" y="530445"/>
            <a:ext cx="918526" cy="307777"/>
          </a:xfrm>
          <a:prstGeom prst="rect">
            <a:avLst/>
          </a:prstGeom>
          <a:noFill/>
        </p:spPr>
        <p:txBody>
          <a:bodyPr wrap="square" rtlCol="0">
            <a:spAutoFit/>
          </a:bodyPr>
          <a:lstStyle/>
          <a:p>
            <a:pPr algn="ctr"/>
            <a:r>
              <a:rPr lang="zh-CN" altLang="en-US" sz="1400" dirty="0">
                <a:solidFill>
                  <a:schemeClr val="bg1"/>
                </a:solidFill>
                <a:latin typeface="思源黑体 CN Regular" panose="020B0500000000000000" pitchFamily="34" charset="-122"/>
                <a:ea typeface="思源黑体 CN Regular" panose="020B0500000000000000" pitchFamily="34" charset="-122"/>
              </a:rPr>
              <a:t>预期成果</a:t>
            </a:r>
          </a:p>
        </p:txBody>
      </p:sp>
      <p:sp>
        <p:nvSpPr>
          <p:cNvPr id="132" name="任意矩形：001">
            <a:extLst>
              <a:ext uri="{FF2B5EF4-FFF2-40B4-BE49-F238E27FC236}">
                <a16:creationId xmlns:a16="http://schemas.microsoft.com/office/drawing/2014/main" id="{897BA128-B2B0-446E-988B-41B26EE63795}"/>
              </a:ext>
            </a:extLst>
          </p:cNvPr>
          <p:cNvSpPr/>
          <p:nvPr/>
        </p:nvSpPr>
        <p:spPr>
          <a:xfrm>
            <a:off x="3798381" y="155699"/>
            <a:ext cx="337954" cy="302434"/>
          </a:xfrm>
          <a:custGeom>
            <a:avLst/>
            <a:gdLst>
              <a:gd name="connsiteX0" fmla="*/ 79591 w 607005"/>
              <a:gd name="connsiteY0" fmla="*/ 373864 h 543210"/>
              <a:gd name="connsiteX1" fmla="*/ 33701 w 607005"/>
              <a:gd name="connsiteY1" fmla="*/ 461494 h 543210"/>
              <a:gd name="connsiteX2" fmla="*/ 79501 w 607005"/>
              <a:gd name="connsiteY2" fmla="*/ 507233 h 543210"/>
              <a:gd name="connsiteX3" fmla="*/ 125392 w 607005"/>
              <a:gd name="connsiteY3" fmla="*/ 461494 h 543210"/>
              <a:gd name="connsiteX4" fmla="*/ 79591 w 607005"/>
              <a:gd name="connsiteY4" fmla="*/ 373864 h 543210"/>
              <a:gd name="connsiteX5" fmla="*/ 79501 w 607005"/>
              <a:gd name="connsiteY5" fmla="*/ 328661 h 543210"/>
              <a:gd name="connsiteX6" fmla="*/ 92856 w 607005"/>
              <a:gd name="connsiteY6" fmla="*/ 335106 h 543210"/>
              <a:gd name="connsiteX7" fmla="*/ 158913 w 607005"/>
              <a:gd name="connsiteY7" fmla="*/ 461404 h 543210"/>
              <a:gd name="connsiteX8" fmla="*/ 79501 w 607005"/>
              <a:gd name="connsiteY8" fmla="*/ 540710 h 543210"/>
              <a:gd name="connsiteX9" fmla="*/ 0 w 607005"/>
              <a:gd name="connsiteY9" fmla="*/ 461404 h 543210"/>
              <a:gd name="connsiteX10" fmla="*/ 66236 w 607005"/>
              <a:gd name="connsiteY10" fmla="*/ 335195 h 543210"/>
              <a:gd name="connsiteX11" fmla="*/ 79501 w 607005"/>
              <a:gd name="connsiteY11" fmla="*/ 328661 h 543210"/>
              <a:gd name="connsiteX12" fmla="*/ 196548 w 607005"/>
              <a:gd name="connsiteY12" fmla="*/ 281688 h 543210"/>
              <a:gd name="connsiteX13" fmla="*/ 391755 w 607005"/>
              <a:gd name="connsiteY13" fmla="*/ 476431 h 543210"/>
              <a:gd name="connsiteX14" fmla="*/ 540265 w 607005"/>
              <a:gd name="connsiteY14" fmla="*/ 476431 h 543210"/>
              <a:gd name="connsiteX15" fmla="*/ 540265 w 607005"/>
              <a:gd name="connsiteY15" fmla="*/ 328047 h 543210"/>
              <a:gd name="connsiteX16" fmla="*/ 493749 w 607005"/>
              <a:gd name="connsiteY16" fmla="*/ 281688 h 543210"/>
              <a:gd name="connsiteX17" fmla="*/ 261707 w 607005"/>
              <a:gd name="connsiteY17" fmla="*/ 49894 h 543210"/>
              <a:gd name="connsiteX18" fmla="*/ 113017 w 607005"/>
              <a:gd name="connsiteY18" fmla="*/ 198278 h 543210"/>
              <a:gd name="connsiteX19" fmla="*/ 163028 w 607005"/>
              <a:gd name="connsiteY19" fmla="*/ 248127 h 543210"/>
              <a:gd name="connsiteX20" fmla="*/ 460229 w 607005"/>
              <a:gd name="connsiteY20" fmla="*/ 248127 h 543210"/>
              <a:gd name="connsiteX21" fmla="*/ 271073 w 607005"/>
              <a:gd name="connsiteY21" fmla="*/ 0 h 543210"/>
              <a:gd name="connsiteX22" fmla="*/ 282948 w 607005"/>
              <a:gd name="connsiteY22" fmla="*/ 4967 h 543210"/>
              <a:gd name="connsiteX23" fmla="*/ 285099 w 607005"/>
              <a:gd name="connsiteY23" fmla="*/ 25909 h 543210"/>
              <a:gd name="connsiteX24" fmla="*/ 563927 w 607005"/>
              <a:gd name="connsiteY24" fmla="*/ 304331 h 543210"/>
              <a:gd name="connsiteX25" fmla="*/ 563927 w 607005"/>
              <a:gd name="connsiteY25" fmla="*/ 500148 h 543210"/>
              <a:gd name="connsiteX26" fmla="*/ 367824 w 607005"/>
              <a:gd name="connsiteY26" fmla="*/ 500148 h 543210"/>
              <a:gd name="connsiteX27" fmla="*/ 88997 w 607005"/>
              <a:gd name="connsiteY27" fmla="*/ 221726 h 543210"/>
              <a:gd name="connsiteX28" fmla="*/ 68024 w 607005"/>
              <a:gd name="connsiteY28" fmla="*/ 219578 h 543210"/>
              <a:gd name="connsiteX29" fmla="*/ 68024 w 607005"/>
              <a:gd name="connsiteY29" fmla="*/ 195862 h 543210"/>
              <a:gd name="connsiteX30" fmla="*/ 259197 w 607005"/>
              <a:gd name="connsiteY30" fmla="*/ 4967 h 543210"/>
              <a:gd name="connsiteX31" fmla="*/ 271073 w 607005"/>
              <a:gd name="connsiteY31" fmla="*/ 0 h 543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005" h="543210">
                <a:moveTo>
                  <a:pt x="79591" y="373864"/>
                </a:moveTo>
                <a:cubicBezTo>
                  <a:pt x="57452" y="405192"/>
                  <a:pt x="33701" y="445024"/>
                  <a:pt x="33701" y="461494"/>
                </a:cubicBezTo>
                <a:cubicBezTo>
                  <a:pt x="33701" y="486646"/>
                  <a:pt x="54226" y="507233"/>
                  <a:pt x="79501" y="507233"/>
                </a:cubicBezTo>
                <a:cubicBezTo>
                  <a:pt x="104687" y="507233"/>
                  <a:pt x="125212" y="486646"/>
                  <a:pt x="125392" y="461494"/>
                </a:cubicBezTo>
                <a:cubicBezTo>
                  <a:pt x="125392" y="445024"/>
                  <a:pt x="101729" y="405282"/>
                  <a:pt x="79591" y="373864"/>
                </a:cubicBezTo>
                <a:close/>
                <a:moveTo>
                  <a:pt x="79501" y="328661"/>
                </a:moveTo>
                <a:cubicBezTo>
                  <a:pt x="84610" y="328661"/>
                  <a:pt x="89540" y="331078"/>
                  <a:pt x="92856" y="335106"/>
                </a:cubicBezTo>
                <a:cubicBezTo>
                  <a:pt x="103881" y="349517"/>
                  <a:pt x="158913" y="423094"/>
                  <a:pt x="158913" y="461404"/>
                </a:cubicBezTo>
                <a:cubicBezTo>
                  <a:pt x="158913" y="505175"/>
                  <a:pt x="123240" y="540710"/>
                  <a:pt x="79501" y="540710"/>
                </a:cubicBezTo>
                <a:cubicBezTo>
                  <a:pt x="35583" y="540710"/>
                  <a:pt x="0" y="505085"/>
                  <a:pt x="0" y="461404"/>
                </a:cubicBezTo>
                <a:cubicBezTo>
                  <a:pt x="0" y="423094"/>
                  <a:pt x="55122" y="349517"/>
                  <a:pt x="66236" y="335195"/>
                </a:cubicBezTo>
                <a:cubicBezTo>
                  <a:pt x="69284" y="331078"/>
                  <a:pt x="74213" y="328661"/>
                  <a:pt x="79501" y="328661"/>
                </a:cubicBezTo>
                <a:close/>
                <a:moveTo>
                  <a:pt x="196548" y="281688"/>
                </a:moveTo>
                <a:lnTo>
                  <a:pt x="391755" y="476431"/>
                </a:lnTo>
                <a:cubicBezTo>
                  <a:pt x="420525" y="505249"/>
                  <a:pt x="488999" y="527623"/>
                  <a:pt x="540265" y="476431"/>
                </a:cubicBezTo>
                <a:cubicBezTo>
                  <a:pt x="592249" y="424524"/>
                  <a:pt x="570290" y="358028"/>
                  <a:pt x="540265" y="328047"/>
                </a:cubicBezTo>
                <a:lnTo>
                  <a:pt x="493749" y="281688"/>
                </a:lnTo>
                <a:close/>
                <a:moveTo>
                  <a:pt x="261707" y="49894"/>
                </a:moveTo>
                <a:lnTo>
                  <a:pt x="113017" y="198278"/>
                </a:lnTo>
                <a:lnTo>
                  <a:pt x="163028" y="248127"/>
                </a:lnTo>
                <a:lnTo>
                  <a:pt x="460229" y="248127"/>
                </a:lnTo>
                <a:close/>
                <a:moveTo>
                  <a:pt x="271073" y="0"/>
                </a:moveTo>
                <a:cubicBezTo>
                  <a:pt x="275375" y="0"/>
                  <a:pt x="279677" y="1655"/>
                  <a:pt x="282948" y="4967"/>
                </a:cubicBezTo>
                <a:cubicBezTo>
                  <a:pt x="288595" y="10694"/>
                  <a:pt x="289312" y="19465"/>
                  <a:pt x="285099" y="25909"/>
                </a:cubicBezTo>
                <a:lnTo>
                  <a:pt x="563927" y="304331"/>
                </a:lnTo>
                <a:cubicBezTo>
                  <a:pt x="604528" y="344872"/>
                  <a:pt x="636076" y="428104"/>
                  <a:pt x="563927" y="500148"/>
                </a:cubicBezTo>
                <a:cubicBezTo>
                  <a:pt x="492495" y="571476"/>
                  <a:pt x="409501" y="541763"/>
                  <a:pt x="367824" y="500148"/>
                </a:cubicBezTo>
                <a:lnTo>
                  <a:pt x="88997" y="221726"/>
                </a:lnTo>
                <a:cubicBezTo>
                  <a:pt x="81468" y="226380"/>
                  <a:pt x="73850" y="225485"/>
                  <a:pt x="68024" y="219578"/>
                </a:cubicBezTo>
                <a:cubicBezTo>
                  <a:pt x="61392" y="213045"/>
                  <a:pt x="61392" y="202395"/>
                  <a:pt x="68024" y="195862"/>
                </a:cubicBezTo>
                <a:lnTo>
                  <a:pt x="259197" y="4967"/>
                </a:lnTo>
                <a:cubicBezTo>
                  <a:pt x="262469" y="1655"/>
                  <a:pt x="266771" y="0"/>
                  <a:pt x="2710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任意矩形：002">
            <a:extLst>
              <a:ext uri="{FF2B5EF4-FFF2-40B4-BE49-F238E27FC236}">
                <a16:creationId xmlns:a16="http://schemas.microsoft.com/office/drawing/2014/main" id="{3BE908AA-0A62-4EB1-ABBF-368404A58D80}"/>
              </a:ext>
            </a:extLst>
          </p:cNvPr>
          <p:cNvSpPr/>
          <p:nvPr/>
        </p:nvSpPr>
        <p:spPr>
          <a:xfrm>
            <a:off x="5457722" y="156493"/>
            <a:ext cx="301269" cy="300847"/>
          </a:xfrm>
          <a:custGeom>
            <a:avLst/>
            <a:gdLst>
              <a:gd name="connsiteX0" fmla="*/ 303643 w 607215"/>
              <a:gd name="connsiteY0" fmla="*/ 280873 h 606369"/>
              <a:gd name="connsiteX1" fmla="*/ 325219 w 607215"/>
              <a:gd name="connsiteY1" fmla="*/ 302335 h 606369"/>
              <a:gd name="connsiteX2" fmla="*/ 303643 w 607215"/>
              <a:gd name="connsiteY2" fmla="*/ 323873 h 606369"/>
              <a:gd name="connsiteX3" fmla="*/ 282068 w 607215"/>
              <a:gd name="connsiteY3" fmla="*/ 302335 h 606369"/>
              <a:gd name="connsiteX4" fmla="*/ 303643 w 607215"/>
              <a:gd name="connsiteY4" fmla="*/ 280873 h 606369"/>
              <a:gd name="connsiteX5" fmla="*/ 303678 w 607215"/>
              <a:gd name="connsiteY5" fmla="*/ 280357 h 606369"/>
              <a:gd name="connsiteX6" fmla="*/ 281626 w 607215"/>
              <a:gd name="connsiteY6" fmla="*/ 302374 h 606369"/>
              <a:gd name="connsiteX7" fmla="*/ 303678 w 607215"/>
              <a:gd name="connsiteY7" fmla="*/ 324391 h 606369"/>
              <a:gd name="connsiteX8" fmla="*/ 325730 w 607215"/>
              <a:gd name="connsiteY8" fmla="*/ 302374 h 606369"/>
              <a:gd name="connsiteX9" fmla="*/ 303678 w 607215"/>
              <a:gd name="connsiteY9" fmla="*/ 280357 h 606369"/>
              <a:gd name="connsiteX10" fmla="*/ 303643 w 607215"/>
              <a:gd name="connsiteY10" fmla="*/ 279792 h 606369"/>
              <a:gd name="connsiteX11" fmla="*/ 326224 w 607215"/>
              <a:gd name="connsiteY11" fmla="*/ 302335 h 606369"/>
              <a:gd name="connsiteX12" fmla="*/ 303643 w 607215"/>
              <a:gd name="connsiteY12" fmla="*/ 324954 h 606369"/>
              <a:gd name="connsiteX13" fmla="*/ 281062 w 607215"/>
              <a:gd name="connsiteY13" fmla="*/ 302335 h 606369"/>
              <a:gd name="connsiteX14" fmla="*/ 303643 w 607215"/>
              <a:gd name="connsiteY14" fmla="*/ 279792 h 606369"/>
              <a:gd name="connsiteX15" fmla="*/ 281043 w 607215"/>
              <a:gd name="connsiteY15" fmla="*/ 46068 h 606369"/>
              <a:gd name="connsiteX16" fmla="*/ 120855 w 607215"/>
              <a:gd name="connsiteY16" fmla="*/ 120687 h 606369"/>
              <a:gd name="connsiteX17" fmla="*/ 46132 w 607215"/>
              <a:gd name="connsiteY17" fmla="*/ 280652 h 606369"/>
              <a:gd name="connsiteX18" fmla="*/ 147128 w 607215"/>
              <a:gd name="connsiteY18" fmla="*/ 280652 h 606369"/>
              <a:gd name="connsiteX19" fmla="*/ 169770 w 607215"/>
              <a:gd name="connsiteY19" fmla="*/ 303185 h 606369"/>
              <a:gd name="connsiteX20" fmla="*/ 147128 w 607215"/>
              <a:gd name="connsiteY20" fmla="*/ 325717 h 606369"/>
              <a:gd name="connsiteX21" fmla="*/ 46132 w 607215"/>
              <a:gd name="connsiteY21" fmla="*/ 325717 h 606369"/>
              <a:gd name="connsiteX22" fmla="*/ 120855 w 607215"/>
              <a:gd name="connsiteY22" fmla="*/ 485682 h 606369"/>
              <a:gd name="connsiteX23" fmla="*/ 281043 w 607215"/>
              <a:gd name="connsiteY23" fmla="*/ 560301 h 606369"/>
              <a:gd name="connsiteX24" fmla="*/ 281043 w 607215"/>
              <a:gd name="connsiteY24" fmla="*/ 459446 h 606369"/>
              <a:gd name="connsiteX25" fmla="*/ 303608 w 607215"/>
              <a:gd name="connsiteY25" fmla="*/ 436913 h 606369"/>
              <a:gd name="connsiteX26" fmla="*/ 326172 w 607215"/>
              <a:gd name="connsiteY26" fmla="*/ 459446 h 606369"/>
              <a:gd name="connsiteX27" fmla="*/ 326172 w 607215"/>
              <a:gd name="connsiteY27" fmla="*/ 560301 h 606369"/>
              <a:gd name="connsiteX28" fmla="*/ 486360 w 607215"/>
              <a:gd name="connsiteY28" fmla="*/ 485682 h 606369"/>
              <a:gd name="connsiteX29" fmla="*/ 561083 w 607215"/>
              <a:gd name="connsiteY29" fmla="*/ 325717 h 606369"/>
              <a:gd name="connsiteX30" fmla="*/ 460087 w 607215"/>
              <a:gd name="connsiteY30" fmla="*/ 325717 h 606369"/>
              <a:gd name="connsiteX31" fmla="*/ 437523 w 607215"/>
              <a:gd name="connsiteY31" fmla="*/ 303185 h 606369"/>
              <a:gd name="connsiteX32" fmla="*/ 460087 w 607215"/>
              <a:gd name="connsiteY32" fmla="*/ 280652 h 606369"/>
              <a:gd name="connsiteX33" fmla="*/ 561083 w 607215"/>
              <a:gd name="connsiteY33" fmla="*/ 280652 h 606369"/>
              <a:gd name="connsiteX34" fmla="*/ 486360 w 607215"/>
              <a:gd name="connsiteY34" fmla="*/ 120687 h 606369"/>
              <a:gd name="connsiteX35" fmla="*/ 326172 w 607215"/>
              <a:gd name="connsiteY35" fmla="*/ 46068 h 606369"/>
              <a:gd name="connsiteX36" fmla="*/ 326172 w 607215"/>
              <a:gd name="connsiteY36" fmla="*/ 146923 h 606369"/>
              <a:gd name="connsiteX37" fmla="*/ 303608 w 607215"/>
              <a:gd name="connsiteY37" fmla="*/ 169533 h 606369"/>
              <a:gd name="connsiteX38" fmla="*/ 281043 w 607215"/>
              <a:gd name="connsiteY38" fmla="*/ 146923 h 606369"/>
              <a:gd name="connsiteX39" fmla="*/ 281617 w 607215"/>
              <a:gd name="connsiteY39" fmla="*/ 45548 h 606369"/>
              <a:gd name="connsiteX40" fmla="*/ 281617 w 607215"/>
              <a:gd name="connsiteY40" fmla="*/ 146935 h 606369"/>
              <a:gd name="connsiteX41" fmla="*/ 303640 w 607215"/>
              <a:gd name="connsiteY41" fmla="*/ 169002 h 606369"/>
              <a:gd name="connsiteX42" fmla="*/ 325741 w 607215"/>
              <a:gd name="connsiteY42" fmla="*/ 146935 h 606369"/>
              <a:gd name="connsiteX43" fmla="*/ 325741 w 607215"/>
              <a:gd name="connsiteY43" fmla="*/ 45548 h 606369"/>
              <a:gd name="connsiteX44" fmla="*/ 561663 w 607215"/>
              <a:gd name="connsiteY44" fmla="*/ 281192 h 606369"/>
              <a:gd name="connsiteX45" fmla="*/ 460123 w 607215"/>
              <a:gd name="connsiteY45" fmla="*/ 281192 h 606369"/>
              <a:gd name="connsiteX46" fmla="*/ 438022 w 607215"/>
              <a:gd name="connsiteY46" fmla="*/ 303182 h 606369"/>
              <a:gd name="connsiteX47" fmla="*/ 460123 w 607215"/>
              <a:gd name="connsiteY47" fmla="*/ 325250 h 606369"/>
              <a:gd name="connsiteX48" fmla="*/ 561663 w 607215"/>
              <a:gd name="connsiteY48" fmla="*/ 325250 h 606369"/>
              <a:gd name="connsiteX49" fmla="*/ 325741 w 607215"/>
              <a:gd name="connsiteY49" fmla="*/ 560815 h 606369"/>
              <a:gd name="connsiteX50" fmla="*/ 325741 w 607215"/>
              <a:gd name="connsiteY50" fmla="*/ 459429 h 606369"/>
              <a:gd name="connsiteX51" fmla="*/ 303640 w 607215"/>
              <a:gd name="connsiteY51" fmla="*/ 437361 h 606369"/>
              <a:gd name="connsiteX52" fmla="*/ 281617 w 607215"/>
              <a:gd name="connsiteY52" fmla="*/ 459429 h 606369"/>
              <a:gd name="connsiteX53" fmla="*/ 281617 w 607215"/>
              <a:gd name="connsiteY53" fmla="*/ 560815 h 606369"/>
              <a:gd name="connsiteX54" fmla="*/ 45616 w 607215"/>
              <a:gd name="connsiteY54" fmla="*/ 325250 h 606369"/>
              <a:gd name="connsiteX55" fmla="*/ 147157 w 607215"/>
              <a:gd name="connsiteY55" fmla="*/ 325250 h 606369"/>
              <a:gd name="connsiteX56" fmla="*/ 169257 w 607215"/>
              <a:gd name="connsiteY56" fmla="*/ 303182 h 606369"/>
              <a:gd name="connsiteX57" fmla="*/ 147157 w 607215"/>
              <a:gd name="connsiteY57" fmla="*/ 281192 h 606369"/>
              <a:gd name="connsiteX58" fmla="*/ 45616 w 607215"/>
              <a:gd name="connsiteY58" fmla="*/ 281192 h 606369"/>
              <a:gd name="connsiteX59" fmla="*/ 281617 w 607215"/>
              <a:gd name="connsiteY59" fmla="*/ 45548 h 606369"/>
              <a:gd name="connsiteX60" fmla="*/ 281508 w 607215"/>
              <a:gd name="connsiteY60" fmla="*/ 44987 h 606369"/>
              <a:gd name="connsiteX61" fmla="*/ 120160 w 607215"/>
              <a:gd name="connsiteY61" fmla="*/ 119993 h 606369"/>
              <a:gd name="connsiteX62" fmla="*/ 45050 w 607215"/>
              <a:gd name="connsiteY62" fmla="*/ 281115 h 606369"/>
              <a:gd name="connsiteX63" fmla="*/ 45050 w 607215"/>
              <a:gd name="connsiteY63" fmla="*/ 281655 h 606369"/>
              <a:gd name="connsiteX64" fmla="*/ 147128 w 607215"/>
              <a:gd name="connsiteY64" fmla="*/ 281655 h 606369"/>
              <a:gd name="connsiteX65" fmla="*/ 168688 w 607215"/>
              <a:gd name="connsiteY65" fmla="*/ 303185 h 606369"/>
              <a:gd name="connsiteX66" fmla="*/ 147128 w 607215"/>
              <a:gd name="connsiteY66" fmla="*/ 324714 h 606369"/>
              <a:gd name="connsiteX67" fmla="*/ 45050 w 607215"/>
              <a:gd name="connsiteY67" fmla="*/ 324714 h 606369"/>
              <a:gd name="connsiteX68" fmla="*/ 45050 w 607215"/>
              <a:gd name="connsiteY68" fmla="*/ 325254 h 606369"/>
              <a:gd name="connsiteX69" fmla="*/ 120160 w 607215"/>
              <a:gd name="connsiteY69" fmla="*/ 486454 h 606369"/>
              <a:gd name="connsiteX70" fmla="*/ 281508 w 607215"/>
              <a:gd name="connsiteY70" fmla="*/ 561382 h 606369"/>
              <a:gd name="connsiteX71" fmla="*/ 282048 w 607215"/>
              <a:gd name="connsiteY71" fmla="*/ 561459 h 606369"/>
              <a:gd name="connsiteX72" fmla="*/ 282048 w 607215"/>
              <a:gd name="connsiteY72" fmla="*/ 459446 h 606369"/>
              <a:gd name="connsiteX73" fmla="*/ 303608 w 607215"/>
              <a:gd name="connsiteY73" fmla="*/ 437916 h 606369"/>
              <a:gd name="connsiteX74" fmla="*/ 325167 w 607215"/>
              <a:gd name="connsiteY74" fmla="*/ 459446 h 606369"/>
              <a:gd name="connsiteX75" fmla="*/ 325167 w 607215"/>
              <a:gd name="connsiteY75" fmla="*/ 561459 h 606369"/>
              <a:gd name="connsiteX76" fmla="*/ 325708 w 607215"/>
              <a:gd name="connsiteY76" fmla="*/ 561382 h 606369"/>
              <a:gd name="connsiteX77" fmla="*/ 487132 w 607215"/>
              <a:gd name="connsiteY77" fmla="*/ 486454 h 606369"/>
              <a:gd name="connsiteX78" fmla="*/ 562165 w 607215"/>
              <a:gd name="connsiteY78" fmla="*/ 325254 h 606369"/>
              <a:gd name="connsiteX79" fmla="*/ 562242 w 607215"/>
              <a:gd name="connsiteY79" fmla="*/ 324714 h 606369"/>
              <a:gd name="connsiteX80" fmla="*/ 460087 w 607215"/>
              <a:gd name="connsiteY80" fmla="*/ 324714 h 606369"/>
              <a:gd name="connsiteX81" fmla="*/ 438527 w 607215"/>
              <a:gd name="connsiteY81" fmla="*/ 303185 h 606369"/>
              <a:gd name="connsiteX82" fmla="*/ 460087 w 607215"/>
              <a:gd name="connsiteY82" fmla="*/ 281655 h 606369"/>
              <a:gd name="connsiteX83" fmla="*/ 562242 w 607215"/>
              <a:gd name="connsiteY83" fmla="*/ 281655 h 606369"/>
              <a:gd name="connsiteX84" fmla="*/ 562165 w 607215"/>
              <a:gd name="connsiteY84" fmla="*/ 281115 h 606369"/>
              <a:gd name="connsiteX85" fmla="*/ 487132 w 607215"/>
              <a:gd name="connsiteY85" fmla="*/ 119993 h 606369"/>
              <a:gd name="connsiteX86" fmla="*/ 325708 w 607215"/>
              <a:gd name="connsiteY86" fmla="*/ 44987 h 606369"/>
              <a:gd name="connsiteX87" fmla="*/ 325167 w 607215"/>
              <a:gd name="connsiteY87" fmla="*/ 44987 h 606369"/>
              <a:gd name="connsiteX88" fmla="*/ 325167 w 607215"/>
              <a:gd name="connsiteY88" fmla="*/ 146923 h 606369"/>
              <a:gd name="connsiteX89" fmla="*/ 303608 w 607215"/>
              <a:gd name="connsiteY89" fmla="*/ 168453 h 606369"/>
              <a:gd name="connsiteX90" fmla="*/ 282048 w 607215"/>
              <a:gd name="connsiteY90" fmla="*/ 146923 h 606369"/>
              <a:gd name="connsiteX91" fmla="*/ 282048 w 607215"/>
              <a:gd name="connsiteY91" fmla="*/ 44987 h 606369"/>
              <a:gd name="connsiteX92" fmla="*/ 303608 w 607215"/>
              <a:gd name="connsiteY92" fmla="*/ 1003 h 606369"/>
              <a:gd name="connsiteX93" fmla="*/ 421450 w 607215"/>
              <a:gd name="connsiteY93" fmla="*/ 24770 h 606369"/>
              <a:gd name="connsiteX94" fmla="*/ 517578 w 607215"/>
              <a:gd name="connsiteY94" fmla="*/ 89512 h 606369"/>
              <a:gd name="connsiteX95" fmla="*/ 582410 w 607215"/>
              <a:gd name="connsiteY95" fmla="*/ 185584 h 606369"/>
              <a:gd name="connsiteX96" fmla="*/ 606211 w 607215"/>
              <a:gd name="connsiteY96" fmla="*/ 303185 h 606369"/>
              <a:gd name="connsiteX97" fmla="*/ 582410 w 607215"/>
              <a:gd name="connsiteY97" fmla="*/ 420863 h 606369"/>
              <a:gd name="connsiteX98" fmla="*/ 517578 w 607215"/>
              <a:gd name="connsiteY98" fmla="*/ 516857 h 606369"/>
              <a:gd name="connsiteX99" fmla="*/ 421450 w 607215"/>
              <a:gd name="connsiteY99" fmla="*/ 581599 h 606369"/>
              <a:gd name="connsiteX100" fmla="*/ 303608 w 607215"/>
              <a:gd name="connsiteY100" fmla="*/ 605366 h 606369"/>
              <a:gd name="connsiteX101" fmla="*/ 185842 w 607215"/>
              <a:gd name="connsiteY101" fmla="*/ 581599 h 606369"/>
              <a:gd name="connsiteX102" fmla="*/ 89637 w 607215"/>
              <a:gd name="connsiteY102" fmla="*/ 516857 h 606369"/>
              <a:gd name="connsiteX103" fmla="*/ 24805 w 607215"/>
              <a:gd name="connsiteY103" fmla="*/ 420863 h 606369"/>
              <a:gd name="connsiteX104" fmla="*/ 1004 w 607215"/>
              <a:gd name="connsiteY104" fmla="*/ 303185 h 606369"/>
              <a:gd name="connsiteX105" fmla="*/ 24805 w 607215"/>
              <a:gd name="connsiteY105" fmla="*/ 185584 h 606369"/>
              <a:gd name="connsiteX106" fmla="*/ 89637 w 607215"/>
              <a:gd name="connsiteY106" fmla="*/ 89512 h 606369"/>
              <a:gd name="connsiteX107" fmla="*/ 185842 w 607215"/>
              <a:gd name="connsiteY107" fmla="*/ 24770 h 606369"/>
              <a:gd name="connsiteX108" fmla="*/ 303608 w 607215"/>
              <a:gd name="connsiteY108" fmla="*/ 1003 h 606369"/>
              <a:gd name="connsiteX109" fmla="*/ 303640 w 607215"/>
              <a:gd name="connsiteY109" fmla="*/ 565 h 606369"/>
              <a:gd name="connsiteX110" fmla="*/ 185640 w 607215"/>
              <a:gd name="connsiteY110" fmla="*/ 24330 h 606369"/>
              <a:gd name="connsiteX111" fmla="*/ 89354 w 607215"/>
              <a:gd name="connsiteY111" fmla="*/ 89220 h 606369"/>
              <a:gd name="connsiteX112" fmla="*/ 24366 w 607215"/>
              <a:gd name="connsiteY112" fmla="*/ 185360 h 606369"/>
              <a:gd name="connsiteX113" fmla="*/ 565 w 607215"/>
              <a:gd name="connsiteY113" fmla="*/ 303182 h 606369"/>
              <a:gd name="connsiteX114" fmla="*/ 24366 w 607215"/>
              <a:gd name="connsiteY114" fmla="*/ 421004 h 606369"/>
              <a:gd name="connsiteX115" fmla="*/ 89354 w 607215"/>
              <a:gd name="connsiteY115" fmla="*/ 517221 h 606369"/>
              <a:gd name="connsiteX116" fmla="*/ 185640 w 607215"/>
              <a:gd name="connsiteY116" fmla="*/ 582034 h 606369"/>
              <a:gd name="connsiteX117" fmla="*/ 303640 w 607215"/>
              <a:gd name="connsiteY117" fmla="*/ 605876 h 606369"/>
              <a:gd name="connsiteX118" fmla="*/ 421640 w 607215"/>
              <a:gd name="connsiteY118" fmla="*/ 582034 h 606369"/>
              <a:gd name="connsiteX119" fmla="*/ 518003 w 607215"/>
              <a:gd name="connsiteY119" fmla="*/ 517221 h 606369"/>
              <a:gd name="connsiteX120" fmla="*/ 582914 w 607215"/>
              <a:gd name="connsiteY120" fmla="*/ 421004 h 606369"/>
              <a:gd name="connsiteX121" fmla="*/ 606792 w 607215"/>
              <a:gd name="connsiteY121" fmla="*/ 303182 h 606369"/>
              <a:gd name="connsiteX122" fmla="*/ 582914 w 607215"/>
              <a:gd name="connsiteY122" fmla="*/ 185360 h 606369"/>
              <a:gd name="connsiteX123" fmla="*/ 518003 w 607215"/>
              <a:gd name="connsiteY123" fmla="*/ 89220 h 606369"/>
              <a:gd name="connsiteX124" fmla="*/ 421640 w 607215"/>
              <a:gd name="connsiteY124" fmla="*/ 24330 h 606369"/>
              <a:gd name="connsiteX125" fmla="*/ 303640 w 607215"/>
              <a:gd name="connsiteY125" fmla="*/ 565 h 606369"/>
              <a:gd name="connsiteX126" fmla="*/ 303608 w 607215"/>
              <a:gd name="connsiteY126" fmla="*/ 0 h 606369"/>
              <a:gd name="connsiteX127" fmla="*/ 421836 w 607215"/>
              <a:gd name="connsiteY127" fmla="*/ 23844 h 606369"/>
              <a:gd name="connsiteX128" fmla="*/ 518351 w 607215"/>
              <a:gd name="connsiteY128" fmla="*/ 88818 h 606369"/>
              <a:gd name="connsiteX129" fmla="*/ 583338 w 607215"/>
              <a:gd name="connsiteY129" fmla="*/ 185198 h 606369"/>
              <a:gd name="connsiteX130" fmla="*/ 607215 w 607215"/>
              <a:gd name="connsiteY130" fmla="*/ 303185 h 606369"/>
              <a:gd name="connsiteX131" fmla="*/ 583338 w 607215"/>
              <a:gd name="connsiteY131" fmla="*/ 421248 h 606369"/>
              <a:gd name="connsiteX132" fmla="*/ 518351 w 607215"/>
              <a:gd name="connsiteY132" fmla="*/ 517629 h 606369"/>
              <a:gd name="connsiteX133" fmla="*/ 421836 w 607215"/>
              <a:gd name="connsiteY133" fmla="*/ 582525 h 606369"/>
              <a:gd name="connsiteX134" fmla="*/ 303608 w 607215"/>
              <a:gd name="connsiteY134" fmla="*/ 606369 h 606369"/>
              <a:gd name="connsiteX135" fmla="*/ 185456 w 607215"/>
              <a:gd name="connsiteY135" fmla="*/ 582525 h 606369"/>
              <a:gd name="connsiteX136" fmla="*/ 88942 w 607215"/>
              <a:gd name="connsiteY136" fmla="*/ 517629 h 606369"/>
              <a:gd name="connsiteX137" fmla="*/ 23877 w 607215"/>
              <a:gd name="connsiteY137" fmla="*/ 421248 h 606369"/>
              <a:gd name="connsiteX138" fmla="*/ 0 w 607215"/>
              <a:gd name="connsiteY138" fmla="*/ 303185 h 606369"/>
              <a:gd name="connsiteX139" fmla="*/ 23877 w 607215"/>
              <a:gd name="connsiteY139" fmla="*/ 185198 h 606369"/>
              <a:gd name="connsiteX140" fmla="*/ 88942 w 607215"/>
              <a:gd name="connsiteY140" fmla="*/ 88818 h 606369"/>
              <a:gd name="connsiteX141" fmla="*/ 185456 w 607215"/>
              <a:gd name="connsiteY141" fmla="*/ 23844 h 606369"/>
              <a:gd name="connsiteX142" fmla="*/ 303608 w 607215"/>
              <a:gd name="connsiteY142" fmla="*/ 0 h 60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215" h="606369">
                <a:moveTo>
                  <a:pt x="303643" y="280873"/>
                </a:moveTo>
                <a:cubicBezTo>
                  <a:pt x="315552" y="280873"/>
                  <a:pt x="325219" y="290523"/>
                  <a:pt x="325219" y="302335"/>
                </a:cubicBezTo>
                <a:cubicBezTo>
                  <a:pt x="325219" y="314223"/>
                  <a:pt x="315552" y="323873"/>
                  <a:pt x="303643" y="323873"/>
                </a:cubicBezTo>
                <a:cubicBezTo>
                  <a:pt x="291734" y="323873"/>
                  <a:pt x="282068" y="314223"/>
                  <a:pt x="282068" y="302335"/>
                </a:cubicBezTo>
                <a:cubicBezTo>
                  <a:pt x="282068" y="290523"/>
                  <a:pt x="291734" y="280873"/>
                  <a:pt x="303643" y="280873"/>
                </a:cubicBezTo>
                <a:close/>
                <a:moveTo>
                  <a:pt x="303678" y="280357"/>
                </a:moveTo>
                <a:cubicBezTo>
                  <a:pt x="291499" y="280357"/>
                  <a:pt x="281626" y="290214"/>
                  <a:pt x="281626" y="302374"/>
                </a:cubicBezTo>
                <a:cubicBezTo>
                  <a:pt x="281626" y="314534"/>
                  <a:pt x="291499" y="324391"/>
                  <a:pt x="303678" y="324391"/>
                </a:cubicBezTo>
                <a:cubicBezTo>
                  <a:pt x="315857" y="324391"/>
                  <a:pt x="325730" y="314534"/>
                  <a:pt x="325730" y="302374"/>
                </a:cubicBezTo>
                <a:cubicBezTo>
                  <a:pt x="325730" y="290214"/>
                  <a:pt x="315857" y="280357"/>
                  <a:pt x="303678" y="280357"/>
                </a:cubicBezTo>
                <a:close/>
                <a:moveTo>
                  <a:pt x="303643" y="279792"/>
                </a:moveTo>
                <a:cubicBezTo>
                  <a:pt x="316094" y="279792"/>
                  <a:pt x="326224" y="289905"/>
                  <a:pt x="326224" y="302335"/>
                </a:cubicBezTo>
                <a:cubicBezTo>
                  <a:pt x="326224" y="314841"/>
                  <a:pt x="316094" y="324954"/>
                  <a:pt x="303643" y="324954"/>
                </a:cubicBezTo>
                <a:cubicBezTo>
                  <a:pt x="291193" y="324954"/>
                  <a:pt x="281062" y="314841"/>
                  <a:pt x="281062" y="302335"/>
                </a:cubicBezTo>
                <a:cubicBezTo>
                  <a:pt x="281062" y="289905"/>
                  <a:pt x="291193" y="279792"/>
                  <a:pt x="303643" y="279792"/>
                </a:cubicBezTo>
                <a:close/>
                <a:moveTo>
                  <a:pt x="281043" y="46068"/>
                </a:moveTo>
                <a:cubicBezTo>
                  <a:pt x="220693" y="51315"/>
                  <a:pt x="163820" y="77783"/>
                  <a:pt x="120855" y="120687"/>
                </a:cubicBezTo>
                <a:cubicBezTo>
                  <a:pt x="77891" y="163591"/>
                  <a:pt x="51387" y="220385"/>
                  <a:pt x="46132" y="280652"/>
                </a:cubicBezTo>
                <a:lnTo>
                  <a:pt x="147128" y="280652"/>
                </a:lnTo>
                <a:cubicBezTo>
                  <a:pt x="159647" y="280652"/>
                  <a:pt x="169770" y="290761"/>
                  <a:pt x="169770" y="303185"/>
                </a:cubicBezTo>
                <a:cubicBezTo>
                  <a:pt x="169770" y="315608"/>
                  <a:pt x="159647" y="325717"/>
                  <a:pt x="147128" y="325717"/>
                </a:cubicBezTo>
                <a:lnTo>
                  <a:pt x="46132" y="325717"/>
                </a:lnTo>
                <a:cubicBezTo>
                  <a:pt x="51387" y="385984"/>
                  <a:pt x="77891" y="442778"/>
                  <a:pt x="120855" y="485682"/>
                </a:cubicBezTo>
                <a:cubicBezTo>
                  <a:pt x="163820" y="528586"/>
                  <a:pt x="220693" y="555131"/>
                  <a:pt x="281043" y="560301"/>
                </a:cubicBezTo>
                <a:lnTo>
                  <a:pt x="281043" y="459446"/>
                </a:lnTo>
                <a:cubicBezTo>
                  <a:pt x="281043" y="447022"/>
                  <a:pt x="291167" y="436913"/>
                  <a:pt x="303608" y="436913"/>
                </a:cubicBezTo>
                <a:cubicBezTo>
                  <a:pt x="316049" y="436913"/>
                  <a:pt x="326172" y="447022"/>
                  <a:pt x="326172" y="459446"/>
                </a:cubicBezTo>
                <a:lnTo>
                  <a:pt x="326172" y="560301"/>
                </a:lnTo>
                <a:cubicBezTo>
                  <a:pt x="386522" y="555131"/>
                  <a:pt x="443395" y="528586"/>
                  <a:pt x="486360" y="485682"/>
                </a:cubicBezTo>
                <a:cubicBezTo>
                  <a:pt x="529324" y="442778"/>
                  <a:pt x="555906" y="385984"/>
                  <a:pt x="561083" y="325717"/>
                </a:cubicBezTo>
                <a:lnTo>
                  <a:pt x="460087" y="325717"/>
                </a:lnTo>
                <a:cubicBezTo>
                  <a:pt x="447645" y="325717"/>
                  <a:pt x="437523" y="315608"/>
                  <a:pt x="437523" y="303185"/>
                </a:cubicBezTo>
                <a:cubicBezTo>
                  <a:pt x="437523" y="290761"/>
                  <a:pt x="447645" y="280652"/>
                  <a:pt x="460087" y="280652"/>
                </a:cubicBezTo>
                <a:lnTo>
                  <a:pt x="561083" y="280652"/>
                </a:lnTo>
                <a:cubicBezTo>
                  <a:pt x="555906" y="220385"/>
                  <a:pt x="529324" y="163591"/>
                  <a:pt x="486360" y="120687"/>
                </a:cubicBezTo>
                <a:cubicBezTo>
                  <a:pt x="443395" y="77783"/>
                  <a:pt x="386522" y="51315"/>
                  <a:pt x="326172" y="46068"/>
                </a:cubicBezTo>
                <a:lnTo>
                  <a:pt x="326172" y="146923"/>
                </a:lnTo>
                <a:cubicBezTo>
                  <a:pt x="326172" y="159424"/>
                  <a:pt x="316049" y="169533"/>
                  <a:pt x="303608" y="169533"/>
                </a:cubicBezTo>
                <a:cubicBezTo>
                  <a:pt x="291167" y="169533"/>
                  <a:pt x="281043" y="159424"/>
                  <a:pt x="281043" y="146923"/>
                </a:cubicBezTo>
                <a:close/>
                <a:moveTo>
                  <a:pt x="281617" y="45548"/>
                </a:moveTo>
                <a:lnTo>
                  <a:pt x="281617" y="146935"/>
                </a:lnTo>
                <a:cubicBezTo>
                  <a:pt x="281617" y="159126"/>
                  <a:pt x="291431" y="169002"/>
                  <a:pt x="303640" y="169002"/>
                </a:cubicBezTo>
                <a:cubicBezTo>
                  <a:pt x="315850" y="169002"/>
                  <a:pt x="325741" y="159126"/>
                  <a:pt x="325741" y="146935"/>
                </a:cubicBezTo>
                <a:lnTo>
                  <a:pt x="325741" y="45548"/>
                </a:lnTo>
                <a:cubicBezTo>
                  <a:pt x="451159" y="56119"/>
                  <a:pt x="551077" y="155963"/>
                  <a:pt x="561663" y="281192"/>
                </a:cubicBezTo>
                <a:lnTo>
                  <a:pt x="460123" y="281192"/>
                </a:lnTo>
                <a:cubicBezTo>
                  <a:pt x="447914" y="281192"/>
                  <a:pt x="438022" y="290991"/>
                  <a:pt x="438022" y="303182"/>
                </a:cubicBezTo>
                <a:cubicBezTo>
                  <a:pt x="438022" y="315373"/>
                  <a:pt x="447914" y="325250"/>
                  <a:pt x="460123" y="325250"/>
                </a:cubicBezTo>
                <a:lnTo>
                  <a:pt x="561663" y="325250"/>
                </a:lnTo>
                <a:cubicBezTo>
                  <a:pt x="551077" y="450478"/>
                  <a:pt x="451159" y="550245"/>
                  <a:pt x="325741" y="560815"/>
                </a:cubicBezTo>
                <a:lnTo>
                  <a:pt x="325741" y="459429"/>
                </a:lnTo>
                <a:cubicBezTo>
                  <a:pt x="325741" y="447238"/>
                  <a:pt x="315850" y="437361"/>
                  <a:pt x="303640" y="437361"/>
                </a:cubicBezTo>
                <a:cubicBezTo>
                  <a:pt x="291431" y="437361"/>
                  <a:pt x="281617" y="447238"/>
                  <a:pt x="281617" y="459429"/>
                </a:cubicBezTo>
                <a:lnTo>
                  <a:pt x="281617" y="560815"/>
                </a:lnTo>
                <a:cubicBezTo>
                  <a:pt x="156198" y="550245"/>
                  <a:pt x="56203" y="450478"/>
                  <a:pt x="45616" y="325250"/>
                </a:cubicBezTo>
                <a:lnTo>
                  <a:pt x="147157" y="325250"/>
                </a:lnTo>
                <a:cubicBezTo>
                  <a:pt x="159366" y="325250"/>
                  <a:pt x="169257" y="315373"/>
                  <a:pt x="169257" y="303182"/>
                </a:cubicBezTo>
                <a:cubicBezTo>
                  <a:pt x="169257" y="290991"/>
                  <a:pt x="159366" y="281192"/>
                  <a:pt x="147157" y="281192"/>
                </a:cubicBezTo>
                <a:lnTo>
                  <a:pt x="45616" y="281192"/>
                </a:lnTo>
                <a:cubicBezTo>
                  <a:pt x="56203" y="155963"/>
                  <a:pt x="156198" y="56119"/>
                  <a:pt x="281617" y="45548"/>
                </a:cubicBezTo>
                <a:close/>
                <a:moveTo>
                  <a:pt x="281508" y="44987"/>
                </a:moveTo>
                <a:cubicBezTo>
                  <a:pt x="220693" y="50158"/>
                  <a:pt x="163433" y="76780"/>
                  <a:pt x="120160" y="119993"/>
                </a:cubicBezTo>
                <a:cubicBezTo>
                  <a:pt x="76887" y="163205"/>
                  <a:pt x="50228" y="220385"/>
                  <a:pt x="45050" y="281115"/>
                </a:cubicBezTo>
                <a:lnTo>
                  <a:pt x="45050" y="281655"/>
                </a:lnTo>
                <a:lnTo>
                  <a:pt x="147128" y="281655"/>
                </a:lnTo>
                <a:cubicBezTo>
                  <a:pt x="159029" y="281655"/>
                  <a:pt x="168688" y="291301"/>
                  <a:pt x="168688" y="303185"/>
                </a:cubicBezTo>
                <a:cubicBezTo>
                  <a:pt x="168688" y="315068"/>
                  <a:pt x="159029" y="324714"/>
                  <a:pt x="147128" y="324714"/>
                </a:cubicBezTo>
                <a:lnTo>
                  <a:pt x="45050" y="324714"/>
                </a:lnTo>
                <a:lnTo>
                  <a:pt x="45050" y="325254"/>
                </a:lnTo>
                <a:cubicBezTo>
                  <a:pt x="50228" y="385984"/>
                  <a:pt x="76887" y="443241"/>
                  <a:pt x="120160" y="486454"/>
                </a:cubicBezTo>
                <a:cubicBezTo>
                  <a:pt x="163433" y="529666"/>
                  <a:pt x="220693" y="556289"/>
                  <a:pt x="281508" y="561382"/>
                </a:cubicBezTo>
                <a:lnTo>
                  <a:pt x="282048" y="561459"/>
                </a:lnTo>
                <a:lnTo>
                  <a:pt x="282048" y="459446"/>
                </a:lnTo>
                <a:cubicBezTo>
                  <a:pt x="282048" y="447562"/>
                  <a:pt x="291708" y="437916"/>
                  <a:pt x="303608" y="437916"/>
                </a:cubicBezTo>
                <a:cubicBezTo>
                  <a:pt x="315508" y="437916"/>
                  <a:pt x="325167" y="447562"/>
                  <a:pt x="325167" y="459446"/>
                </a:cubicBezTo>
                <a:lnTo>
                  <a:pt x="325167" y="561459"/>
                </a:lnTo>
                <a:lnTo>
                  <a:pt x="325708" y="561382"/>
                </a:lnTo>
                <a:cubicBezTo>
                  <a:pt x="386522" y="556289"/>
                  <a:pt x="443859" y="529666"/>
                  <a:pt x="487132" y="486454"/>
                </a:cubicBezTo>
                <a:cubicBezTo>
                  <a:pt x="530405" y="443241"/>
                  <a:pt x="557065" y="385984"/>
                  <a:pt x="562165" y="325254"/>
                </a:cubicBezTo>
                <a:lnTo>
                  <a:pt x="562242" y="324714"/>
                </a:lnTo>
                <a:lnTo>
                  <a:pt x="460087" y="324714"/>
                </a:lnTo>
                <a:cubicBezTo>
                  <a:pt x="448186" y="324714"/>
                  <a:pt x="438527" y="315068"/>
                  <a:pt x="438527" y="303185"/>
                </a:cubicBezTo>
                <a:cubicBezTo>
                  <a:pt x="438527" y="291301"/>
                  <a:pt x="448186" y="281655"/>
                  <a:pt x="460087" y="281655"/>
                </a:cubicBezTo>
                <a:lnTo>
                  <a:pt x="562242" y="281655"/>
                </a:lnTo>
                <a:lnTo>
                  <a:pt x="562165" y="281115"/>
                </a:lnTo>
                <a:cubicBezTo>
                  <a:pt x="557065" y="220385"/>
                  <a:pt x="530405" y="163205"/>
                  <a:pt x="487132" y="119993"/>
                </a:cubicBezTo>
                <a:cubicBezTo>
                  <a:pt x="443859" y="76780"/>
                  <a:pt x="386522" y="50158"/>
                  <a:pt x="325708" y="44987"/>
                </a:cubicBezTo>
                <a:lnTo>
                  <a:pt x="325167" y="44987"/>
                </a:lnTo>
                <a:lnTo>
                  <a:pt x="325167" y="146923"/>
                </a:lnTo>
                <a:cubicBezTo>
                  <a:pt x="325167" y="158807"/>
                  <a:pt x="315508" y="168453"/>
                  <a:pt x="303608" y="168453"/>
                </a:cubicBezTo>
                <a:cubicBezTo>
                  <a:pt x="291708" y="168453"/>
                  <a:pt x="282048" y="158807"/>
                  <a:pt x="282048" y="146923"/>
                </a:cubicBezTo>
                <a:lnTo>
                  <a:pt x="282048" y="44987"/>
                </a:lnTo>
                <a:close/>
                <a:moveTo>
                  <a:pt x="303608" y="1003"/>
                </a:moveTo>
                <a:cubicBezTo>
                  <a:pt x="344485" y="1003"/>
                  <a:pt x="384049" y="9028"/>
                  <a:pt x="421450" y="24770"/>
                </a:cubicBezTo>
                <a:cubicBezTo>
                  <a:pt x="457459" y="40049"/>
                  <a:pt x="489837" y="61810"/>
                  <a:pt x="517578" y="89512"/>
                </a:cubicBezTo>
                <a:cubicBezTo>
                  <a:pt x="545396" y="117292"/>
                  <a:pt x="567188" y="149547"/>
                  <a:pt x="582410" y="185584"/>
                </a:cubicBezTo>
                <a:cubicBezTo>
                  <a:pt x="598174" y="222855"/>
                  <a:pt x="606211" y="262441"/>
                  <a:pt x="606211" y="303185"/>
                </a:cubicBezTo>
                <a:cubicBezTo>
                  <a:pt x="606211" y="344005"/>
                  <a:pt x="598174" y="383514"/>
                  <a:pt x="582410" y="420863"/>
                </a:cubicBezTo>
                <a:cubicBezTo>
                  <a:pt x="567188" y="456822"/>
                  <a:pt x="545396" y="489154"/>
                  <a:pt x="517578" y="516857"/>
                </a:cubicBezTo>
                <a:cubicBezTo>
                  <a:pt x="489837" y="544637"/>
                  <a:pt x="457459" y="566397"/>
                  <a:pt x="421450" y="581599"/>
                </a:cubicBezTo>
                <a:cubicBezTo>
                  <a:pt x="384049" y="597341"/>
                  <a:pt x="344485" y="605366"/>
                  <a:pt x="303608" y="605366"/>
                </a:cubicBezTo>
                <a:cubicBezTo>
                  <a:pt x="262807" y="605366"/>
                  <a:pt x="223166" y="597341"/>
                  <a:pt x="185842" y="581599"/>
                </a:cubicBezTo>
                <a:cubicBezTo>
                  <a:pt x="149756" y="566397"/>
                  <a:pt x="117455" y="544637"/>
                  <a:pt x="89637" y="516857"/>
                </a:cubicBezTo>
                <a:cubicBezTo>
                  <a:pt x="61896" y="489154"/>
                  <a:pt x="40105" y="456822"/>
                  <a:pt x="24805" y="420863"/>
                </a:cubicBezTo>
                <a:cubicBezTo>
                  <a:pt x="9041" y="383514"/>
                  <a:pt x="1004" y="344005"/>
                  <a:pt x="1004" y="303185"/>
                </a:cubicBezTo>
                <a:cubicBezTo>
                  <a:pt x="1004" y="262441"/>
                  <a:pt x="9041" y="222855"/>
                  <a:pt x="24805" y="185584"/>
                </a:cubicBezTo>
                <a:cubicBezTo>
                  <a:pt x="40105" y="149547"/>
                  <a:pt x="61896" y="117292"/>
                  <a:pt x="89637" y="89512"/>
                </a:cubicBezTo>
                <a:cubicBezTo>
                  <a:pt x="117455" y="61810"/>
                  <a:pt x="149756" y="40049"/>
                  <a:pt x="185842" y="24770"/>
                </a:cubicBezTo>
                <a:cubicBezTo>
                  <a:pt x="223166" y="9028"/>
                  <a:pt x="262807" y="1003"/>
                  <a:pt x="303608" y="1003"/>
                </a:cubicBezTo>
                <a:close/>
                <a:moveTo>
                  <a:pt x="303640" y="565"/>
                </a:moveTo>
                <a:cubicBezTo>
                  <a:pt x="262761" y="565"/>
                  <a:pt x="223041" y="8512"/>
                  <a:pt x="185640" y="24330"/>
                </a:cubicBezTo>
                <a:cubicBezTo>
                  <a:pt x="149552" y="39607"/>
                  <a:pt x="117174" y="61366"/>
                  <a:pt x="89354" y="89220"/>
                </a:cubicBezTo>
                <a:cubicBezTo>
                  <a:pt x="61458" y="116997"/>
                  <a:pt x="39666" y="149327"/>
                  <a:pt x="24366" y="185360"/>
                </a:cubicBezTo>
                <a:cubicBezTo>
                  <a:pt x="8524" y="222705"/>
                  <a:pt x="565" y="262365"/>
                  <a:pt x="565" y="303182"/>
                </a:cubicBezTo>
                <a:cubicBezTo>
                  <a:pt x="565" y="343999"/>
                  <a:pt x="8524" y="383659"/>
                  <a:pt x="24366" y="421004"/>
                </a:cubicBezTo>
                <a:cubicBezTo>
                  <a:pt x="39666" y="457037"/>
                  <a:pt x="61458" y="489444"/>
                  <a:pt x="89354" y="517221"/>
                </a:cubicBezTo>
                <a:cubicBezTo>
                  <a:pt x="117174" y="544998"/>
                  <a:pt x="149552" y="566834"/>
                  <a:pt x="185640" y="582034"/>
                </a:cubicBezTo>
                <a:cubicBezTo>
                  <a:pt x="223041" y="597852"/>
                  <a:pt x="262761" y="605876"/>
                  <a:pt x="303640" y="605876"/>
                </a:cubicBezTo>
                <a:cubicBezTo>
                  <a:pt x="344596" y="605876"/>
                  <a:pt x="384239" y="597852"/>
                  <a:pt x="421640" y="582034"/>
                </a:cubicBezTo>
                <a:cubicBezTo>
                  <a:pt x="457728" y="566834"/>
                  <a:pt x="490183" y="544998"/>
                  <a:pt x="518003" y="517221"/>
                </a:cubicBezTo>
                <a:cubicBezTo>
                  <a:pt x="545822" y="489444"/>
                  <a:pt x="567691" y="457037"/>
                  <a:pt x="582914" y="421004"/>
                </a:cubicBezTo>
                <a:cubicBezTo>
                  <a:pt x="598756" y="383659"/>
                  <a:pt x="606792" y="343999"/>
                  <a:pt x="606792" y="303182"/>
                </a:cubicBezTo>
                <a:cubicBezTo>
                  <a:pt x="606792" y="262365"/>
                  <a:pt x="598756" y="222705"/>
                  <a:pt x="582914" y="185360"/>
                </a:cubicBezTo>
                <a:cubicBezTo>
                  <a:pt x="567691" y="149327"/>
                  <a:pt x="545822" y="116997"/>
                  <a:pt x="518003" y="89220"/>
                </a:cubicBezTo>
                <a:cubicBezTo>
                  <a:pt x="490183" y="61366"/>
                  <a:pt x="457728" y="39607"/>
                  <a:pt x="421640" y="24330"/>
                </a:cubicBezTo>
                <a:cubicBezTo>
                  <a:pt x="384239" y="8512"/>
                  <a:pt x="344519" y="565"/>
                  <a:pt x="303640" y="565"/>
                </a:cubicBezTo>
                <a:close/>
                <a:moveTo>
                  <a:pt x="303608" y="0"/>
                </a:moveTo>
                <a:cubicBezTo>
                  <a:pt x="344563" y="0"/>
                  <a:pt x="384359" y="8025"/>
                  <a:pt x="421836" y="23844"/>
                </a:cubicBezTo>
                <a:cubicBezTo>
                  <a:pt x="458000" y="39123"/>
                  <a:pt x="490455" y="60961"/>
                  <a:pt x="518351" y="88818"/>
                </a:cubicBezTo>
                <a:cubicBezTo>
                  <a:pt x="546169" y="116674"/>
                  <a:pt x="568038" y="149084"/>
                  <a:pt x="583338" y="185198"/>
                </a:cubicBezTo>
                <a:cubicBezTo>
                  <a:pt x="599179" y="222546"/>
                  <a:pt x="607215" y="262286"/>
                  <a:pt x="607215" y="303185"/>
                </a:cubicBezTo>
                <a:cubicBezTo>
                  <a:pt x="607215" y="344083"/>
                  <a:pt x="599179" y="383823"/>
                  <a:pt x="583338" y="421248"/>
                </a:cubicBezTo>
                <a:cubicBezTo>
                  <a:pt x="568038" y="457362"/>
                  <a:pt x="546169" y="489772"/>
                  <a:pt x="518351" y="517629"/>
                </a:cubicBezTo>
                <a:cubicBezTo>
                  <a:pt x="490455" y="545408"/>
                  <a:pt x="458000" y="567246"/>
                  <a:pt x="421836" y="582525"/>
                </a:cubicBezTo>
                <a:cubicBezTo>
                  <a:pt x="384359" y="598344"/>
                  <a:pt x="344563" y="606369"/>
                  <a:pt x="303608" y="606369"/>
                </a:cubicBezTo>
                <a:cubicBezTo>
                  <a:pt x="262652" y="606369"/>
                  <a:pt x="222856" y="598344"/>
                  <a:pt x="185456" y="582525"/>
                </a:cubicBezTo>
                <a:cubicBezTo>
                  <a:pt x="149292" y="567246"/>
                  <a:pt x="116760" y="545408"/>
                  <a:pt x="88942" y="517629"/>
                </a:cubicBezTo>
                <a:cubicBezTo>
                  <a:pt x="61046" y="489772"/>
                  <a:pt x="39177" y="457362"/>
                  <a:pt x="23877" y="421248"/>
                </a:cubicBezTo>
                <a:cubicBezTo>
                  <a:pt x="8036" y="383823"/>
                  <a:pt x="0" y="344083"/>
                  <a:pt x="0" y="303185"/>
                </a:cubicBezTo>
                <a:cubicBezTo>
                  <a:pt x="0" y="262286"/>
                  <a:pt x="8036" y="222546"/>
                  <a:pt x="23877" y="185198"/>
                </a:cubicBezTo>
                <a:cubicBezTo>
                  <a:pt x="39177" y="149084"/>
                  <a:pt x="61046" y="116674"/>
                  <a:pt x="88942" y="88818"/>
                </a:cubicBezTo>
                <a:cubicBezTo>
                  <a:pt x="116760" y="60961"/>
                  <a:pt x="149292" y="39123"/>
                  <a:pt x="185456" y="23844"/>
                </a:cubicBezTo>
                <a:cubicBezTo>
                  <a:pt x="222856" y="8025"/>
                  <a:pt x="262652" y="0"/>
                  <a:pt x="3036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34" name="任意矩形：003">
            <a:extLst>
              <a:ext uri="{FF2B5EF4-FFF2-40B4-BE49-F238E27FC236}">
                <a16:creationId xmlns:a16="http://schemas.microsoft.com/office/drawing/2014/main" id="{108E6041-891F-4581-B2F9-7A35D06F299E}"/>
              </a:ext>
            </a:extLst>
          </p:cNvPr>
          <p:cNvSpPr/>
          <p:nvPr/>
        </p:nvSpPr>
        <p:spPr>
          <a:xfrm rot="10800000" flipH="1" flipV="1">
            <a:off x="7105962" y="158245"/>
            <a:ext cx="297626" cy="297343"/>
          </a:xfrm>
          <a:custGeom>
            <a:avLst/>
            <a:gdLst>
              <a:gd name="connsiteX0" fmla="*/ 320200 w 604886"/>
              <a:gd name="connsiteY0" fmla="*/ 166778 h 604313"/>
              <a:gd name="connsiteX1" fmla="*/ 338200 w 604886"/>
              <a:gd name="connsiteY1" fmla="*/ 168153 h 604313"/>
              <a:gd name="connsiteX2" fmla="*/ 394904 w 604886"/>
              <a:gd name="connsiteY2" fmla="*/ 210003 h 604313"/>
              <a:gd name="connsiteX3" fmla="*/ 448997 w 604886"/>
              <a:gd name="connsiteY3" fmla="*/ 297466 h 604313"/>
              <a:gd name="connsiteX4" fmla="*/ 433479 w 604886"/>
              <a:gd name="connsiteY4" fmla="*/ 381599 h 604313"/>
              <a:gd name="connsiteX5" fmla="*/ 230304 w 604886"/>
              <a:gd name="connsiteY5" fmla="*/ 584474 h 604313"/>
              <a:gd name="connsiteX6" fmla="*/ 177952 w 604886"/>
              <a:gd name="connsiteY6" fmla="*/ 604313 h 604313"/>
              <a:gd name="connsiteX7" fmla="*/ 58454 w 604886"/>
              <a:gd name="connsiteY7" fmla="*/ 545956 h 604313"/>
              <a:gd name="connsiteX8" fmla="*/ 19733 w 604886"/>
              <a:gd name="connsiteY8" fmla="*/ 374359 h 604313"/>
              <a:gd name="connsiteX9" fmla="*/ 93549 w 604886"/>
              <a:gd name="connsiteY9" fmla="*/ 300652 h 604313"/>
              <a:gd name="connsiteX10" fmla="*/ 127049 w 604886"/>
              <a:gd name="connsiteY10" fmla="*/ 300652 h 604313"/>
              <a:gd name="connsiteX11" fmla="*/ 127049 w 604886"/>
              <a:gd name="connsiteY11" fmla="*/ 333958 h 604313"/>
              <a:gd name="connsiteX12" fmla="*/ 53233 w 604886"/>
              <a:gd name="connsiteY12" fmla="*/ 407665 h 604313"/>
              <a:gd name="connsiteX13" fmla="*/ 91809 w 604886"/>
              <a:gd name="connsiteY13" fmla="*/ 512650 h 604313"/>
              <a:gd name="connsiteX14" fmla="*/ 196950 w 604886"/>
              <a:gd name="connsiteY14" fmla="*/ 551169 h 604313"/>
              <a:gd name="connsiteX15" fmla="*/ 400124 w 604886"/>
              <a:gd name="connsiteY15" fmla="*/ 348294 h 604313"/>
              <a:gd name="connsiteX16" fmla="*/ 403460 w 604886"/>
              <a:gd name="connsiteY16" fmla="*/ 310065 h 604313"/>
              <a:gd name="connsiteX17" fmla="*/ 361549 w 604886"/>
              <a:gd name="connsiteY17" fmla="*/ 243308 h 604313"/>
              <a:gd name="connsiteX18" fmla="*/ 316737 w 604886"/>
              <a:gd name="connsiteY18" fmla="*/ 210147 h 604313"/>
              <a:gd name="connsiteX19" fmla="*/ 306441 w 604886"/>
              <a:gd name="connsiteY19" fmla="*/ 178435 h 604313"/>
              <a:gd name="connsiteX20" fmla="*/ 320200 w 604886"/>
              <a:gd name="connsiteY20" fmla="*/ 166778 h 604313"/>
              <a:gd name="connsiteX21" fmla="*/ 411085 w 604886"/>
              <a:gd name="connsiteY21" fmla="*/ 1388 h 604313"/>
              <a:gd name="connsiteX22" fmla="*/ 458862 w 604886"/>
              <a:gd name="connsiteY22" fmla="*/ 4683 h 604313"/>
              <a:gd name="connsiteX23" fmla="*/ 546442 w 604886"/>
              <a:gd name="connsiteY23" fmla="*/ 58698 h 604313"/>
              <a:gd name="connsiteX24" fmla="*/ 585156 w 604886"/>
              <a:gd name="connsiteY24" fmla="*/ 230302 h 604313"/>
              <a:gd name="connsiteX25" fmla="*/ 511352 w 604886"/>
              <a:gd name="connsiteY25" fmla="*/ 304012 h 604313"/>
              <a:gd name="connsiteX26" fmla="*/ 477857 w 604886"/>
              <a:gd name="connsiteY26" fmla="*/ 304012 h 604313"/>
              <a:gd name="connsiteX27" fmla="*/ 477857 w 604886"/>
              <a:gd name="connsiteY27" fmla="*/ 270705 h 604313"/>
              <a:gd name="connsiteX28" fmla="*/ 551662 w 604886"/>
              <a:gd name="connsiteY28" fmla="*/ 196995 h 604313"/>
              <a:gd name="connsiteX29" fmla="*/ 513092 w 604886"/>
              <a:gd name="connsiteY29" fmla="*/ 92005 h 604313"/>
              <a:gd name="connsiteX30" fmla="*/ 446247 w 604886"/>
              <a:gd name="connsiteY30" fmla="*/ 50154 h 604313"/>
              <a:gd name="connsiteX31" fmla="*/ 407968 w 604886"/>
              <a:gd name="connsiteY31" fmla="*/ 53485 h 604313"/>
              <a:gd name="connsiteX32" fmla="*/ 204825 w 604886"/>
              <a:gd name="connsiteY32" fmla="*/ 256368 h 604313"/>
              <a:gd name="connsiteX33" fmla="*/ 201490 w 604886"/>
              <a:gd name="connsiteY33" fmla="*/ 294599 h 604313"/>
              <a:gd name="connsiteX34" fmla="*/ 243394 w 604886"/>
              <a:gd name="connsiteY34" fmla="*/ 361358 h 604313"/>
              <a:gd name="connsiteX35" fmla="*/ 288199 w 604886"/>
              <a:gd name="connsiteY35" fmla="*/ 394520 h 604313"/>
              <a:gd name="connsiteX36" fmla="*/ 298494 w 604886"/>
              <a:gd name="connsiteY36" fmla="*/ 426234 h 604313"/>
              <a:gd name="connsiteX37" fmla="*/ 277469 w 604886"/>
              <a:gd name="connsiteY37" fmla="*/ 438978 h 604313"/>
              <a:gd name="connsiteX38" fmla="*/ 266739 w 604886"/>
              <a:gd name="connsiteY38" fmla="*/ 436516 h 604313"/>
              <a:gd name="connsiteX39" fmla="*/ 210044 w 604886"/>
              <a:gd name="connsiteY39" fmla="*/ 394665 h 604313"/>
              <a:gd name="connsiteX40" fmla="*/ 155960 w 604886"/>
              <a:gd name="connsiteY40" fmla="*/ 307198 h 604313"/>
              <a:gd name="connsiteX41" fmla="*/ 171330 w 604886"/>
              <a:gd name="connsiteY41" fmla="*/ 223061 h 604313"/>
              <a:gd name="connsiteX42" fmla="*/ 374618 w 604886"/>
              <a:gd name="connsiteY42" fmla="*/ 20033 h 604313"/>
              <a:gd name="connsiteX43" fmla="*/ 411085 w 604886"/>
              <a:gd name="connsiteY43" fmla="*/ 1388 h 604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4886" h="604313">
                <a:moveTo>
                  <a:pt x="320200" y="166778"/>
                </a:moveTo>
                <a:cubicBezTo>
                  <a:pt x="325946" y="164931"/>
                  <a:pt x="332399" y="165257"/>
                  <a:pt x="338200" y="168153"/>
                </a:cubicBezTo>
                <a:cubicBezTo>
                  <a:pt x="358068" y="178290"/>
                  <a:pt x="377646" y="192771"/>
                  <a:pt x="394904" y="210003"/>
                </a:cubicBezTo>
                <a:cubicBezTo>
                  <a:pt x="421443" y="236358"/>
                  <a:pt x="440585" y="267491"/>
                  <a:pt x="448997" y="297466"/>
                </a:cubicBezTo>
                <a:cubicBezTo>
                  <a:pt x="458568" y="332075"/>
                  <a:pt x="453202" y="362050"/>
                  <a:pt x="433479" y="381599"/>
                </a:cubicBezTo>
                <a:lnTo>
                  <a:pt x="230304" y="584474"/>
                </a:lnTo>
                <a:cubicBezTo>
                  <a:pt x="216962" y="597942"/>
                  <a:pt x="198690" y="604313"/>
                  <a:pt x="177952" y="604313"/>
                </a:cubicBezTo>
                <a:cubicBezTo>
                  <a:pt x="140971" y="604313"/>
                  <a:pt x="96305" y="583750"/>
                  <a:pt x="58454" y="545956"/>
                </a:cubicBezTo>
                <a:cubicBezTo>
                  <a:pt x="-570" y="487019"/>
                  <a:pt x="-17537" y="411575"/>
                  <a:pt x="19733" y="374359"/>
                </a:cubicBezTo>
                <a:lnTo>
                  <a:pt x="93549" y="300652"/>
                </a:lnTo>
                <a:cubicBezTo>
                  <a:pt x="102831" y="291384"/>
                  <a:pt x="117768" y="291384"/>
                  <a:pt x="127049" y="300652"/>
                </a:cubicBezTo>
                <a:cubicBezTo>
                  <a:pt x="136186" y="309775"/>
                  <a:pt x="136186" y="324690"/>
                  <a:pt x="127049" y="333958"/>
                </a:cubicBezTo>
                <a:lnTo>
                  <a:pt x="53233" y="407665"/>
                </a:lnTo>
                <a:cubicBezTo>
                  <a:pt x="37426" y="423304"/>
                  <a:pt x="50623" y="471525"/>
                  <a:pt x="91809" y="512650"/>
                </a:cubicBezTo>
                <a:cubicBezTo>
                  <a:pt x="132995" y="553631"/>
                  <a:pt x="181287" y="566808"/>
                  <a:pt x="196950" y="551169"/>
                </a:cubicBezTo>
                <a:lnTo>
                  <a:pt x="400124" y="348294"/>
                </a:lnTo>
                <a:cubicBezTo>
                  <a:pt x="407085" y="341343"/>
                  <a:pt x="408246" y="327441"/>
                  <a:pt x="403460" y="310065"/>
                </a:cubicBezTo>
                <a:cubicBezTo>
                  <a:pt x="397369" y="288199"/>
                  <a:pt x="381997" y="263871"/>
                  <a:pt x="361549" y="243308"/>
                </a:cubicBezTo>
                <a:cubicBezTo>
                  <a:pt x="347627" y="229552"/>
                  <a:pt x="332254" y="218112"/>
                  <a:pt x="316737" y="210147"/>
                </a:cubicBezTo>
                <a:cubicBezTo>
                  <a:pt x="305135" y="204355"/>
                  <a:pt x="300495" y="190019"/>
                  <a:pt x="306441" y="178435"/>
                </a:cubicBezTo>
                <a:cubicBezTo>
                  <a:pt x="309414" y="172642"/>
                  <a:pt x="314453" y="168624"/>
                  <a:pt x="320200" y="166778"/>
                </a:cubicBezTo>
                <a:close/>
                <a:moveTo>
                  <a:pt x="411085" y="1388"/>
                </a:moveTo>
                <a:cubicBezTo>
                  <a:pt x="425368" y="-1219"/>
                  <a:pt x="441535" y="-169"/>
                  <a:pt x="458862" y="4683"/>
                </a:cubicBezTo>
                <a:cubicBezTo>
                  <a:pt x="488877" y="13082"/>
                  <a:pt x="519907" y="32197"/>
                  <a:pt x="546442" y="58698"/>
                </a:cubicBezTo>
                <a:cubicBezTo>
                  <a:pt x="605456" y="117637"/>
                  <a:pt x="622421" y="192940"/>
                  <a:pt x="585156" y="230302"/>
                </a:cubicBezTo>
                <a:lnTo>
                  <a:pt x="511352" y="304012"/>
                </a:lnTo>
                <a:cubicBezTo>
                  <a:pt x="502072" y="313135"/>
                  <a:pt x="487137" y="313135"/>
                  <a:pt x="477857" y="304012"/>
                </a:cubicBezTo>
                <a:cubicBezTo>
                  <a:pt x="468722" y="294744"/>
                  <a:pt x="468722" y="279828"/>
                  <a:pt x="477857" y="270705"/>
                </a:cubicBezTo>
                <a:lnTo>
                  <a:pt x="551662" y="196995"/>
                </a:lnTo>
                <a:cubicBezTo>
                  <a:pt x="567321" y="181355"/>
                  <a:pt x="554127" y="133132"/>
                  <a:pt x="513092" y="92005"/>
                </a:cubicBezTo>
                <a:cubicBezTo>
                  <a:pt x="492502" y="71586"/>
                  <a:pt x="468142" y="56236"/>
                  <a:pt x="446247" y="50154"/>
                </a:cubicBezTo>
                <a:cubicBezTo>
                  <a:pt x="428848" y="45230"/>
                  <a:pt x="414928" y="46534"/>
                  <a:pt x="407968" y="53485"/>
                </a:cubicBezTo>
                <a:lnTo>
                  <a:pt x="204825" y="256368"/>
                </a:lnTo>
                <a:cubicBezTo>
                  <a:pt x="197865" y="263319"/>
                  <a:pt x="196560" y="277221"/>
                  <a:pt x="201490" y="294599"/>
                </a:cubicBezTo>
                <a:cubicBezTo>
                  <a:pt x="207579" y="316466"/>
                  <a:pt x="222949" y="340795"/>
                  <a:pt x="243394" y="361358"/>
                </a:cubicBezTo>
                <a:cubicBezTo>
                  <a:pt x="257169" y="375115"/>
                  <a:pt x="272684" y="386556"/>
                  <a:pt x="288199" y="394520"/>
                </a:cubicBezTo>
                <a:cubicBezTo>
                  <a:pt x="299799" y="400313"/>
                  <a:pt x="304439" y="414505"/>
                  <a:pt x="298494" y="426234"/>
                </a:cubicBezTo>
                <a:cubicBezTo>
                  <a:pt x="294289" y="434344"/>
                  <a:pt x="286024" y="438978"/>
                  <a:pt x="277469" y="438978"/>
                </a:cubicBezTo>
                <a:cubicBezTo>
                  <a:pt x="273844" y="438978"/>
                  <a:pt x="270219" y="438254"/>
                  <a:pt x="266739" y="436516"/>
                </a:cubicBezTo>
                <a:cubicBezTo>
                  <a:pt x="246874" y="426379"/>
                  <a:pt x="227299" y="411898"/>
                  <a:pt x="210044" y="394665"/>
                </a:cubicBezTo>
                <a:cubicBezTo>
                  <a:pt x="183510" y="368164"/>
                  <a:pt x="164370" y="337174"/>
                  <a:pt x="155960" y="307198"/>
                </a:cubicBezTo>
                <a:cubicBezTo>
                  <a:pt x="146245" y="272587"/>
                  <a:pt x="151755" y="242611"/>
                  <a:pt x="171330" y="223061"/>
                </a:cubicBezTo>
                <a:lnTo>
                  <a:pt x="374618" y="20033"/>
                </a:lnTo>
                <a:cubicBezTo>
                  <a:pt x="384406" y="10258"/>
                  <a:pt x="396803" y="3995"/>
                  <a:pt x="411085" y="13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5" name="任意矩形：004">
            <a:extLst>
              <a:ext uri="{FF2B5EF4-FFF2-40B4-BE49-F238E27FC236}">
                <a16:creationId xmlns:a16="http://schemas.microsoft.com/office/drawing/2014/main" id="{0D1183C5-9ACA-483B-B122-7FA8B208BC89}"/>
              </a:ext>
            </a:extLst>
          </p:cNvPr>
          <p:cNvSpPr/>
          <p:nvPr/>
        </p:nvSpPr>
        <p:spPr>
          <a:xfrm rot="20700000">
            <a:off x="8713753" y="165825"/>
            <a:ext cx="374883" cy="282183"/>
          </a:xfrm>
          <a:custGeom>
            <a:avLst/>
            <a:gdLst>
              <a:gd name="T0" fmla="*/ 6845 w 7011"/>
              <a:gd name="T1" fmla="*/ 1345 h 5286"/>
              <a:gd name="T2" fmla="*/ 5180 w 7011"/>
              <a:gd name="T3" fmla="*/ 598 h 5286"/>
              <a:gd name="T4" fmla="*/ 5179 w 7011"/>
              <a:gd name="T5" fmla="*/ 598 h 5286"/>
              <a:gd name="T6" fmla="*/ 3505 w 7011"/>
              <a:gd name="T7" fmla="*/ 0 h 5286"/>
              <a:gd name="T8" fmla="*/ 907 w 7011"/>
              <a:gd name="T9" fmla="*/ 2166 h 5286"/>
              <a:gd name="T10" fmla="*/ 167 w 7011"/>
              <a:gd name="T11" fmla="*/ 3741 h 5286"/>
              <a:gd name="T12" fmla="*/ 1605 w 7011"/>
              <a:gd name="T13" fmla="*/ 4477 h 5286"/>
              <a:gd name="T14" fmla="*/ 3505 w 7011"/>
              <a:gd name="T15" fmla="*/ 5286 h 5286"/>
              <a:gd name="T16" fmla="*/ 6136 w 7011"/>
              <a:gd name="T17" fmla="*/ 2888 h 5286"/>
              <a:gd name="T18" fmla="*/ 6845 w 7011"/>
              <a:gd name="T19" fmla="*/ 1345 h 5286"/>
              <a:gd name="T20" fmla="*/ 521 w 7011"/>
              <a:gd name="T21" fmla="*/ 3613 h 5286"/>
              <a:gd name="T22" fmla="*/ 865 w 7011"/>
              <a:gd name="T23" fmla="*/ 2729 h 5286"/>
              <a:gd name="T24" fmla="*/ 1279 w 7011"/>
              <a:gd name="T25" fmla="*/ 4061 h 5286"/>
              <a:gd name="T26" fmla="*/ 521 w 7011"/>
              <a:gd name="T27" fmla="*/ 3613 h 5286"/>
              <a:gd name="T28" fmla="*/ 3507 w 7011"/>
              <a:gd name="T29" fmla="*/ 4909 h 5286"/>
              <a:gd name="T30" fmla="*/ 2171 w 7011"/>
              <a:gd name="T31" fmla="*/ 4472 h 5286"/>
              <a:gd name="T32" fmla="*/ 4051 w 7011"/>
              <a:gd name="T33" fmla="*/ 4060 h 5286"/>
              <a:gd name="T34" fmla="*/ 5695 w 7011"/>
              <a:gd name="T35" fmla="*/ 3233 h 5286"/>
              <a:gd name="T36" fmla="*/ 3507 w 7011"/>
              <a:gd name="T37" fmla="*/ 4909 h 5286"/>
              <a:gd name="T38" fmla="*/ 5772 w 7011"/>
              <a:gd name="T39" fmla="*/ 2705 h 5286"/>
              <a:gd name="T40" fmla="*/ 3924 w 7011"/>
              <a:gd name="T41" fmla="*/ 3706 h 5286"/>
              <a:gd name="T42" fmla="*/ 1779 w 7011"/>
              <a:gd name="T43" fmla="*/ 4108 h 5286"/>
              <a:gd name="T44" fmla="*/ 1240 w 7011"/>
              <a:gd name="T45" fmla="*/ 2642 h 5286"/>
              <a:gd name="T46" fmla="*/ 3507 w 7011"/>
              <a:gd name="T47" fmla="*/ 376 h 5286"/>
              <a:gd name="T48" fmla="*/ 5773 w 7011"/>
              <a:gd name="T49" fmla="*/ 2642 h 5286"/>
              <a:gd name="T50" fmla="*/ 5772 w 7011"/>
              <a:gd name="T51" fmla="*/ 2705 h 5286"/>
              <a:gd name="T52" fmla="*/ 6133 w 7011"/>
              <a:gd name="T53" fmla="*/ 2364 h 5286"/>
              <a:gd name="T54" fmla="*/ 5571 w 7011"/>
              <a:gd name="T55" fmla="*/ 996 h 5286"/>
              <a:gd name="T56" fmla="*/ 6491 w 7011"/>
              <a:gd name="T57" fmla="*/ 1472 h 5286"/>
              <a:gd name="T58" fmla="*/ 6133 w 7011"/>
              <a:gd name="T59" fmla="*/ 2364 h 5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011" h="5286">
                <a:moveTo>
                  <a:pt x="6845" y="1345"/>
                </a:moveTo>
                <a:cubicBezTo>
                  <a:pt x="6672" y="864"/>
                  <a:pt x="6081" y="598"/>
                  <a:pt x="5180" y="598"/>
                </a:cubicBezTo>
                <a:lnTo>
                  <a:pt x="5179" y="598"/>
                </a:lnTo>
                <a:cubicBezTo>
                  <a:pt x="4723" y="225"/>
                  <a:pt x="4140" y="0"/>
                  <a:pt x="3505" y="0"/>
                </a:cubicBezTo>
                <a:cubicBezTo>
                  <a:pt x="2212" y="0"/>
                  <a:pt x="1132" y="936"/>
                  <a:pt x="907" y="2166"/>
                </a:cubicBezTo>
                <a:cubicBezTo>
                  <a:pt x="264" y="2720"/>
                  <a:pt x="0" y="3278"/>
                  <a:pt x="167" y="3741"/>
                </a:cubicBezTo>
                <a:cubicBezTo>
                  <a:pt x="325" y="4184"/>
                  <a:pt x="863" y="4433"/>
                  <a:pt x="1605" y="4477"/>
                </a:cubicBezTo>
                <a:cubicBezTo>
                  <a:pt x="2087" y="4976"/>
                  <a:pt x="2760" y="5286"/>
                  <a:pt x="3505" y="5286"/>
                </a:cubicBezTo>
                <a:cubicBezTo>
                  <a:pt x="4880" y="5286"/>
                  <a:pt x="6012" y="4232"/>
                  <a:pt x="6136" y="2888"/>
                </a:cubicBezTo>
                <a:cubicBezTo>
                  <a:pt x="6728" y="2364"/>
                  <a:pt x="7011" y="1804"/>
                  <a:pt x="6845" y="1345"/>
                </a:cubicBezTo>
                <a:close/>
                <a:moveTo>
                  <a:pt x="521" y="3613"/>
                </a:moveTo>
                <a:cubicBezTo>
                  <a:pt x="437" y="3380"/>
                  <a:pt x="565" y="3064"/>
                  <a:pt x="865" y="2729"/>
                </a:cubicBezTo>
                <a:cubicBezTo>
                  <a:pt x="881" y="3218"/>
                  <a:pt x="1031" y="3673"/>
                  <a:pt x="1279" y="4061"/>
                </a:cubicBezTo>
                <a:cubicBezTo>
                  <a:pt x="871" y="3988"/>
                  <a:pt x="599" y="3830"/>
                  <a:pt x="521" y="3613"/>
                </a:cubicBezTo>
                <a:close/>
                <a:moveTo>
                  <a:pt x="3507" y="4909"/>
                </a:moveTo>
                <a:cubicBezTo>
                  <a:pt x="3008" y="4909"/>
                  <a:pt x="2545" y="4746"/>
                  <a:pt x="2171" y="4472"/>
                </a:cubicBezTo>
                <a:cubicBezTo>
                  <a:pt x="2740" y="4434"/>
                  <a:pt x="3384" y="4300"/>
                  <a:pt x="4051" y="4060"/>
                </a:cubicBezTo>
                <a:cubicBezTo>
                  <a:pt x="4684" y="3833"/>
                  <a:pt x="5243" y="3546"/>
                  <a:pt x="5695" y="3233"/>
                </a:cubicBezTo>
                <a:cubicBezTo>
                  <a:pt x="5433" y="4197"/>
                  <a:pt x="4552" y="4909"/>
                  <a:pt x="3507" y="4909"/>
                </a:cubicBezTo>
                <a:close/>
                <a:moveTo>
                  <a:pt x="5772" y="2705"/>
                </a:moveTo>
                <a:cubicBezTo>
                  <a:pt x="5328" y="3068"/>
                  <a:pt x="4700" y="3428"/>
                  <a:pt x="3924" y="3706"/>
                </a:cubicBezTo>
                <a:cubicBezTo>
                  <a:pt x="3111" y="3998"/>
                  <a:pt x="2365" y="4117"/>
                  <a:pt x="1779" y="4108"/>
                </a:cubicBezTo>
                <a:cubicBezTo>
                  <a:pt x="1443" y="3712"/>
                  <a:pt x="1240" y="3201"/>
                  <a:pt x="1240" y="2642"/>
                </a:cubicBezTo>
                <a:cubicBezTo>
                  <a:pt x="1240" y="1393"/>
                  <a:pt x="2256" y="376"/>
                  <a:pt x="3507" y="376"/>
                </a:cubicBezTo>
                <a:cubicBezTo>
                  <a:pt x="4756" y="376"/>
                  <a:pt x="5773" y="1393"/>
                  <a:pt x="5773" y="2642"/>
                </a:cubicBezTo>
                <a:cubicBezTo>
                  <a:pt x="5773" y="2664"/>
                  <a:pt x="5772" y="2684"/>
                  <a:pt x="5772" y="2705"/>
                </a:cubicBezTo>
                <a:close/>
                <a:moveTo>
                  <a:pt x="6133" y="2364"/>
                </a:moveTo>
                <a:cubicBezTo>
                  <a:pt x="6079" y="1849"/>
                  <a:pt x="5877" y="1380"/>
                  <a:pt x="5571" y="996"/>
                </a:cubicBezTo>
                <a:cubicBezTo>
                  <a:pt x="6067" y="1053"/>
                  <a:pt x="6401" y="1221"/>
                  <a:pt x="6491" y="1472"/>
                </a:cubicBezTo>
                <a:cubicBezTo>
                  <a:pt x="6573" y="1704"/>
                  <a:pt x="6443" y="2024"/>
                  <a:pt x="6133" y="23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6" name="任意矩形：005">
            <a:extLst>
              <a:ext uri="{FF2B5EF4-FFF2-40B4-BE49-F238E27FC236}">
                <a16:creationId xmlns:a16="http://schemas.microsoft.com/office/drawing/2014/main" id="{9565218B-3267-460B-AD52-593FDF6D1AC1}"/>
              </a:ext>
            </a:extLst>
          </p:cNvPr>
          <p:cNvSpPr/>
          <p:nvPr/>
        </p:nvSpPr>
        <p:spPr>
          <a:xfrm>
            <a:off x="10220412" y="156493"/>
            <a:ext cx="300707" cy="300847"/>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88862 h 440259"/>
              <a:gd name="T85" fmla="*/ 88862 h 440259"/>
              <a:gd name="T86" fmla="*/ 278945 h 440259"/>
              <a:gd name="T8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95" h="6508">
                <a:moveTo>
                  <a:pt x="6495" y="203"/>
                </a:moveTo>
                <a:lnTo>
                  <a:pt x="6495" y="197"/>
                </a:lnTo>
                <a:cubicBezTo>
                  <a:pt x="6495" y="193"/>
                  <a:pt x="6493" y="191"/>
                  <a:pt x="6493" y="187"/>
                </a:cubicBezTo>
                <a:cubicBezTo>
                  <a:pt x="6493" y="184"/>
                  <a:pt x="6493" y="181"/>
                  <a:pt x="6492" y="179"/>
                </a:cubicBezTo>
                <a:cubicBezTo>
                  <a:pt x="6492" y="176"/>
                  <a:pt x="6491" y="173"/>
                  <a:pt x="6491" y="172"/>
                </a:cubicBezTo>
                <a:cubicBezTo>
                  <a:pt x="6489" y="169"/>
                  <a:pt x="6489" y="165"/>
                  <a:pt x="6488" y="163"/>
                </a:cubicBezTo>
                <a:cubicBezTo>
                  <a:pt x="6488" y="161"/>
                  <a:pt x="6487" y="160"/>
                  <a:pt x="6487" y="157"/>
                </a:cubicBezTo>
                <a:lnTo>
                  <a:pt x="6483" y="145"/>
                </a:lnTo>
                <a:cubicBezTo>
                  <a:pt x="6483" y="144"/>
                  <a:pt x="6481" y="144"/>
                  <a:pt x="6481" y="143"/>
                </a:cubicBezTo>
                <a:cubicBezTo>
                  <a:pt x="6480" y="139"/>
                  <a:pt x="6477" y="133"/>
                  <a:pt x="6475" y="129"/>
                </a:cubicBezTo>
                <a:cubicBezTo>
                  <a:pt x="6475" y="128"/>
                  <a:pt x="6473" y="127"/>
                  <a:pt x="6473" y="127"/>
                </a:cubicBezTo>
                <a:cubicBezTo>
                  <a:pt x="6471" y="123"/>
                  <a:pt x="6469" y="119"/>
                  <a:pt x="6467" y="115"/>
                </a:cubicBezTo>
                <a:cubicBezTo>
                  <a:pt x="6457" y="101"/>
                  <a:pt x="6447" y="89"/>
                  <a:pt x="6435" y="79"/>
                </a:cubicBezTo>
                <a:cubicBezTo>
                  <a:pt x="6385" y="23"/>
                  <a:pt x="6304" y="0"/>
                  <a:pt x="6231" y="31"/>
                </a:cubicBezTo>
                <a:lnTo>
                  <a:pt x="112" y="2559"/>
                </a:lnTo>
                <a:cubicBezTo>
                  <a:pt x="111" y="2560"/>
                  <a:pt x="108" y="2560"/>
                  <a:pt x="107" y="2561"/>
                </a:cubicBezTo>
                <a:cubicBezTo>
                  <a:pt x="103" y="2563"/>
                  <a:pt x="100" y="2564"/>
                  <a:pt x="96" y="2567"/>
                </a:cubicBezTo>
                <a:lnTo>
                  <a:pt x="88" y="2571"/>
                </a:lnTo>
                <a:cubicBezTo>
                  <a:pt x="85" y="2572"/>
                  <a:pt x="83" y="2573"/>
                  <a:pt x="80" y="2576"/>
                </a:cubicBezTo>
                <a:cubicBezTo>
                  <a:pt x="77" y="2577"/>
                  <a:pt x="75" y="2580"/>
                  <a:pt x="72" y="2581"/>
                </a:cubicBezTo>
                <a:cubicBezTo>
                  <a:pt x="69" y="2583"/>
                  <a:pt x="68" y="2584"/>
                  <a:pt x="65" y="2587"/>
                </a:cubicBezTo>
                <a:cubicBezTo>
                  <a:pt x="63" y="2588"/>
                  <a:pt x="61" y="2591"/>
                  <a:pt x="59" y="2593"/>
                </a:cubicBezTo>
                <a:cubicBezTo>
                  <a:pt x="56" y="2595"/>
                  <a:pt x="55" y="2597"/>
                  <a:pt x="52" y="2599"/>
                </a:cubicBezTo>
                <a:lnTo>
                  <a:pt x="45" y="2605"/>
                </a:lnTo>
                <a:cubicBezTo>
                  <a:pt x="44" y="2608"/>
                  <a:pt x="41" y="2609"/>
                  <a:pt x="40" y="2612"/>
                </a:cubicBezTo>
                <a:cubicBezTo>
                  <a:pt x="39" y="2615"/>
                  <a:pt x="36" y="2617"/>
                  <a:pt x="35" y="2619"/>
                </a:cubicBezTo>
                <a:cubicBezTo>
                  <a:pt x="33" y="2621"/>
                  <a:pt x="31" y="2623"/>
                  <a:pt x="29" y="2625"/>
                </a:cubicBezTo>
                <a:cubicBezTo>
                  <a:pt x="28" y="2628"/>
                  <a:pt x="25" y="2631"/>
                  <a:pt x="24" y="2633"/>
                </a:cubicBezTo>
                <a:cubicBezTo>
                  <a:pt x="23" y="2636"/>
                  <a:pt x="21" y="2637"/>
                  <a:pt x="20" y="2640"/>
                </a:cubicBezTo>
                <a:cubicBezTo>
                  <a:pt x="17" y="2644"/>
                  <a:pt x="16" y="2648"/>
                  <a:pt x="15" y="2652"/>
                </a:cubicBezTo>
                <a:cubicBezTo>
                  <a:pt x="15" y="2653"/>
                  <a:pt x="13" y="2655"/>
                  <a:pt x="12" y="2656"/>
                </a:cubicBezTo>
                <a:lnTo>
                  <a:pt x="12" y="2656"/>
                </a:lnTo>
                <a:cubicBezTo>
                  <a:pt x="9" y="2661"/>
                  <a:pt x="8" y="2667"/>
                  <a:pt x="7" y="2672"/>
                </a:cubicBezTo>
                <a:lnTo>
                  <a:pt x="7" y="2673"/>
                </a:lnTo>
                <a:cubicBezTo>
                  <a:pt x="5" y="2679"/>
                  <a:pt x="4" y="2684"/>
                  <a:pt x="3" y="2691"/>
                </a:cubicBezTo>
                <a:cubicBezTo>
                  <a:pt x="3" y="2693"/>
                  <a:pt x="1" y="2696"/>
                  <a:pt x="1" y="2699"/>
                </a:cubicBezTo>
                <a:cubicBezTo>
                  <a:pt x="1" y="2701"/>
                  <a:pt x="0" y="2705"/>
                  <a:pt x="0" y="2708"/>
                </a:cubicBezTo>
                <a:lnTo>
                  <a:pt x="0" y="2716"/>
                </a:lnTo>
                <a:lnTo>
                  <a:pt x="0" y="2725"/>
                </a:lnTo>
                <a:lnTo>
                  <a:pt x="0" y="2733"/>
                </a:lnTo>
                <a:lnTo>
                  <a:pt x="0" y="2743"/>
                </a:lnTo>
                <a:cubicBezTo>
                  <a:pt x="0" y="2745"/>
                  <a:pt x="1" y="2748"/>
                  <a:pt x="1" y="2749"/>
                </a:cubicBezTo>
                <a:cubicBezTo>
                  <a:pt x="1" y="2753"/>
                  <a:pt x="3" y="2756"/>
                  <a:pt x="3" y="2760"/>
                </a:cubicBezTo>
                <a:cubicBezTo>
                  <a:pt x="4" y="2764"/>
                  <a:pt x="4" y="2768"/>
                  <a:pt x="5" y="2772"/>
                </a:cubicBezTo>
                <a:cubicBezTo>
                  <a:pt x="7" y="2775"/>
                  <a:pt x="7" y="2777"/>
                  <a:pt x="8" y="2780"/>
                </a:cubicBezTo>
                <a:cubicBezTo>
                  <a:pt x="9" y="2784"/>
                  <a:pt x="11" y="2789"/>
                  <a:pt x="13" y="2793"/>
                </a:cubicBezTo>
                <a:lnTo>
                  <a:pt x="13" y="2793"/>
                </a:lnTo>
                <a:cubicBezTo>
                  <a:pt x="15" y="2799"/>
                  <a:pt x="17" y="2803"/>
                  <a:pt x="20" y="2807"/>
                </a:cubicBezTo>
                <a:cubicBezTo>
                  <a:pt x="20" y="2808"/>
                  <a:pt x="21" y="2809"/>
                  <a:pt x="21" y="2809"/>
                </a:cubicBezTo>
                <a:cubicBezTo>
                  <a:pt x="23" y="2813"/>
                  <a:pt x="25" y="2816"/>
                  <a:pt x="28" y="2820"/>
                </a:cubicBezTo>
                <a:cubicBezTo>
                  <a:pt x="29" y="2821"/>
                  <a:pt x="29" y="2823"/>
                  <a:pt x="31" y="2824"/>
                </a:cubicBezTo>
                <a:cubicBezTo>
                  <a:pt x="33" y="2828"/>
                  <a:pt x="35" y="2831"/>
                  <a:pt x="37" y="2833"/>
                </a:cubicBezTo>
                <a:cubicBezTo>
                  <a:pt x="39" y="2835"/>
                  <a:pt x="39" y="2836"/>
                  <a:pt x="40" y="2836"/>
                </a:cubicBezTo>
                <a:cubicBezTo>
                  <a:pt x="44" y="2840"/>
                  <a:pt x="47" y="2844"/>
                  <a:pt x="51" y="2848"/>
                </a:cubicBezTo>
                <a:lnTo>
                  <a:pt x="51" y="2848"/>
                </a:lnTo>
                <a:cubicBezTo>
                  <a:pt x="55" y="2852"/>
                  <a:pt x="59" y="2855"/>
                  <a:pt x="63" y="2859"/>
                </a:cubicBezTo>
                <a:cubicBezTo>
                  <a:pt x="64" y="2860"/>
                  <a:pt x="65" y="2861"/>
                  <a:pt x="67" y="2861"/>
                </a:cubicBezTo>
                <a:cubicBezTo>
                  <a:pt x="69" y="2864"/>
                  <a:pt x="73" y="2867"/>
                  <a:pt x="76" y="2868"/>
                </a:cubicBezTo>
                <a:cubicBezTo>
                  <a:pt x="77" y="2869"/>
                  <a:pt x="79" y="2869"/>
                  <a:pt x="80" y="2871"/>
                </a:cubicBezTo>
                <a:cubicBezTo>
                  <a:pt x="84" y="2873"/>
                  <a:pt x="89" y="2876"/>
                  <a:pt x="93" y="2879"/>
                </a:cubicBezTo>
                <a:cubicBezTo>
                  <a:pt x="95" y="2879"/>
                  <a:pt x="95" y="2880"/>
                  <a:pt x="96" y="2880"/>
                </a:cubicBezTo>
                <a:cubicBezTo>
                  <a:pt x="100" y="2883"/>
                  <a:pt x="104" y="2884"/>
                  <a:pt x="109" y="2887"/>
                </a:cubicBezTo>
                <a:cubicBezTo>
                  <a:pt x="111" y="2887"/>
                  <a:pt x="111" y="2888"/>
                  <a:pt x="112" y="2888"/>
                </a:cubicBezTo>
                <a:lnTo>
                  <a:pt x="2579" y="3933"/>
                </a:lnTo>
                <a:lnTo>
                  <a:pt x="3624" y="6400"/>
                </a:lnTo>
                <a:cubicBezTo>
                  <a:pt x="3625" y="6405"/>
                  <a:pt x="3628" y="6409"/>
                  <a:pt x="3631" y="6413"/>
                </a:cubicBezTo>
                <a:cubicBezTo>
                  <a:pt x="3631" y="6415"/>
                  <a:pt x="3632" y="6416"/>
                  <a:pt x="3632" y="6416"/>
                </a:cubicBezTo>
                <a:cubicBezTo>
                  <a:pt x="3635" y="6420"/>
                  <a:pt x="3636" y="6423"/>
                  <a:pt x="3639" y="6427"/>
                </a:cubicBezTo>
                <a:cubicBezTo>
                  <a:pt x="3640" y="6428"/>
                  <a:pt x="3640" y="6429"/>
                  <a:pt x="3641" y="6431"/>
                </a:cubicBezTo>
                <a:cubicBezTo>
                  <a:pt x="3644" y="6435"/>
                  <a:pt x="3647" y="6437"/>
                  <a:pt x="3648" y="6440"/>
                </a:cubicBezTo>
                <a:cubicBezTo>
                  <a:pt x="3649" y="6441"/>
                  <a:pt x="3649" y="6443"/>
                  <a:pt x="3651" y="6443"/>
                </a:cubicBezTo>
                <a:cubicBezTo>
                  <a:pt x="3655" y="6447"/>
                  <a:pt x="3657" y="6451"/>
                  <a:pt x="3661" y="6455"/>
                </a:cubicBezTo>
                <a:lnTo>
                  <a:pt x="3663" y="6456"/>
                </a:lnTo>
                <a:cubicBezTo>
                  <a:pt x="3667" y="6459"/>
                  <a:pt x="3669" y="6463"/>
                  <a:pt x="3673" y="6465"/>
                </a:cubicBezTo>
                <a:cubicBezTo>
                  <a:pt x="3675" y="6467"/>
                  <a:pt x="3676" y="6468"/>
                  <a:pt x="3677" y="6468"/>
                </a:cubicBezTo>
                <a:cubicBezTo>
                  <a:pt x="3680" y="6471"/>
                  <a:pt x="3684" y="6473"/>
                  <a:pt x="3687" y="6475"/>
                </a:cubicBezTo>
                <a:cubicBezTo>
                  <a:pt x="3688" y="6476"/>
                  <a:pt x="3689" y="6476"/>
                  <a:pt x="3691" y="6477"/>
                </a:cubicBezTo>
                <a:cubicBezTo>
                  <a:pt x="3695" y="6480"/>
                  <a:pt x="3700" y="6483"/>
                  <a:pt x="3704" y="6485"/>
                </a:cubicBezTo>
                <a:cubicBezTo>
                  <a:pt x="3705" y="6485"/>
                  <a:pt x="3707" y="6487"/>
                  <a:pt x="3707" y="6487"/>
                </a:cubicBezTo>
                <a:cubicBezTo>
                  <a:pt x="3711" y="6489"/>
                  <a:pt x="3715" y="6491"/>
                  <a:pt x="3719" y="6492"/>
                </a:cubicBezTo>
                <a:cubicBezTo>
                  <a:pt x="3720" y="6492"/>
                  <a:pt x="3720" y="6493"/>
                  <a:pt x="3721" y="6493"/>
                </a:cubicBezTo>
                <a:cubicBezTo>
                  <a:pt x="3721" y="6493"/>
                  <a:pt x="3723" y="6493"/>
                  <a:pt x="3723" y="6495"/>
                </a:cubicBezTo>
                <a:cubicBezTo>
                  <a:pt x="3727" y="6496"/>
                  <a:pt x="3732" y="6499"/>
                  <a:pt x="3736" y="6500"/>
                </a:cubicBezTo>
                <a:lnTo>
                  <a:pt x="3737" y="6500"/>
                </a:lnTo>
                <a:cubicBezTo>
                  <a:pt x="3743" y="6501"/>
                  <a:pt x="3747" y="6503"/>
                  <a:pt x="3752" y="6504"/>
                </a:cubicBezTo>
                <a:cubicBezTo>
                  <a:pt x="3753" y="6504"/>
                  <a:pt x="3756" y="6504"/>
                  <a:pt x="3757" y="6505"/>
                </a:cubicBezTo>
                <a:cubicBezTo>
                  <a:pt x="3761" y="6505"/>
                  <a:pt x="3764" y="6507"/>
                  <a:pt x="3768" y="6507"/>
                </a:cubicBezTo>
                <a:lnTo>
                  <a:pt x="3773" y="6507"/>
                </a:lnTo>
                <a:cubicBezTo>
                  <a:pt x="3779" y="6507"/>
                  <a:pt x="3783" y="6508"/>
                  <a:pt x="3788" y="6508"/>
                </a:cubicBezTo>
                <a:lnTo>
                  <a:pt x="3788" y="6508"/>
                </a:lnTo>
                <a:lnTo>
                  <a:pt x="3788" y="6508"/>
                </a:lnTo>
                <a:lnTo>
                  <a:pt x="3788" y="6508"/>
                </a:lnTo>
                <a:lnTo>
                  <a:pt x="3788" y="6508"/>
                </a:lnTo>
                <a:cubicBezTo>
                  <a:pt x="3793" y="6508"/>
                  <a:pt x="3799" y="6508"/>
                  <a:pt x="3803" y="6507"/>
                </a:cubicBezTo>
                <a:lnTo>
                  <a:pt x="3808" y="6507"/>
                </a:lnTo>
                <a:cubicBezTo>
                  <a:pt x="3812" y="6507"/>
                  <a:pt x="3816" y="6505"/>
                  <a:pt x="3819" y="6505"/>
                </a:cubicBezTo>
                <a:cubicBezTo>
                  <a:pt x="3820" y="6505"/>
                  <a:pt x="3823" y="6505"/>
                  <a:pt x="3824" y="6504"/>
                </a:cubicBezTo>
                <a:cubicBezTo>
                  <a:pt x="3829" y="6503"/>
                  <a:pt x="3835" y="6501"/>
                  <a:pt x="3839" y="6500"/>
                </a:cubicBezTo>
                <a:cubicBezTo>
                  <a:pt x="3840" y="6500"/>
                  <a:pt x="3840" y="6500"/>
                  <a:pt x="3841" y="6499"/>
                </a:cubicBezTo>
                <a:cubicBezTo>
                  <a:pt x="3845" y="6497"/>
                  <a:pt x="3851" y="6496"/>
                  <a:pt x="3855" y="6493"/>
                </a:cubicBezTo>
                <a:cubicBezTo>
                  <a:pt x="3856" y="6493"/>
                  <a:pt x="3856" y="6493"/>
                  <a:pt x="3857" y="6492"/>
                </a:cubicBezTo>
                <a:cubicBezTo>
                  <a:pt x="3859" y="6492"/>
                  <a:pt x="3859" y="6491"/>
                  <a:pt x="3860" y="6491"/>
                </a:cubicBezTo>
                <a:cubicBezTo>
                  <a:pt x="3864" y="6489"/>
                  <a:pt x="3868" y="6487"/>
                  <a:pt x="3872" y="6484"/>
                </a:cubicBezTo>
                <a:cubicBezTo>
                  <a:pt x="3873" y="6484"/>
                  <a:pt x="3873" y="6483"/>
                  <a:pt x="3875" y="6483"/>
                </a:cubicBezTo>
                <a:cubicBezTo>
                  <a:pt x="3879" y="6480"/>
                  <a:pt x="3884" y="6477"/>
                  <a:pt x="3888" y="6475"/>
                </a:cubicBezTo>
                <a:cubicBezTo>
                  <a:pt x="3889" y="6473"/>
                  <a:pt x="3891" y="6473"/>
                  <a:pt x="3892" y="6472"/>
                </a:cubicBezTo>
                <a:cubicBezTo>
                  <a:pt x="3895" y="6469"/>
                  <a:pt x="3899" y="6468"/>
                  <a:pt x="3901" y="6465"/>
                </a:cubicBezTo>
                <a:cubicBezTo>
                  <a:pt x="3903" y="6464"/>
                  <a:pt x="3904" y="6463"/>
                  <a:pt x="3905" y="6463"/>
                </a:cubicBezTo>
                <a:cubicBezTo>
                  <a:pt x="3909" y="6459"/>
                  <a:pt x="3913" y="6456"/>
                  <a:pt x="3916" y="6452"/>
                </a:cubicBezTo>
                <a:lnTo>
                  <a:pt x="3916" y="6452"/>
                </a:lnTo>
                <a:cubicBezTo>
                  <a:pt x="3920" y="6448"/>
                  <a:pt x="3923" y="6444"/>
                  <a:pt x="3927" y="6440"/>
                </a:cubicBezTo>
                <a:cubicBezTo>
                  <a:pt x="3928" y="6439"/>
                  <a:pt x="3928" y="6437"/>
                  <a:pt x="3929" y="6436"/>
                </a:cubicBezTo>
                <a:cubicBezTo>
                  <a:pt x="3932" y="6433"/>
                  <a:pt x="3935" y="6429"/>
                  <a:pt x="3936" y="6427"/>
                </a:cubicBezTo>
                <a:cubicBezTo>
                  <a:pt x="3937" y="6425"/>
                  <a:pt x="3937" y="6424"/>
                  <a:pt x="3939" y="6423"/>
                </a:cubicBezTo>
                <a:cubicBezTo>
                  <a:pt x="3941" y="6419"/>
                  <a:pt x="3943" y="6416"/>
                  <a:pt x="3945" y="6412"/>
                </a:cubicBezTo>
                <a:cubicBezTo>
                  <a:pt x="3945" y="6411"/>
                  <a:pt x="3947" y="6409"/>
                  <a:pt x="3947" y="6409"/>
                </a:cubicBezTo>
                <a:cubicBezTo>
                  <a:pt x="3949" y="6405"/>
                  <a:pt x="3951" y="6400"/>
                  <a:pt x="3953" y="6396"/>
                </a:cubicBezTo>
                <a:lnTo>
                  <a:pt x="6481" y="284"/>
                </a:lnTo>
                <a:cubicBezTo>
                  <a:pt x="6485" y="273"/>
                  <a:pt x="6489" y="261"/>
                  <a:pt x="6492" y="249"/>
                </a:cubicBezTo>
                <a:cubicBezTo>
                  <a:pt x="6493" y="245"/>
                  <a:pt x="6493" y="240"/>
                  <a:pt x="6493" y="236"/>
                </a:cubicBezTo>
                <a:lnTo>
                  <a:pt x="6493" y="232"/>
                </a:lnTo>
                <a:cubicBezTo>
                  <a:pt x="6493" y="227"/>
                  <a:pt x="6493" y="223"/>
                  <a:pt x="6495" y="217"/>
                </a:cubicBezTo>
                <a:lnTo>
                  <a:pt x="6495" y="215"/>
                </a:lnTo>
                <a:lnTo>
                  <a:pt x="6495" y="203"/>
                </a:lnTo>
                <a:close/>
                <a:moveTo>
                  <a:pt x="648" y="2727"/>
                </a:moveTo>
                <a:lnTo>
                  <a:pt x="5589" y="687"/>
                </a:lnTo>
                <a:lnTo>
                  <a:pt x="2685" y="3589"/>
                </a:lnTo>
                <a:lnTo>
                  <a:pt x="648" y="2727"/>
                </a:lnTo>
                <a:close/>
                <a:moveTo>
                  <a:pt x="3787" y="5865"/>
                </a:moveTo>
                <a:lnTo>
                  <a:pt x="2933" y="3851"/>
                </a:lnTo>
                <a:lnTo>
                  <a:pt x="5804" y="981"/>
                </a:lnTo>
                <a:lnTo>
                  <a:pt x="3787" y="58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7" name="任意矩形：006">
            <a:extLst>
              <a:ext uri="{FF2B5EF4-FFF2-40B4-BE49-F238E27FC236}">
                <a16:creationId xmlns:a16="http://schemas.microsoft.com/office/drawing/2014/main" id="{462D96FC-5673-4006-9447-4D02447D230C}"/>
              </a:ext>
            </a:extLst>
          </p:cNvPr>
          <p:cNvSpPr/>
          <p:nvPr/>
        </p:nvSpPr>
        <p:spPr>
          <a:xfrm>
            <a:off x="11425983" y="167450"/>
            <a:ext cx="303581" cy="278932"/>
          </a:xfrm>
          <a:custGeom>
            <a:avLst/>
            <a:gdLst>
              <a:gd name="T0" fmla="*/ 11834 w 13933"/>
              <a:gd name="T1" fmla="*/ 1094 h 12800"/>
              <a:gd name="T2" fmla="*/ 10384 w 13933"/>
              <a:gd name="T3" fmla="*/ 1094 h 12800"/>
              <a:gd name="T4" fmla="*/ 10384 w 13933"/>
              <a:gd name="T5" fmla="*/ 315 h 12800"/>
              <a:gd name="T6" fmla="*/ 10069 w 13933"/>
              <a:gd name="T7" fmla="*/ 0 h 12800"/>
              <a:gd name="T8" fmla="*/ 9754 w 13933"/>
              <a:gd name="T9" fmla="*/ 315 h 12800"/>
              <a:gd name="T10" fmla="*/ 9754 w 13933"/>
              <a:gd name="T11" fmla="*/ 1094 h 12800"/>
              <a:gd name="T12" fmla="*/ 4056 w 13933"/>
              <a:gd name="T13" fmla="*/ 1094 h 12800"/>
              <a:gd name="T14" fmla="*/ 4056 w 13933"/>
              <a:gd name="T15" fmla="*/ 315 h 12800"/>
              <a:gd name="T16" fmla="*/ 3741 w 13933"/>
              <a:gd name="T17" fmla="*/ 0 h 12800"/>
              <a:gd name="T18" fmla="*/ 3426 w 13933"/>
              <a:gd name="T19" fmla="*/ 315 h 12800"/>
              <a:gd name="T20" fmla="*/ 3426 w 13933"/>
              <a:gd name="T21" fmla="*/ 1094 h 12800"/>
              <a:gd name="T22" fmla="*/ 2099 w 13933"/>
              <a:gd name="T23" fmla="*/ 1094 h 12800"/>
              <a:gd name="T24" fmla="*/ 0 w 13933"/>
              <a:gd name="T25" fmla="*/ 3193 h 12800"/>
              <a:gd name="T26" fmla="*/ 0 w 13933"/>
              <a:gd name="T27" fmla="*/ 10701 h 12800"/>
              <a:gd name="T28" fmla="*/ 2099 w 13933"/>
              <a:gd name="T29" fmla="*/ 12800 h 12800"/>
              <a:gd name="T30" fmla="*/ 11834 w 13933"/>
              <a:gd name="T31" fmla="*/ 12800 h 12800"/>
              <a:gd name="T32" fmla="*/ 13933 w 13933"/>
              <a:gd name="T33" fmla="*/ 10701 h 12800"/>
              <a:gd name="T34" fmla="*/ 13933 w 13933"/>
              <a:gd name="T35" fmla="*/ 3193 h 12800"/>
              <a:gd name="T36" fmla="*/ 11834 w 13933"/>
              <a:gd name="T37" fmla="*/ 1094 h 12800"/>
              <a:gd name="T38" fmla="*/ 2099 w 13933"/>
              <a:gd name="T39" fmla="*/ 1933 h 12800"/>
              <a:gd name="T40" fmla="*/ 3426 w 13933"/>
              <a:gd name="T41" fmla="*/ 1933 h 12800"/>
              <a:gd name="T42" fmla="*/ 3426 w 13933"/>
              <a:gd name="T43" fmla="*/ 2757 h 12800"/>
              <a:gd name="T44" fmla="*/ 3741 w 13933"/>
              <a:gd name="T45" fmla="*/ 3072 h 12800"/>
              <a:gd name="T46" fmla="*/ 4056 w 13933"/>
              <a:gd name="T47" fmla="*/ 2757 h 12800"/>
              <a:gd name="T48" fmla="*/ 4056 w 13933"/>
              <a:gd name="T49" fmla="*/ 1933 h 12800"/>
              <a:gd name="T50" fmla="*/ 9754 w 13933"/>
              <a:gd name="T51" fmla="*/ 1933 h 12800"/>
              <a:gd name="T52" fmla="*/ 9754 w 13933"/>
              <a:gd name="T53" fmla="*/ 2757 h 12800"/>
              <a:gd name="T54" fmla="*/ 10069 w 13933"/>
              <a:gd name="T55" fmla="*/ 3072 h 12800"/>
              <a:gd name="T56" fmla="*/ 10384 w 13933"/>
              <a:gd name="T57" fmla="*/ 2757 h 12800"/>
              <a:gd name="T58" fmla="*/ 10384 w 13933"/>
              <a:gd name="T59" fmla="*/ 1933 h 12800"/>
              <a:gd name="T60" fmla="*/ 11834 w 13933"/>
              <a:gd name="T61" fmla="*/ 1933 h 12800"/>
              <a:gd name="T62" fmla="*/ 13094 w 13933"/>
              <a:gd name="T63" fmla="*/ 3193 h 12800"/>
              <a:gd name="T64" fmla="*/ 13094 w 13933"/>
              <a:gd name="T65" fmla="*/ 4646 h 12800"/>
              <a:gd name="T66" fmla="*/ 840 w 13933"/>
              <a:gd name="T67" fmla="*/ 4646 h 12800"/>
              <a:gd name="T68" fmla="*/ 840 w 13933"/>
              <a:gd name="T69" fmla="*/ 3193 h 12800"/>
              <a:gd name="T70" fmla="*/ 2099 w 13933"/>
              <a:gd name="T71" fmla="*/ 1933 h 12800"/>
              <a:gd name="T72" fmla="*/ 11834 w 13933"/>
              <a:gd name="T73" fmla="*/ 11960 h 12800"/>
              <a:gd name="T74" fmla="*/ 2099 w 13933"/>
              <a:gd name="T75" fmla="*/ 11960 h 12800"/>
              <a:gd name="T76" fmla="*/ 840 w 13933"/>
              <a:gd name="T77" fmla="*/ 10701 h 12800"/>
              <a:gd name="T78" fmla="*/ 840 w 13933"/>
              <a:gd name="T79" fmla="*/ 5276 h 12800"/>
              <a:gd name="T80" fmla="*/ 13094 w 13933"/>
              <a:gd name="T81" fmla="*/ 5276 h 12800"/>
              <a:gd name="T82" fmla="*/ 13094 w 13933"/>
              <a:gd name="T83" fmla="*/ 10701 h 12800"/>
              <a:gd name="T84" fmla="*/ 11834 w 13933"/>
              <a:gd name="T85" fmla="*/ 1196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33" h="12800">
                <a:moveTo>
                  <a:pt x="11834" y="1094"/>
                </a:moveTo>
                <a:lnTo>
                  <a:pt x="10384" y="1094"/>
                </a:lnTo>
                <a:lnTo>
                  <a:pt x="10384" y="315"/>
                </a:lnTo>
                <a:cubicBezTo>
                  <a:pt x="10384" y="141"/>
                  <a:pt x="10243" y="0"/>
                  <a:pt x="10069" y="0"/>
                </a:cubicBezTo>
                <a:cubicBezTo>
                  <a:pt x="9895" y="0"/>
                  <a:pt x="9754" y="141"/>
                  <a:pt x="9754" y="315"/>
                </a:cubicBezTo>
                <a:lnTo>
                  <a:pt x="9754" y="1094"/>
                </a:lnTo>
                <a:lnTo>
                  <a:pt x="4056" y="1094"/>
                </a:lnTo>
                <a:lnTo>
                  <a:pt x="4056" y="315"/>
                </a:lnTo>
                <a:cubicBezTo>
                  <a:pt x="4056" y="141"/>
                  <a:pt x="3915" y="0"/>
                  <a:pt x="3741" y="0"/>
                </a:cubicBezTo>
                <a:cubicBezTo>
                  <a:pt x="3567" y="0"/>
                  <a:pt x="3426" y="141"/>
                  <a:pt x="3426" y="315"/>
                </a:cubicBezTo>
                <a:lnTo>
                  <a:pt x="3426" y="1094"/>
                </a:lnTo>
                <a:lnTo>
                  <a:pt x="2099" y="1094"/>
                </a:lnTo>
                <a:cubicBezTo>
                  <a:pt x="940" y="1095"/>
                  <a:pt x="1" y="2034"/>
                  <a:pt x="0" y="3193"/>
                </a:cubicBezTo>
                <a:lnTo>
                  <a:pt x="0" y="10701"/>
                </a:lnTo>
                <a:cubicBezTo>
                  <a:pt x="1" y="11860"/>
                  <a:pt x="940" y="12799"/>
                  <a:pt x="2099" y="12800"/>
                </a:cubicBezTo>
                <a:lnTo>
                  <a:pt x="11834" y="12800"/>
                </a:lnTo>
                <a:cubicBezTo>
                  <a:pt x="12993" y="12799"/>
                  <a:pt x="13932" y="11860"/>
                  <a:pt x="13933" y="10701"/>
                </a:cubicBezTo>
                <a:lnTo>
                  <a:pt x="13933" y="3193"/>
                </a:lnTo>
                <a:cubicBezTo>
                  <a:pt x="13932" y="2034"/>
                  <a:pt x="12993" y="1095"/>
                  <a:pt x="11834" y="1094"/>
                </a:cubicBezTo>
                <a:close/>
                <a:moveTo>
                  <a:pt x="2099" y="1933"/>
                </a:moveTo>
                <a:lnTo>
                  <a:pt x="3426" y="1933"/>
                </a:lnTo>
                <a:lnTo>
                  <a:pt x="3426" y="2757"/>
                </a:lnTo>
                <a:cubicBezTo>
                  <a:pt x="3426" y="2931"/>
                  <a:pt x="3567" y="3072"/>
                  <a:pt x="3741" y="3072"/>
                </a:cubicBezTo>
                <a:cubicBezTo>
                  <a:pt x="3915" y="3072"/>
                  <a:pt x="4056" y="2931"/>
                  <a:pt x="4056" y="2757"/>
                </a:cubicBezTo>
                <a:lnTo>
                  <a:pt x="4056" y="1933"/>
                </a:lnTo>
                <a:lnTo>
                  <a:pt x="9754" y="1933"/>
                </a:lnTo>
                <a:lnTo>
                  <a:pt x="9754" y="2757"/>
                </a:lnTo>
                <a:cubicBezTo>
                  <a:pt x="9754" y="2931"/>
                  <a:pt x="9895" y="3072"/>
                  <a:pt x="10069" y="3072"/>
                </a:cubicBezTo>
                <a:cubicBezTo>
                  <a:pt x="10243" y="3072"/>
                  <a:pt x="10384" y="2931"/>
                  <a:pt x="10384" y="2757"/>
                </a:cubicBezTo>
                <a:lnTo>
                  <a:pt x="10384" y="1933"/>
                </a:lnTo>
                <a:lnTo>
                  <a:pt x="11834" y="1933"/>
                </a:lnTo>
                <a:cubicBezTo>
                  <a:pt x="12529" y="1934"/>
                  <a:pt x="13093" y="2497"/>
                  <a:pt x="13094" y="3193"/>
                </a:cubicBezTo>
                <a:lnTo>
                  <a:pt x="13094" y="4646"/>
                </a:lnTo>
                <a:lnTo>
                  <a:pt x="840" y="4646"/>
                </a:lnTo>
                <a:lnTo>
                  <a:pt x="840" y="3193"/>
                </a:lnTo>
                <a:cubicBezTo>
                  <a:pt x="840" y="2497"/>
                  <a:pt x="1404" y="1934"/>
                  <a:pt x="2099" y="1933"/>
                </a:cubicBezTo>
                <a:close/>
                <a:moveTo>
                  <a:pt x="11834" y="11960"/>
                </a:moveTo>
                <a:lnTo>
                  <a:pt x="2099" y="11960"/>
                </a:lnTo>
                <a:cubicBezTo>
                  <a:pt x="1404" y="11960"/>
                  <a:pt x="840" y="11396"/>
                  <a:pt x="840" y="10701"/>
                </a:cubicBezTo>
                <a:lnTo>
                  <a:pt x="840" y="5276"/>
                </a:lnTo>
                <a:lnTo>
                  <a:pt x="13094" y="5276"/>
                </a:lnTo>
                <a:lnTo>
                  <a:pt x="13094" y="10701"/>
                </a:lnTo>
                <a:cubicBezTo>
                  <a:pt x="13093" y="11396"/>
                  <a:pt x="12529" y="11960"/>
                  <a:pt x="11834" y="11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组合 23">
            <a:extLst>
              <a:ext uri="{FF2B5EF4-FFF2-40B4-BE49-F238E27FC236}">
                <a16:creationId xmlns:a16="http://schemas.microsoft.com/office/drawing/2014/main" id="{1571110F-AFE6-4424-823B-304D66B63178}"/>
              </a:ext>
            </a:extLst>
          </p:cNvPr>
          <p:cNvGrpSpPr/>
          <p:nvPr/>
        </p:nvGrpSpPr>
        <p:grpSpPr>
          <a:xfrm>
            <a:off x="5695157" y="1404632"/>
            <a:ext cx="801687" cy="801687"/>
            <a:chOff x="5695157" y="927748"/>
            <a:chExt cx="801687" cy="801687"/>
          </a:xfrm>
        </p:grpSpPr>
        <p:sp>
          <p:nvSpPr>
            <p:cNvPr id="25" name="流程图: 接点 24">
              <a:extLst>
                <a:ext uri="{FF2B5EF4-FFF2-40B4-BE49-F238E27FC236}">
                  <a16:creationId xmlns:a16="http://schemas.microsoft.com/office/drawing/2014/main" id="{950C1E26-3FCC-4C81-B46B-4632627C6D2C}"/>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a:extLst>
                <a:ext uri="{FF2B5EF4-FFF2-40B4-BE49-F238E27FC236}">
                  <a16:creationId xmlns:a16="http://schemas.microsoft.com/office/drawing/2014/main" id="{8905530A-C8FE-4A62-88CA-EB5017C6C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6740" y="969331"/>
              <a:ext cx="718520" cy="718520"/>
            </a:xfrm>
            <a:prstGeom prst="rect">
              <a:avLst/>
            </a:prstGeom>
          </p:spPr>
        </p:pic>
      </p:grpSp>
    </p:spTree>
    <p:extLst>
      <p:ext uri="{BB962C8B-B14F-4D97-AF65-F5344CB8AC3E}">
        <p14:creationId xmlns:p14="http://schemas.microsoft.com/office/powerpoint/2010/main" val="2266283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5">
      <a:dk1>
        <a:sysClr val="windowText" lastClr="000000"/>
      </a:dk1>
      <a:lt1>
        <a:sysClr val="window" lastClr="FFFFFF"/>
      </a:lt1>
      <a:dk2>
        <a:srgbClr val="44546A"/>
      </a:dk2>
      <a:lt2>
        <a:srgbClr val="E7E6E6"/>
      </a:lt2>
      <a:accent1>
        <a:srgbClr val="016F35"/>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5755</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485</cp:revision>
  <dcterms:created xsi:type="dcterms:W3CDTF">2025-12-29T13:01:08Z</dcterms:created>
  <dcterms:modified xsi:type="dcterms:W3CDTF">2026-01-15T09:07:47Z</dcterms:modified>
</cp:coreProperties>
</file>