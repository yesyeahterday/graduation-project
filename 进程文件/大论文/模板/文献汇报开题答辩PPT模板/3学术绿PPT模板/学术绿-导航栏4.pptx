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31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38DD05DF-A000-4E4A-A83F-F2A010A810B1}"/>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75688958-5D92-458B-98BA-C164A808530A}"/>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77542451-1143-478D-8E68-40E9742AC828}"/>
              </a:ext>
            </a:extLst>
          </p:cNvPr>
          <p:cNvGrpSpPr/>
          <p:nvPr userDrawn="1"/>
        </p:nvGrpSpPr>
        <p:grpSpPr>
          <a:xfrm>
            <a:off x="263525" y="297823"/>
            <a:ext cx="635651" cy="522101"/>
            <a:chOff x="301625" y="297823"/>
            <a:chExt cx="635651" cy="522101"/>
          </a:xfrm>
        </p:grpSpPr>
        <p:sp>
          <p:nvSpPr>
            <p:cNvPr id="16" name="graduate-hat_59495">
              <a:extLst>
                <a:ext uri="{FF2B5EF4-FFF2-40B4-BE49-F238E27FC236}">
                  <a16:creationId xmlns:a16="http://schemas.microsoft.com/office/drawing/2014/main" id="{C604E52A-C355-4F31-821F-3E85807C988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duate-hat_59495">
              <a:extLst>
                <a:ext uri="{FF2B5EF4-FFF2-40B4-BE49-F238E27FC236}">
                  <a16:creationId xmlns:a16="http://schemas.microsoft.com/office/drawing/2014/main" id="{F68D72B5-C54C-4818-8264-756C6D34D6C7}"/>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图片 17">
            <a:extLst>
              <a:ext uri="{FF2B5EF4-FFF2-40B4-BE49-F238E27FC236}">
                <a16:creationId xmlns:a16="http://schemas.microsoft.com/office/drawing/2014/main" id="{42415880-104D-4628-A7EE-AD292E9F74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19" name="图片 18">
            <a:extLst>
              <a:ext uri="{FF2B5EF4-FFF2-40B4-BE49-F238E27FC236}">
                <a16:creationId xmlns:a16="http://schemas.microsoft.com/office/drawing/2014/main" id="{F457A337-B32C-478B-B0B2-CF8C74FB20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9887720" y="245681"/>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0575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7300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图片 24">
            <a:extLst>
              <a:ext uri="{FF2B5EF4-FFF2-40B4-BE49-F238E27FC236}">
                <a16:creationId xmlns:a16="http://schemas.microsoft.com/office/drawing/2014/main" id="{254D258B-7545-4640-B1E0-C569BEDE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2728FB3B-1DE5-4DED-9566-2BF73E311E38}"/>
              </a:ext>
            </a:extLst>
          </p:cNvPr>
          <p:cNvGrpSpPr/>
          <p:nvPr/>
        </p:nvGrpSpPr>
        <p:grpSpPr>
          <a:xfrm>
            <a:off x="5695157" y="927748"/>
            <a:ext cx="801687" cy="801687"/>
            <a:chOff x="5695157" y="927748"/>
            <a:chExt cx="801687" cy="801687"/>
          </a:xfrm>
        </p:grpSpPr>
        <p:sp>
          <p:nvSpPr>
            <p:cNvPr id="16" name="流程图: 接点 15">
              <a:extLst>
                <a:ext uri="{FF2B5EF4-FFF2-40B4-BE49-F238E27FC236}">
                  <a16:creationId xmlns:a16="http://schemas.microsoft.com/office/drawing/2014/main" id="{5CE76725-64D6-46C8-8889-0B52B59EEE1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693C4D5-7A05-40E3-A7AB-27A0F762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47F5E8-5065-4707-A433-AEC125BC7822}"/>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 name="组合 3">
            <a:extLst>
              <a:ext uri="{FF2B5EF4-FFF2-40B4-BE49-F238E27FC236}">
                <a16:creationId xmlns:a16="http://schemas.microsoft.com/office/drawing/2014/main" id="{A41603F2-97C7-4B39-87FA-C604864BEA43}"/>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961B988C-9C2B-4FFD-968E-1C309788B76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 name="组合 2">
              <a:extLst>
                <a:ext uri="{FF2B5EF4-FFF2-40B4-BE49-F238E27FC236}">
                  <a16:creationId xmlns:a16="http://schemas.microsoft.com/office/drawing/2014/main" id="{6E162EA9-F09F-41BF-9CA0-DAB43A829EE0}"/>
                </a:ext>
              </a:extLst>
            </p:cNvPr>
            <p:cNvGrpSpPr/>
            <p:nvPr/>
          </p:nvGrpSpPr>
          <p:grpSpPr>
            <a:xfrm>
              <a:off x="1239441" y="817356"/>
              <a:ext cx="1623060" cy="98368"/>
              <a:chOff x="1239441" y="824976"/>
              <a:chExt cx="1623060" cy="98368"/>
            </a:xfrm>
          </p:grpSpPr>
          <p:sp>
            <p:nvSpPr>
              <p:cNvPr id="9" name="矩形: 圆角 8">
                <a:extLst>
                  <a:ext uri="{FF2B5EF4-FFF2-40B4-BE49-F238E27FC236}">
                    <a16:creationId xmlns:a16="http://schemas.microsoft.com/office/drawing/2014/main" id="{05949103-B798-4FFA-BC00-D226022ABCF4}"/>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等腰三角形 1">
                <a:extLst>
                  <a:ext uri="{FF2B5EF4-FFF2-40B4-BE49-F238E27FC236}">
                    <a16:creationId xmlns:a16="http://schemas.microsoft.com/office/drawing/2014/main" id="{9A82EBD1-4323-467E-88E8-0A08B51D24B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26" name="组合 25">
            <a:extLst>
              <a:ext uri="{FF2B5EF4-FFF2-40B4-BE49-F238E27FC236}">
                <a16:creationId xmlns:a16="http://schemas.microsoft.com/office/drawing/2014/main" id="{169CAD60-4826-42A6-900E-0D12655ABE16}"/>
              </a:ext>
            </a:extLst>
          </p:cNvPr>
          <p:cNvGrpSpPr/>
          <p:nvPr/>
        </p:nvGrpSpPr>
        <p:grpSpPr>
          <a:xfrm>
            <a:off x="1023462" y="221927"/>
            <a:ext cx="11074558" cy="693797"/>
            <a:chOff x="1023462" y="221927"/>
            <a:chExt cx="11074558" cy="693797"/>
          </a:xfrm>
        </p:grpSpPr>
        <p:sp>
          <p:nvSpPr>
            <p:cNvPr id="27" name="文本框 26">
              <a:extLst>
                <a:ext uri="{FF2B5EF4-FFF2-40B4-BE49-F238E27FC236}">
                  <a16:creationId xmlns:a16="http://schemas.microsoft.com/office/drawing/2014/main" id="{D17D57C7-253E-4B9D-B64E-75866A61A09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28" name="文本框 27">
              <a:extLst>
                <a:ext uri="{FF2B5EF4-FFF2-40B4-BE49-F238E27FC236}">
                  <a16:creationId xmlns:a16="http://schemas.microsoft.com/office/drawing/2014/main" id="{0B257E7C-6742-4B32-8AA9-F0E5D5BA5F4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29" name="文本框 28">
              <a:extLst>
                <a:ext uri="{FF2B5EF4-FFF2-40B4-BE49-F238E27FC236}">
                  <a16:creationId xmlns:a16="http://schemas.microsoft.com/office/drawing/2014/main" id="{F7CE9735-3360-484D-95AB-02E4638D0D9D}"/>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0" name="文本框 29">
              <a:extLst>
                <a:ext uri="{FF2B5EF4-FFF2-40B4-BE49-F238E27FC236}">
                  <a16:creationId xmlns:a16="http://schemas.microsoft.com/office/drawing/2014/main" id="{D422207C-CBCD-43FD-A4B3-0CE4D645ECB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1" name="文本框 30">
              <a:extLst>
                <a:ext uri="{FF2B5EF4-FFF2-40B4-BE49-F238E27FC236}">
                  <a16:creationId xmlns:a16="http://schemas.microsoft.com/office/drawing/2014/main" id="{BC35D010-1656-49A4-AA8B-04A278A1436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2" name="文本框 31">
              <a:extLst>
                <a:ext uri="{FF2B5EF4-FFF2-40B4-BE49-F238E27FC236}">
                  <a16:creationId xmlns:a16="http://schemas.microsoft.com/office/drawing/2014/main" id="{04D3CF0B-CB4B-450D-869B-17FFEC3303FD}"/>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3" name="文本框 32">
              <a:extLst>
                <a:ext uri="{FF2B5EF4-FFF2-40B4-BE49-F238E27FC236}">
                  <a16:creationId xmlns:a16="http://schemas.microsoft.com/office/drawing/2014/main" id="{09E53BC2-43FA-4B1F-849C-8C6A9A61789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4" name="文本框 33">
              <a:extLst>
                <a:ext uri="{FF2B5EF4-FFF2-40B4-BE49-F238E27FC236}">
                  <a16:creationId xmlns:a16="http://schemas.microsoft.com/office/drawing/2014/main" id="{3F553CE6-0392-4699-87C7-6838F5D42AD2}"/>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5" name="文本框 34">
              <a:extLst>
                <a:ext uri="{FF2B5EF4-FFF2-40B4-BE49-F238E27FC236}">
                  <a16:creationId xmlns:a16="http://schemas.microsoft.com/office/drawing/2014/main" id="{4BE217DC-BC19-4D58-8629-CBE24A05551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6" name="文本框 35">
              <a:extLst>
                <a:ext uri="{FF2B5EF4-FFF2-40B4-BE49-F238E27FC236}">
                  <a16:creationId xmlns:a16="http://schemas.microsoft.com/office/drawing/2014/main" id="{797AEFC8-4714-40DC-8DC1-DAD5248D3D9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37" name="文本框 36">
              <a:extLst>
                <a:ext uri="{FF2B5EF4-FFF2-40B4-BE49-F238E27FC236}">
                  <a16:creationId xmlns:a16="http://schemas.microsoft.com/office/drawing/2014/main" id="{BD857F4A-3AA4-4B0D-81E1-D68DA3ECBA6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002D3378-EE8F-437B-A6F2-9BCA044D226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9" name="组合 38">
              <a:extLst>
                <a:ext uri="{FF2B5EF4-FFF2-40B4-BE49-F238E27FC236}">
                  <a16:creationId xmlns:a16="http://schemas.microsoft.com/office/drawing/2014/main" id="{90CE60CE-16AC-4B62-93C6-C6C072DD7AF6}"/>
                </a:ext>
              </a:extLst>
            </p:cNvPr>
            <p:cNvGrpSpPr/>
            <p:nvPr/>
          </p:nvGrpSpPr>
          <p:grpSpPr>
            <a:xfrm>
              <a:off x="1239441" y="817356"/>
              <a:ext cx="1623060" cy="98368"/>
              <a:chOff x="1239441" y="824976"/>
              <a:chExt cx="1623060" cy="98368"/>
            </a:xfrm>
          </p:grpSpPr>
          <p:sp>
            <p:nvSpPr>
              <p:cNvPr id="40" name="矩形: 圆角 39">
                <a:extLst>
                  <a:ext uri="{FF2B5EF4-FFF2-40B4-BE49-F238E27FC236}">
                    <a16:creationId xmlns:a16="http://schemas.microsoft.com/office/drawing/2014/main" id="{F330F562-AB32-4E4D-AF07-448A52AA8DC1}"/>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a:extLst>
                  <a:ext uri="{FF2B5EF4-FFF2-40B4-BE49-F238E27FC236}">
                    <a16:creationId xmlns:a16="http://schemas.microsoft.com/office/drawing/2014/main" id="{0B697B30-C6EE-4332-AE05-709194489891}"/>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451014EB-67AB-42B3-92EA-B6AF17C8A5B8}"/>
              </a:ext>
            </a:extLst>
          </p:cNvPr>
          <p:cNvGrpSpPr/>
          <p:nvPr/>
        </p:nvGrpSpPr>
        <p:grpSpPr>
          <a:xfrm>
            <a:off x="1023462" y="221927"/>
            <a:ext cx="11074558" cy="693797"/>
            <a:chOff x="1023462" y="221927"/>
            <a:chExt cx="11074558" cy="693797"/>
          </a:xfrm>
        </p:grpSpPr>
        <p:sp>
          <p:nvSpPr>
            <p:cNvPr id="32" name="文本框 31">
              <a:extLst>
                <a:ext uri="{FF2B5EF4-FFF2-40B4-BE49-F238E27FC236}">
                  <a16:creationId xmlns:a16="http://schemas.microsoft.com/office/drawing/2014/main" id="{A713BE74-8629-44FE-A35A-0524ECDF6CEE}"/>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3" name="文本框 32">
              <a:extLst>
                <a:ext uri="{FF2B5EF4-FFF2-40B4-BE49-F238E27FC236}">
                  <a16:creationId xmlns:a16="http://schemas.microsoft.com/office/drawing/2014/main" id="{C3F36142-3F01-4D74-ABAF-6F0EB1C7B6B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4" name="文本框 33">
              <a:extLst>
                <a:ext uri="{FF2B5EF4-FFF2-40B4-BE49-F238E27FC236}">
                  <a16:creationId xmlns:a16="http://schemas.microsoft.com/office/drawing/2014/main" id="{9D64E265-EE42-4C11-BAEE-CEFBBB9AC62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5" name="文本框 34">
              <a:extLst>
                <a:ext uri="{FF2B5EF4-FFF2-40B4-BE49-F238E27FC236}">
                  <a16:creationId xmlns:a16="http://schemas.microsoft.com/office/drawing/2014/main" id="{1A910C05-571E-432C-9C3B-EA800CE2B909}"/>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6" name="文本框 35">
              <a:extLst>
                <a:ext uri="{FF2B5EF4-FFF2-40B4-BE49-F238E27FC236}">
                  <a16:creationId xmlns:a16="http://schemas.microsoft.com/office/drawing/2014/main" id="{CD26BFEC-0B49-4917-A2A5-C82AA1F70BE3}"/>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7" name="文本框 36">
              <a:extLst>
                <a:ext uri="{FF2B5EF4-FFF2-40B4-BE49-F238E27FC236}">
                  <a16:creationId xmlns:a16="http://schemas.microsoft.com/office/drawing/2014/main" id="{C77AC9A0-A592-4471-ACF5-26985EC44EA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3C28EFFA-26FA-439B-A964-6D1A49E7524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EAB3294C-3393-4ECD-9607-F9E3E47755C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CE1128C5-D595-4EC1-9A86-CD4E260D19EE}"/>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D2D6D056-1647-452D-8972-A861CBEC97D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4" name="文本框 43">
              <a:extLst>
                <a:ext uri="{FF2B5EF4-FFF2-40B4-BE49-F238E27FC236}">
                  <a16:creationId xmlns:a16="http://schemas.microsoft.com/office/drawing/2014/main" id="{3CDF9E09-67A4-4B65-8353-477F92E59E39}"/>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F7AF69D2-0C19-406C-9EDF-26A486050A79}"/>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6" name="组合 45">
              <a:extLst>
                <a:ext uri="{FF2B5EF4-FFF2-40B4-BE49-F238E27FC236}">
                  <a16:creationId xmlns:a16="http://schemas.microsoft.com/office/drawing/2014/main" id="{994AC924-7B25-4570-8940-8890867A7BBD}"/>
                </a:ext>
              </a:extLst>
            </p:cNvPr>
            <p:cNvGrpSpPr/>
            <p:nvPr/>
          </p:nvGrpSpPr>
          <p:grpSpPr>
            <a:xfrm>
              <a:off x="1239441" y="817356"/>
              <a:ext cx="1623060" cy="98368"/>
              <a:chOff x="1239441" y="824976"/>
              <a:chExt cx="1623060" cy="98368"/>
            </a:xfrm>
          </p:grpSpPr>
          <p:sp>
            <p:nvSpPr>
              <p:cNvPr id="47" name="矩形: 圆角 46">
                <a:extLst>
                  <a:ext uri="{FF2B5EF4-FFF2-40B4-BE49-F238E27FC236}">
                    <a16:creationId xmlns:a16="http://schemas.microsoft.com/office/drawing/2014/main" id="{88E508C8-585F-4753-BAAE-0FE7BEF74F6E}"/>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a:extLst>
                  <a:ext uri="{FF2B5EF4-FFF2-40B4-BE49-F238E27FC236}">
                    <a16:creationId xmlns:a16="http://schemas.microsoft.com/office/drawing/2014/main" id="{67C0C0BD-5586-4E1B-B3AD-CB495841FDF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3" name="组合 2">
            <a:extLst>
              <a:ext uri="{FF2B5EF4-FFF2-40B4-BE49-F238E27FC236}">
                <a16:creationId xmlns:a16="http://schemas.microsoft.com/office/drawing/2014/main" id="{070B77CE-DC01-44FF-BCDB-ADCDBC932F4D}"/>
              </a:ext>
            </a:extLst>
          </p:cNvPr>
          <p:cNvGrpSpPr/>
          <p:nvPr/>
        </p:nvGrpSpPr>
        <p:grpSpPr>
          <a:xfrm>
            <a:off x="1023462" y="221927"/>
            <a:ext cx="11074558" cy="693797"/>
            <a:chOff x="1023462" y="221927"/>
            <a:chExt cx="11074558" cy="693797"/>
          </a:xfrm>
        </p:grpSpPr>
        <p:sp>
          <p:nvSpPr>
            <p:cNvPr id="45" name="文本框 44">
              <a:extLst>
                <a:ext uri="{FF2B5EF4-FFF2-40B4-BE49-F238E27FC236}">
                  <a16:creationId xmlns:a16="http://schemas.microsoft.com/office/drawing/2014/main" id="{7BF3BE24-B6AE-4805-9E6F-51D026797D28}"/>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80C3672F-132A-4CBC-AA21-4CB1D9D4ABC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6ED746F1-2EAE-4DE2-ABF7-ACA43B52EAD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8" name="文本框 57">
              <a:extLst>
                <a:ext uri="{FF2B5EF4-FFF2-40B4-BE49-F238E27FC236}">
                  <a16:creationId xmlns:a16="http://schemas.microsoft.com/office/drawing/2014/main" id="{DB1D8EAA-3271-484D-95D4-6359F4E3C37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9" name="文本框 58">
              <a:extLst>
                <a:ext uri="{FF2B5EF4-FFF2-40B4-BE49-F238E27FC236}">
                  <a16:creationId xmlns:a16="http://schemas.microsoft.com/office/drawing/2014/main" id="{7F482298-403D-4D23-92C8-E245442EC5F2}"/>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0" name="文本框 59">
              <a:extLst>
                <a:ext uri="{FF2B5EF4-FFF2-40B4-BE49-F238E27FC236}">
                  <a16:creationId xmlns:a16="http://schemas.microsoft.com/office/drawing/2014/main" id="{D9047D1C-C481-4B34-A704-3FAECBD1897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23537EAD-A9B8-43EC-ABAA-632E1179D73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288F3CC3-A363-44E9-94A1-243EC375D5C8}"/>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EC405811-B579-43AE-84D8-D5ABA066C323}"/>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75CB995-06E3-4A86-85B2-83213D6631F1}"/>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3" name="文本框 72">
              <a:extLst>
                <a:ext uri="{FF2B5EF4-FFF2-40B4-BE49-F238E27FC236}">
                  <a16:creationId xmlns:a16="http://schemas.microsoft.com/office/drawing/2014/main" id="{FC32B83C-5A31-468B-A27F-C4A95BB1E753}"/>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92DF4CA-BC9B-456F-8AFC-D02E9A73C9D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5" name="组合 74">
              <a:extLst>
                <a:ext uri="{FF2B5EF4-FFF2-40B4-BE49-F238E27FC236}">
                  <a16:creationId xmlns:a16="http://schemas.microsoft.com/office/drawing/2014/main" id="{BE50FB25-64F0-470B-A869-7C05C7333630}"/>
                </a:ext>
              </a:extLst>
            </p:cNvPr>
            <p:cNvGrpSpPr/>
            <p:nvPr/>
          </p:nvGrpSpPr>
          <p:grpSpPr>
            <a:xfrm>
              <a:off x="3251553" y="817356"/>
              <a:ext cx="1623060" cy="98368"/>
              <a:chOff x="3266361" y="824976"/>
              <a:chExt cx="1623060" cy="98368"/>
            </a:xfrm>
          </p:grpSpPr>
          <p:sp>
            <p:nvSpPr>
              <p:cNvPr id="76" name="矩形: 圆角 75">
                <a:extLst>
                  <a:ext uri="{FF2B5EF4-FFF2-40B4-BE49-F238E27FC236}">
                    <a16:creationId xmlns:a16="http://schemas.microsoft.com/office/drawing/2014/main" id="{191618CD-43E4-4E73-9182-D27BEDA68B2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a:extLst>
                  <a:ext uri="{FF2B5EF4-FFF2-40B4-BE49-F238E27FC236}">
                    <a16:creationId xmlns:a16="http://schemas.microsoft.com/office/drawing/2014/main" id="{B3A40E23-C84B-493C-9AF7-6D11AC7500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59" name="组合 58">
            <a:extLst>
              <a:ext uri="{FF2B5EF4-FFF2-40B4-BE49-F238E27FC236}">
                <a16:creationId xmlns:a16="http://schemas.microsoft.com/office/drawing/2014/main" id="{0B3D7909-5589-4BC2-829C-550B7C19D88F}"/>
              </a:ext>
            </a:extLst>
          </p:cNvPr>
          <p:cNvGrpSpPr/>
          <p:nvPr/>
        </p:nvGrpSpPr>
        <p:grpSpPr>
          <a:xfrm>
            <a:off x="1023462" y="221927"/>
            <a:ext cx="11074558" cy="693797"/>
            <a:chOff x="1023462" y="221927"/>
            <a:chExt cx="11074558" cy="693797"/>
          </a:xfrm>
        </p:grpSpPr>
        <p:sp>
          <p:nvSpPr>
            <p:cNvPr id="61" name="文本框 60">
              <a:extLst>
                <a:ext uri="{FF2B5EF4-FFF2-40B4-BE49-F238E27FC236}">
                  <a16:creationId xmlns:a16="http://schemas.microsoft.com/office/drawing/2014/main" id="{8F23006D-5F4C-4E11-95FC-97CE4D4B305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4986D55-ABAA-4BA7-A52F-F5E38E472C3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3" name="文本框 62">
              <a:extLst>
                <a:ext uri="{FF2B5EF4-FFF2-40B4-BE49-F238E27FC236}">
                  <a16:creationId xmlns:a16="http://schemas.microsoft.com/office/drawing/2014/main" id="{06A04909-D4CF-4742-8B59-1833852B881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1B94CAD4-A120-45C8-833B-1C301975D4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5" name="文本框 64">
              <a:extLst>
                <a:ext uri="{FF2B5EF4-FFF2-40B4-BE49-F238E27FC236}">
                  <a16:creationId xmlns:a16="http://schemas.microsoft.com/office/drawing/2014/main" id="{EE0DED6D-30AE-4358-90C6-9A33B902CFA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7" name="文本框 66">
              <a:extLst>
                <a:ext uri="{FF2B5EF4-FFF2-40B4-BE49-F238E27FC236}">
                  <a16:creationId xmlns:a16="http://schemas.microsoft.com/office/drawing/2014/main" id="{4E63D927-3A75-4C81-A89E-747336D2511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7F145829-61A4-4AF4-93F5-D7CA28B5EF6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527F2C7F-D6EF-4B46-AD0F-4D6FE95CC39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14F1263F-64A4-41CB-9777-864A54CB51C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1383C8A-77DD-4FAC-9B89-8B8CFB788E3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8A50F555-8B27-49B9-B54F-9EE8E24BF4F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9AA64EFB-002E-4A5E-BDEC-64B7C2A508ED}"/>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626BFF02-E080-4D09-A341-E46F13FF08C4}"/>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4549959C-BE8B-4416-A831-A475C4D300F7}"/>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5DC01FE6-D611-4478-8F13-4CD84B631C3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124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64" name="组合 63">
            <a:extLst>
              <a:ext uri="{FF2B5EF4-FFF2-40B4-BE49-F238E27FC236}">
                <a16:creationId xmlns:a16="http://schemas.microsoft.com/office/drawing/2014/main" id="{088E09EF-357F-4EAB-9F66-D2AF2D77BE1A}"/>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C8A22846-55F5-40AC-8D7B-DE1449FE1B9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64EF52CD-897B-4DAD-BFD9-A799DBFA8132}"/>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629CB011-4403-4775-B87A-4E37ABB3042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30CBAF56-0AA6-452C-A469-C298364A6ECB}"/>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D335C0EA-D66E-4D71-B296-8851266FD0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3" name="文本框 72">
              <a:extLst>
                <a:ext uri="{FF2B5EF4-FFF2-40B4-BE49-F238E27FC236}">
                  <a16:creationId xmlns:a16="http://schemas.microsoft.com/office/drawing/2014/main" id="{71DC2614-9120-4CFC-B41F-A532754FA02F}"/>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4B659EEE-F9DB-4F2A-9545-F467C172C57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0D49744-C0C7-4093-8947-DA5B19104254}"/>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4BE79BF-93B6-4CC6-82C5-5A1B92793D0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BE12437-E746-4C55-B934-80D9FFEB35B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08134754-EA81-42B2-8EE6-2650B65FB93B}"/>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603122C5-C775-457C-B628-FC95C94ACC25}"/>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105937E0-4256-4B2B-B350-193A15A896B8}"/>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065909A7-0195-484D-B443-1F4671B582C0}"/>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1CDD5469-3977-4A91-8509-09B66A4B595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814E95E6-B6F1-40EA-BDE7-0FDDC5F12FC5}"/>
              </a:ext>
            </a:extLst>
          </p:cNvPr>
          <p:cNvGrpSpPr/>
          <p:nvPr/>
        </p:nvGrpSpPr>
        <p:grpSpPr>
          <a:xfrm>
            <a:off x="1023462" y="221927"/>
            <a:ext cx="11074558" cy="693797"/>
            <a:chOff x="1023462" y="221927"/>
            <a:chExt cx="11074558" cy="693797"/>
          </a:xfrm>
        </p:grpSpPr>
        <p:sp>
          <p:nvSpPr>
            <p:cNvPr id="67" name="文本框 66">
              <a:extLst>
                <a:ext uri="{FF2B5EF4-FFF2-40B4-BE49-F238E27FC236}">
                  <a16:creationId xmlns:a16="http://schemas.microsoft.com/office/drawing/2014/main" id="{92356E97-9C87-4610-8386-11024536CBF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8" name="文本框 67">
              <a:extLst>
                <a:ext uri="{FF2B5EF4-FFF2-40B4-BE49-F238E27FC236}">
                  <a16:creationId xmlns:a16="http://schemas.microsoft.com/office/drawing/2014/main" id="{3276E4C2-6C90-4DE1-925A-E71468BD43E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9" name="文本框 68">
              <a:extLst>
                <a:ext uri="{FF2B5EF4-FFF2-40B4-BE49-F238E27FC236}">
                  <a16:creationId xmlns:a16="http://schemas.microsoft.com/office/drawing/2014/main" id="{5020BA7A-4AD2-4530-AE1F-B70EBC7C7BBB}"/>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0" name="文本框 69">
              <a:extLst>
                <a:ext uri="{FF2B5EF4-FFF2-40B4-BE49-F238E27FC236}">
                  <a16:creationId xmlns:a16="http://schemas.microsoft.com/office/drawing/2014/main" id="{2DE08ED3-E296-451A-92BC-83025BEEC7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1" name="文本框 70">
              <a:extLst>
                <a:ext uri="{FF2B5EF4-FFF2-40B4-BE49-F238E27FC236}">
                  <a16:creationId xmlns:a16="http://schemas.microsoft.com/office/drawing/2014/main" id="{682073EE-BEE0-422E-AE69-1EE81BB7E150}"/>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2" name="文本框 71">
              <a:extLst>
                <a:ext uri="{FF2B5EF4-FFF2-40B4-BE49-F238E27FC236}">
                  <a16:creationId xmlns:a16="http://schemas.microsoft.com/office/drawing/2014/main" id="{1D0FADBB-9DF6-44B9-93EA-731E69A57D3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3C8879A1-89B3-41C3-B595-28B8818E17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7CE4356A-A489-4A96-BD9C-8F7790F8341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955BF3E-A062-4938-BB69-B467618A0FA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495A371F-F028-41EC-974B-11D01869D50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7" name="文本框 76">
              <a:extLst>
                <a:ext uri="{FF2B5EF4-FFF2-40B4-BE49-F238E27FC236}">
                  <a16:creationId xmlns:a16="http://schemas.microsoft.com/office/drawing/2014/main" id="{E32D8DE0-AAE6-434C-A477-D98D205BAB8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1E0C34D5-16DC-4825-AD2B-134132790F1C}"/>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9" name="组合 78">
              <a:extLst>
                <a:ext uri="{FF2B5EF4-FFF2-40B4-BE49-F238E27FC236}">
                  <a16:creationId xmlns:a16="http://schemas.microsoft.com/office/drawing/2014/main" id="{550BB0A4-79D7-4A30-9A46-10806835EA30}"/>
                </a:ext>
              </a:extLst>
            </p:cNvPr>
            <p:cNvGrpSpPr/>
            <p:nvPr/>
          </p:nvGrpSpPr>
          <p:grpSpPr>
            <a:xfrm>
              <a:off x="3251553" y="817356"/>
              <a:ext cx="1623060" cy="98368"/>
              <a:chOff x="3266361" y="824976"/>
              <a:chExt cx="1623060" cy="98368"/>
            </a:xfrm>
          </p:grpSpPr>
          <p:sp>
            <p:nvSpPr>
              <p:cNvPr id="80" name="矩形: 圆角 79">
                <a:extLst>
                  <a:ext uri="{FF2B5EF4-FFF2-40B4-BE49-F238E27FC236}">
                    <a16:creationId xmlns:a16="http://schemas.microsoft.com/office/drawing/2014/main" id="{04B278B0-EFFC-4425-9C70-E952E1B6446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a:extLst>
                  <a:ext uri="{FF2B5EF4-FFF2-40B4-BE49-F238E27FC236}">
                    <a16:creationId xmlns:a16="http://schemas.microsoft.com/office/drawing/2014/main" id="{EB12247A-0FDC-4596-BD06-D2AF823125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9EC32A05-89E7-4BE2-A85F-E74FD8C9A16B}"/>
              </a:ext>
            </a:extLst>
          </p:cNvPr>
          <p:cNvGrpSpPr/>
          <p:nvPr/>
        </p:nvGrpSpPr>
        <p:grpSpPr>
          <a:xfrm>
            <a:off x="1023462" y="221927"/>
            <a:ext cx="11074558" cy="693797"/>
            <a:chOff x="1023462" y="221927"/>
            <a:chExt cx="11074558" cy="693797"/>
          </a:xfrm>
        </p:grpSpPr>
        <p:sp>
          <p:nvSpPr>
            <p:cNvPr id="59" name="文本框 58">
              <a:extLst>
                <a:ext uri="{FF2B5EF4-FFF2-40B4-BE49-F238E27FC236}">
                  <a16:creationId xmlns:a16="http://schemas.microsoft.com/office/drawing/2014/main" id="{D0C854BE-910D-438C-86D2-D4F14E3D8556}"/>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1" name="文本框 60">
              <a:extLst>
                <a:ext uri="{FF2B5EF4-FFF2-40B4-BE49-F238E27FC236}">
                  <a16:creationId xmlns:a16="http://schemas.microsoft.com/office/drawing/2014/main" id="{2CFB6654-E2A1-4169-9FEF-DDD07FE0A25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2" name="文本框 61">
              <a:extLst>
                <a:ext uri="{FF2B5EF4-FFF2-40B4-BE49-F238E27FC236}">
                  <a16:creationId xmlns:a16="http://schemas.microsoft.com/office/drawing/2014/main" id="{C730ED76-9662-4AC8-AEA2-7EA4FC9724B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6D07B2AB-0E99-4B3E-9D9F-5AE3CF30816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F1211B97-DD92-40F9-A40A-E2366C8C7AE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8A997A55-3C2A-4C75-A8C4-B1B3BD049696}"/>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23B844B9-6C3F-4C36-B9AA-8C151E675DAB}"/>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E71477A3-4AB7-493B-8C9E-A90BE68322B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CB442C39-44F8-4991-896C-9FA9BD8AABAA}"/>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C4103EED-C09A-4B0C-B1FD-24427157948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5744E047-0C95-4EA6-8C41-8BF95155BAF7}"/>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DBACFEF9-526D-4701-A72B-5AB672B424F8}"/>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596D81B1-AFEC-42A4-8CB5-2BAF0A12AF2E}"/>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C73A662-EB0E-44FB-8EAE-BB69D75C8F9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9F5FFF78-C7FB-44C8-9BEE-0FEA165C9F53}"/>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4" name="组合 63">
            <a:extLst>
              <a:ext uri="{FF2B5EF4-FFF2-40B4-BE49-F238E27FC236}">
                <a16:creationId xmlns:a16="http://schemas.microsoft.com/office/drawing/2014/main" id="{6FBB4053-CA3B-4D85-9979-C15028262E76}"/>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B39FD67E-D20F-4F9A-8980-46E637075E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2AF584D5-1F15-42E1-AFF7-E25C321C7C1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4108066F-DAA2-4E7F-A58E-A6102A5B1B89}"/>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844FBEDC-6523-4690-89CB-555BF5FAAB82}"/>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C4E01763-F783-4CBE-AE55-3CBCC86B3E0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421BEF28-E7B5-4377-8077-142BC94AA1D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5E80E249-4B33-4DBF-B3DA-BCC09F9D86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C8CE2332-4CC9-4435-844F-0E204AAB8DC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13636F19-C9BC-483B-9389-24ACE5C5AA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BB031B1-7683-40EA-B14C-1A65108085A3}"/>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EEE8BBD3-A47A-46B4-8133-460C7D82896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FC0A9AA7-EBED-4C86-9BCE-9FEE13D59B32}"/>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B2C9FD9B-3AB9-4542-A39C-43D65B4E8DC8}"/>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23783E1-A070-4831-A17E-03D24DA5748D}"/>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EAA46A2F-CE0A-4379-A703-A25DB611DF94}"/>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97" name="组合 96">
            <a:extLst>
              <a:ext uri="{FF2B5EF4-FFF2-40B4-BE49-F238E27FC236}">
                <a16:creationId xmlns:a16="http://schemas.microsoft.com/office/drawing/2014/main" id="{E9C10EBE-0EB0-4154-A035-38AFA6C12B52}"/>
              </a:ext>
            </a:extLst>
          </p:cNvPr>
          <p:cNvGrpSpPr/>
          <p:nvPr/>
        </p:nvGrpSpPr>
        <p:grpSpPr>
          <a:xfrm>
            <a:off x="1023462" y="221927"/>
            <a:ext cx="11074558" cy="693797"/>
            <a:chOff x="1023462" y="221927"/>
            <a:chExt cx="11074558" cy="693797"/>
          </a:xfrm>
        </p:grpSpPr>
        <p:sp>
          <p:nvSpPr>
            <p:cNvPr id="98" name="文本框 97">
              <a:extLst>
                <a:ext uri="{FF2B5EF4-FFF2-40B4-BE49-F238E27FC236}">
                  <a16:creationId xmlns:a16="http://schemas.microsoft.com/office/drawing/2014/main" id="{528FD4FA-66D7-448C-8D30-ED2864FEB5A5}"/>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9" name="文本框 98">
              <a:extLst>
                <a:ext uri="{FF2B5EF4-FFF2-40B4-BE49-F238E27FC236}">
                  <a16:creationId xmlns:a16="http://schemas.microsoft.com/office/drawing/2014/main" id="{BCBFB562-E29D-4F35-8A3D-82CE82A8931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00" name="文本框 99">
              <a:extLst>
                <a:ext uri="{FF2B5EF4-FFF2-40B4-BE49-F238E27FC236}">
                  <a16:creationId xmlns:a16="http://schemas.microsoft.com/office/drawing/2014/main" id="{97B92064-D153-46F3-89DC-2C0A661FC60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01" name="文本框 100">
              <a:extLst>
                <a:ext uri="{FF2B5EF4-FFF2-40B4-BE49-F238E27FC236}">
                  <a16:creationId xmlns:a16="http://schemas.microsoft.com/office/drawing/2014/main" id="{5014A2CE-D3C6-469C-8B7F-DC4800EBAA9A}"/>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02" name="文本框 101">
              <a:extLst>
                <a:ext uri="{FF2B5EF4-FFF2-40B4-BE49-F238E27FC236}">
                  <a16:creationId xmlns:a16="http://schemas.microsoft.com/office/drawing/2014/main" id="{5F68D076-6955-4345-8869-8054070E678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03" name="文本框 102">
              <a:extLst>
                <a:ext uri="{FF2B5EF4-FFF2-40B4-BE49-F238E27FC236}">
                  <a16:creationId xmlns:a16="http://schemas.microsoft.com/office/drawing/2014/main" id="{10CF3188-4AF1-43C4-B6F0-B93C7CFFBDF8}"/>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4" name="文本框 103">
              <a:extLst>
                <a:ext uri="{FF2B5EF4-FFF2-40B4-BE49-F238E27FC236}">
                  <a16:creationId xmlns:a16="http://schemas.microsoft.com/office/drawing/2014/main" id="{C1BD7F04-222C-4810-9D4A-704316CF244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45C647E8-A946-4CD6-A0CB-4F6417C86A1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6" name="文本框 105">
              <a:extLst>
                <a:ext uri="{FF2B5EF4-FFF2-40B4-BE49-F238E27FC236}">
                  <a16:creationId xmlns:a16="http://schemas.microsoft.com/office/drawing/2014/main" id="{10D46D73-9C17-4BE8-80D2-AE67C5BD5D2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AB8775CE-CF7D-4E30-BFB6-D1A294DAB296}"/>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8" name="文本框 107">
              <a:extLst>
                <a:ext uri="{FF2B5EF4-FFF2-40B4-BE49-F238E27FC236}">
                  <a16:creationId xmlns:a16="http://schemas.microsoft.com/office/drawing/2014/main" id="{9DF6C88F-4CC9-4BE3-8CA6-B8F3BE1C2382}"/>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9" name="文本框 108">
              <a:extLst>
                <a:ext uri="{FF2B5EF4-FFF2-40B4-BE49-F238E27FC236}">
                  <a16:creationId xmlns:a16="http://schemas.microsoft.com/office/drawing/2014/main" id="{21CE464B-3C94-4E02-8081-529FF455414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10" name="组合 109">
              <a:extLst>
                <a:ext uri="{FF2B5EF4-FFF2-40B4-BE49-F238E27FC236}">
                  <a16:creationId xmlns:a16="http://schemas.microsoft.com/office/drawing/2014/main" id="{58BF3D89-8090-4634-91EA-3ECD4DD9F419}"/>
                </a:ext>
              </a:extLst>
            </p:cNvPr>
            <p:cNvGrpSpPr/>
            <p:nvPr/>
          </p:nvGrpSpPr>
          <p:grpSpPr>
            <a:xfrm>
              <a:off x="5311033" y="817356"/>
              <a:ext cx="1623060" cy="98368"/>
              <a:chOff x="3266361" y="824976"/>
              <a:chExt cx="1623060" cy="98368"/>
            </a:xfrm>
          </p:grpSpPr>
          <p:sp>
            <p:nvSpPr>
              <p:cNvPr id="111" name="矩形: 圆角 110">
                <a:extLst>
                  <a:ext uri="{FF2B5EF4-FFF2-40B4-BE49-F238E27FC236}">
                    <a16:creationId xmlns:a16="http://schemas.microsoft.com/office/drawing/2014/main" id="{8642A395-160D-46A3-85E1-685BC6E162E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等腰三角形 111">
                <a:extLst>
                  <a:ext uri="{FF2B5EF4-FFF2-40B4-BE49-F238E27FC236}">
                    <a16:creationId xmlns:a16="http://schemas.microsoft.com/office/drawing/2014/main" id="{EC2D0474-48C2-48BD-B71D-44AF528D522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 name="组合 1">
            <a:extLst>
              <a:ext uri="{FF2B5EF4-FFF2-40B4-BE49-F238E27FC236}">
                <a16:creationId xmlns:a16="http://schemas.microsoft.com/office/drawing/2014/main" id="{74892C53-44CB-4D64-8761-8064855E2E72}"/>
              </a:ext>
            </a:extLst>
          </p:cNvPr>
          <p:cNvGrpSpPr/>
          <p:nvPr/>
        </p:nvGrpSpPr>
        <p:grpSpPr>
          <a:xfrm>
            <a:off x="1023462" y="221927"/>
            <a:ext cx="11074558" cy="693797"/>
            <a:chOff x="1023462" y="221927"/>
            <a:chExt cx="11074558" cy="693797"/>
          </a:xfrm>
        </p:grpSpPr>
        <p:sp>
          <p:nvSpPr>
            <p:cNvPr id="69" name="文本框 68">
              <a:extLst>
                <a:ext uri="{FF2B5EF4-FFF2-40B4-BE49-F238E27FC236}">
                  <a16:creationId xmlns:a16="http://schemas.microsoft.com/office/drawing/2014/main" id="{CAF9543C-1E3B-4E29-839F-D3906409CC43}"/>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0" name="文本框 69">
              <a:extLst>
                <a:ext uri="{FF2B5EF4-FFF2-40B4-BE49-F238E27FC236}">
                  <a16:creationId xmlns:a16="http://schemas.microsoft.com/office/drawing/2014/main" id="{FD927D25-DE4E-4305-9786-E3AE45F38B0D}"/>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1" name="文本框 70">
              <a:extLst>
                <a:ext uri="{FF2B5EF4-FFF2-40B4-BE49-F238E27FC236}">
                  <a16:creationId xmlns:a16="http://schemas.microsoft.com/office/drawing/2014/main" id="{79D9E133-65E4-470D-9E12-ACD2D2CFB1F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2" name="文本框 71">
              <a:extLst>
                <a:ext uri="{FF2B5EF4-FFF2-40B4-BE49-F238E27FC236}">
                  <a16:creationId xmlns:a16="http://schemas.microsoft.com/office/drawing/2014/main" id="{94C4C20F-5217-4B99-8D2D-16BBD7329BC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3" name="文本框 72">
              <a:extLst>
                <a:ext uri="{FF2B5EF4-FFF2-40B4-BE49-F238E27FC236}">
                  <a16:creationId xmlns:a16="http://schemas.microsoft.com/office/drawing/2014/main" id="{EFF28C94-1294-4160-8358-ECEF7FF1B77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4" name="文本框 73">
              <a:extLst>
                <a:ext uri="{FF2B5EF4-FFF2-40B4-BE49-F238E27FC236}">
                  <a16:creationId xmlns:a16="http://schemas.microsoft.com/office/drawing/2014/main" id="{DBAB4AB8-7705-4E9D-A4F2-B4E62DCFFB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7578031C-8365-4E38-932B-9DF2EE278ED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24A7CB0E-FC20-4F16-91BA-A8E58F27754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BD51F1DA-484C-432F-8F1A-63DD12C61D2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538F9F9A-BCDD-4DEC-BFDC-84258B9F1B1B}"/>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9" name="文本框 78">
              <a:extLst>
                <a:ext uri="{FF2B5EF4-FFF2-40B4-BE49-F238E27FC236}">
                  <a16:creationId xmlns:a16="http://schemas.microsoft.com/office/drawing/2014/main" id="{D75F8047-E9BE-4874-8FF3-359D19B7B92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0" name="文本框 79">
              <a:extLst>
                <a:ext uri="{FF2B5EF4-FFF2-40B4-BE49-F238E27FC236}">
                  <a16:creationId xmlns:a16="http://schemas.microsoft.com/office/drawing/2014/main" id="{D2DA4030-DBCE-4255-9633-E8C9EDC52DFB}"/>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1" name="组合 80">
              <a:extLst>
                <a:ext uri="{FF2B5EF4-FFF2-40B4-BE49-F238E27FC236}">
                  <a16:creationId xmlns:a16="http://schemas.microsoft.com/office/drawing/2014/main" id="{C9C7974D-F2DF-44F3-BAC9-FCDA9C4D7E97}"/>
                </a:ext>
              </a:extLst>
            </p:cNvPr>
            <p:cNvGrpSpPr/>
            <p:nvPr/>
          </p:nvGrpSpPr>
          <p:grpSpPr>
            <a:xfrm>
              <a:off x="7367601" y="817356"/>
              <a:ext cx="1623060" cy="98368"/>
              <a:chOff x="3266361" y="824976"/>
              <a:chExt cx="1623060" cy="98368"/>
            </a:xfrm>
          </p:grpSpPr>
          <p:sp>
            <p:nvSpPr>
              <p:cNvPr id="82" name="矩形: 圆角 81">
                <a:extLst>
                  <a:ext uri="{FF2B5EF4-FFF2-40B4-BE49-F238E27FC236}">
                    <a16:creationId xmlns:a16="http://schemas.microsoft.com/office/drawing/2014/main" id="{BB54C790-214B-4D62-B43C-CB27449DB5F4}"/>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等腰三角形 82">
                <a:extLst>
                  <a:ext uri="{FF2B5EF4-FFF2-40B4-BE49-F238E27FC236}">
                    <a16:creationId xmlns:a16="http://schemas.microsoft.com/office/drawing/2014/main" id="{5146A35C-57B0-4731-8D5C-C2207F21979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3" name="组合 32">
            <a:extLst>
              <a:ext uri="{FF2B5EF4-FFF2-40B4-BE49-F238E27FC236}">
                <a16:creationId xmlns:a16="http://schemas.microsoft.com/office/drawing/2014/main" id="{564B42A4-E802-4F96-BF99-D76BCA522998}"/>
              </a:ext>
            </a:extLst>
          </p:cNvPr>
          <p:cNvGrpSpPr/>
          <p:nvPr/>
        </p:nvGrpSpPr>
        <p:grpSpPr>
          <a:xfrm>
            <a:off x="1023462" y="221927"/>
            <a:ext cx="11074558" cy="693797"/>
            <a:chOff x="1023462" y="221927"/>
            <a:chExt cx="11074558" cy="693797"/>
          </a:xfrm>
        </p:grpSpPr>
        <p:sp>
          <p:nvSpPr>
            <p:cNvPr id="34" name="文本框 33">
              <a:extLst>
                <a:ext uri="{FF2B5EF4-FFF2-40B4-BE49-F238E27FC236}">
                  <a16:creationId xmlns:a16="http://schemas.microsoft.com/office/drawing/2014/main" id="{E1BA634E-F820-4ADC-B3BE-963205E463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5" name="文本框 34">
              <a:extLst>
                <a:ext uri="{FF2B5EF4-FFF2-40B4-BE49-F238E27FC236}">
                  <a16:creationId xmlns:a16="http://schemas.microsoft.com/office/drawing/2014/main" id="{5F640DAB-9CFE-4A09-AEA1-945786EAE46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A81EDFE6-7C5A-4B7A-B647-4C523F792211}"/>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7" name="文本框 36">
              <a:extLst>
                <a:ext uri="{FF2B5EF4-FFF2-40B4-BE49-F238E27FC236}">
                  <a16:creationId xmlns:a16="http://schemas.microsoft.com/office/drawing/2014/main" id="{A7F96EF4-F848-4063-AD5F-AFFAD5441EC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8" name="文本框 37">
              <a:extLst>
                <a:ext uri="{FF2B5EF4-FFF2-40B4-BE49-F238E27FC236}">
                  <a16:creationId xmlns:a16="http://schemas.microsoft.com/office/drawing/2014/main" id="{116E7F3F-B1E2-4694-962B-B9897538E5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9" name="文本框 38">
              <a:extLst>
                <a:ext uri="{FF2B5EF4-FFF2-40B4-BE49-F238E27FC236}">
                  <a16:creationId xmlns:a16="http://schemas.microsoft.com/office/drawing/2014/main" id="{61841DF0-5079-49B3-B1EC-43FF4292C827}"/>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710DBE56-1F6B-4EDC-8B2E-95CFF8EB017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0F7E839E-AF2D-49EA-BA52-CA5355B7718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CFD6CA8-B1E9-4A71-AAB4-FAE8C2CEB8D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59FA9159-F147-410C-89EF-9CCD78EA387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6A644CC0-4424-4AC7-B625-888AFE0C33F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2DFA1C59-38C3-455E-A72C-A8425D284A8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8" name="组合 47">
              <a:extLst>
                <a:ext uri="{FF2B5EF4-FFF2-40B4-BE49-F238E27FC236}">
                  <a16:creationId xmlns:a16="http://schemas.microsoft.com/office/drawing/2014/main" id="{BD031BBB-F396-4C0C-8872-157E7B5A1B9C}"/>
                </a:ext>
              </a:extLst>
            </p:cNvPr>
            <p:cNvGrpSpPr/>
            <p:nvPr/>
          </p:nvGrpSpPr>
          <p:grpSpPr>
            <a:xfrm>
              <a:off x="9379514" y="817356"/>
              <a:ext cx="1222846" cy="98368"/>
              <a:chOff x="9379514" y="817356"/>
              <a:chExt cx="1222846" cy="98368"/>
            </a:xfrm>
          </p:grpSpPr>
          <p:sp>
            <p:nvSpPr>
              <p:cNvPr id="49" name="矩形: 圆角 48">
                <a:extLst>
                  <a:ext uri="{FF2B5EF4-FFF2-40B4-BE49-F238E27FC236}">
                    <a16:creationId xmlns:a16="http://schemas.microsoft.com/office/drawing/2014/main" id="{E7D53DF9-7462-4856-9DEB-31C15BA0D74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a:extLst>
                  <a:ext uri="{FF2B5EF4-FFF2-40B4-BE49-F238E27FC236}">
                    <a16:creationId xmlns:a16="http://schemas.microsoft.com/office/drawing/2014/main" id="{D86783FC-DFB8-4E44-9C9D-08D9758FCC7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B743A5D-A76D-40D6-B20F-E081DC8D212D}"/>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BD49B900-9073-48AA-8302-F98D25950A94}"/>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7676B194-0C39-401F-B326-899702052328}"/>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BD9C512E-CABD-4A17-B108-74EFA6C730C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15707EEB-3B1D-4A6B-8520-D3F2EAE4EC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文本框 67">
              <a:extLst>
                <a:ext uri="{FF2B5EF4-FFF2-40B4-BE49-F238E27FC236}">
                  <a16:creationId xmlns:a16="http://schemas.microsoft.com/office/drawing/2014/main" id="{1211274A-22C1-4F37-86A8-DB4868405088}"/>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9" name="文本框 68">
              <a:extLst>
                <a:ext uri="{FF2B5EF4-FFF2-40B4-BE49-F238E27FC236}">
                  <a16:creationId xmlns:a16="http://schemas.microsoft.com/office/drawing/2014/main" id="{FB36C8D2-C953-4F19-85F5-5B45145B9150}"/>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03C736E9-F7AB-4419-A6AC-EA5DA0B18060}"/>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73BB502C-85EB-44AD-AAD9-B6608C292210}"/>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A5E93590-DAD1-4DAE-BA2C-D4A80515A94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EA670A3-661E-4315-BB9C-6B7D901E714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3E9FBBE3-A4D8-4B65-80A3-86766DF4E010}"/>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C03DAB66-8E33-4E07-99CF-60A2C47C657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2" name="组合 1">
              <a:extLst>
                <a:ext uri="{FF2B5EF4-FFF2-40B4-BE49-F238E27FC236}">
                  <a16:creationId xmlns:a16="http://schemas.microsoft.com/office/drawing/2014/main" id="{326170B2-6BB7-467C-A438-71BAC0C1077B}"/>
                </a:ext>
              </a:extLst>
            </p:cNvPr>
            <p:cNvGrpSpPr/>
            <p:nvPr/>
          </p:nvGrpSpPr>
          <p:grpSpPr>
            <a:xfrm>
              <a:off x="9379514" y="817356"/>
              <a:ext cx="1222846" cy="98368"/>
              <a:chOff x="9379514" y="817356"/>
              <a:chExt cx="1222846" cy="98368"/>
            </a:xfrm>
          </p:grpSpPr>
          <p:sp>
            <p:nvSpPr>
              <p:cNvPr id="84" name="矩形: 圆角 83">
                <a:extLst>
                  <a:ext uri="{FF2B5EF4-FFF2-40B4-BE49-F238E27FC236}">
                    <a16:creationId xmlns:a16="http://schemas.microsoft.com/office/drawing/2014/main" id="{693DBB3E-6B5F-448C-B8D3-863E16CCE45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等腰三角形 84">
                <a:extLst>
                  <a:ext uri="{FF2B5EF4-FFF2-40B4-BE49-F238E27FC236}">
                    <a16:creationId xmlns:a16="http://schemas.microsoft.com/office/drawing/2014/main" id="{58EE81A7-22E7-40C0-A2A4-A0FF2186016E}"/>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a:extLst>
              <a:ext uri="{FF2B5EF4-FFF2-40B4-BE49-F238E27FC236}">
                <a16:creationId xmlns:a16="http://schemas.microsoft.com/office/drawing/2014/main" id="{31E6363B-AC3E-481C-A3AF-5EFA9EE957D9}"/>
              </a:ext>
            </a:extLst>
          </p:cNvPr>
          <p:cNvGrpSpPr/>
          <p:nvPr/>
        </p:nvGrpSpPr>
        <p:grpSpPr>
          <a:xfrm>
            <a:off x="1023462" y="221927"/>
            <a:ext cx="11074558" cy="693797"/>
            <a:chOff x="1023462" y="221927"/>
            <a:chExt cx="11074558" cy="693797"/>
          </a:xfrm>
        </p:grpSpPr>
        <p:sp>
          <p:nvSpPr>
            <p:cNvPr id="74" name="文本框 73">
              <a:extLst>
                <a:ext uri="{FF2B5EF4-FFF2-40B4-BE49-F238E27FC236}">
                  <a16:creationId xmlns:a16="http://schemas.microsoft.com/office/drawing/2014/main" id="{6337F3A8-69CE-4B4A-A3C8-12475D4C04E0}"/>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5" name="文本框 74">
              <a:extLst>
                <a:ext uri="{FF2B5EF4-FFF2-40B4-BE49-F238E27FC236}">
                  <a16:creationId xmlns:a16="http://schemas.microsoft.com/office/drawing/2014/main" id="{563D34FB-D7FF-4B88-8575-DB750476B33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6" name="文本框 75">
              <a:extLst>
                <a:ext uri="{FF2B5EF4-FFF2-40B4-BE49-F238E27FC236}">
                  <a16:creationId xmlns:a16="http://schemas.microsoft.com/office/drawing/2014/main" id="{DFE19323-7B2E-40EE-9D36-314F407DABBF}"/>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A8848FE3-FE30-46C4-9733-01D51B91C92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5697C332-1DD2-4E63-801E-30C0383C8B7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81" name="文本框 80">
              <a:extLst>
                <a:ext uri="{FF2B5EF4-FFF2-40B4-BE49-F238E27FC236}">
                  <a16:creationId xmlns:a16="http://schemas.microsoft.com/office/drawing/2014/main" id="{F0E558FF-6888-4017-8C09-2A797BD0B9B2}"/>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1C394E5F-2EA5-4AAF-8849-7E0CA4196CE3}"/>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3" name="文本框 82">
              <a:extLst>
                <a:ext uri="{FF2B5EF4-FFF2-40B4-BE49-F238E27FC236}">
                  <a16:creationId xmlns:a16="http://schemas.microsoft.com/office/drawing/2014/main" id="{87070EF8-2306-478F-B696-2CF4B3E607E5}"/>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4" name="文本框 83">
              <a:extLst>
                <a:ext uri="{FF2B5EF4-FFF2-40B4-BE49-F238E27FC236}">
                  <a16:creationId xmlns:a16="http://schemas.microsoft.com/office/drawing/2014/main" id="{A81D44A1-4B4A-446E-AFB1-D9071F048B0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DB91F624-8397-47FD-8EC6-33F3849991A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6" name="文本框 85">
              <a:extLst>
                <a:ext uri="{FF2B5EF4-FFF2-40B4-BE49-F238E27FC236}">
                  <a16:creationId xmlns:a16="http://schemas.microsoft.com/office/drawing/2014/main" id="{C397D4F9-6A67-4CCC-A3D5-67DF63B97B76}"/>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83919191-9933-4DB2-A829-27FD2FA9F05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8" name="组合 87">
              <a:extLst>
                <a:ext uri="{FF2B5EF4-FFF2-40B4-BE49-F238E27FC236}">
                  <a16:creationId xmlns:a16="http://schemas.microsoft.com/office/drawing/2014/main" id="{E1DFF0AD-23D2-4851-8128-CA1CFC0A136D}"/>
                </a:ext>
              </a:extLst>
            </p:cNvPr>
            <p:cNvGrpSpPr/>
            <p:nvPr/>
          </p:nvGrpSpPr>
          <p:grpSpPr>
            <a:xfrm>
              <a:off x="9379514" y="817356"/>
              <a:ext cx="1222846" cy="98368"/>
              <a:chOff x="9379514" y="817356"/>
              <a:chExt cx="1222846" cy="98368"/>
            </a:xfrm>
          </p:grpSpPr>
          <p:sp>
            <p:nvSpPr>
              <p:cNvPr id="89" name="矩形: 圆角 88">
                <a:extLst>
                  <a:ext uri="{FF2B5EF4-FFF2-40B4-BE49-F238E27FC236}">
                    <a16:creationId xmlns:a16="http://schemas.microsoft.com/office/drawing/2014/main" id="{CCE4FA26-DD1A-4079-AD47-1EAF7CC4E313}"/>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等腰三角形 89">
                <a:extLst>
                  <a:ext uri="{FF2B5EF4-FFF2-40B4-BE49-F238E27FC236}">
                    <a16:creationId xmlns:a16="http://schemas.microsoft.com/office/drawing/2014/main" id="{E4E7D3D7-6D0E-4DA9-89B7-8E3CCB04DB8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91" name="组合 90">
            <a:extLst>
              <a:ext uri="{FF2B5EF4-FFF2-40B4-BE49-F238E27FC236}">
                <a16:creationId xmlns:a16="http://schemas.microsoft.com/office/drawing/2014/main" id="{EBDFC381-2382-43BC-B635-D9AE9F7A292C}"/>
              </a:ext>
            </a:extLst>
          </p:cNvPr>
          <p:cNvGrpSpPr/>
          <p:nvPr/>
        </p:nvGrpSpPr>
        <p:grpSpPr>
          <a:xfrm>
            <a:off x="1023462" y="221927"/>
            <a:ext cx="11074558" cy="693797"/>
            <a:chOff x="1023462" y="221927"/>
            <a:chExt cx="11074558" cy="693797"/>
          </a:xfrm>
        </p:grpSpPr>
        <p:sp>
          <p:nvSpPr>
            <p:cNvPr id="92" name="文本框 91">
              <a:extLst>
                <a:ext uri="{FF2B5EF4-FFF2-40B4-BE49-F238E27FC236}">
                  <a16:creationId xmlns:a16="http://schemas.microsoft.com/office/drawing/2014/main" id="{E9447E99-488C-4FE4-AEE5-B5CD7E76FF9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3" name="文本框 92">
              <a:extLst>
                <a:ext uri="{FF2B5EF4-FFF2-40B4-BE49-F238E27FC236}">
                  <a16:creationId xmlns:a16="http://schemas.microsoft.com/office/drawing/2014/main" id="{FB55B8AC-A07F-4657-BDAE-282B0D4C712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4" name="文本框 93">
              <a:extLst>
                <a:ext uri="{FF2B5EF4-FFF2-40B4-BE49-F238E27FC236}">
                  <a16:creationId xmlns:a16="http://schemas.microsoft.com/office/drawing/2014/main" id="{6702D347-081C-4935-9091-77F2DAD0353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5" name="文本框 94">
              <a:extLst>
                <a:ext uri="{FF2B5EF4-FFF2-40B4-BE49-F238E27FC236}">
                  <a16:creationId xmlns:a16="http://schemas.microsoft.com/office/drawing/2014/main" id="{B840916F-3D92-4BFF-A2AC-0A432D7FF8D5}"/>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6" name="文本框 95">
              <a:extLst>
                <a:ext uri="{FF2B5EF4-FFF2-40B4-BE49-F238E27FC236}">
                  <a16:creationId xmlns:a16="http://schemas.microsoft.com/office/drawing/2014/main" id="{CD85D5FE-4477-4C5A-8C20-2C88E2BE7F4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97" name="文本框 96">
              <a:extLst>
                <a:ext uri="{FF2B5EF4-FFF2-40B4-BE49-F238E27FC236}">
                  <a16:creationId xmlns:a16="http://schemas.microsoft.com/office/drawing/2014/main" id="{4470B43A-3616-402E-BC8A-B726BC918333}"/>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6A30C75B-20AC-4154-ABF1-2A39AA8BFBB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9" name="文本框 98">
              <a:extLst>
                <a:ext uri="{FF2B5EF4-FFF2-40B4-BE49-F238E27FC236}">
                  <a16:creationId xmlns:a16="http://schemas.microsoft.com/office/drawing/2014/main" id="{30E4E852-B98D-404B-AEAB-3B6537D1CEC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F3CF15F0-4F6E-4C88-8F4B-82B79504B8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C0FD92DF-2EA7-4A08-908C-0270B008F7C4}"/>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2" name="文本框 101">
              <a:extLst>
                <a:ext uri="{FF2B5EF4-FFF2-40B4-BE49-F238E27FC236}">
                  <a16:creationId xmlns:a16="http://schemas.microsoft.com/office/drawing/2014/main" id="{0D39551C-ABEE-4832-B8F2-E9488D2EE55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E5CB56AC-69B2-4A0D-87A9-46C07B30FA4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04" name="组合 103">
              <a:extLst>
                <a:ext uri="{FF2B5EF4-FFF2-40B4-BE49-F238E27FC236}">
                  <a16:creationId xmlns:a16="http://schemas.microsoft.com/office/drawing/2014/main" id="{E563AFB6-D7A9-4356-A027-C8EE6E42FBBC}"/>
                </a:ext>
              </a:extLst>
            </p:cNvPr>
            <p:cNvGrpSpPr/>
            <p:nvPr/>
          </p:nvGrpSpPr>
          <p:grpSpPr>
            <a:xfrm>
              <a:off x="9379514" y="817356"/>
              <a:ext cx="1222846" cy="98368"/>
              <a:chOff x="9379514" y="817356"/>
              <a:chExt cx="1222846" cy="98368"/>
            </a:xfrm>
          </p:grpSpPr>
          <p:sp>
            <p:nvSpPr>
              <p:cNvPr id="105" name="矩形: 圆角 104">
                <a:extLst>
                  <a:ext uri="{FF2B5EF4-FFF2-40B4-BE49-F238E27FC236}">
                    <a16:creationId xmlns:a16="http://schemas.microsoft.com/office/drawing/2014/main" id="{50752BB7-7BD1-40DB-B933-1F93D3C1A8B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等腰三角形 105">
                <a:extLst>
                  <a:ext uri="{FF2B5EF4-FFF2-40B4-BE49-F238E27FC236}">
                    <a16:creationId xmlns:a16="http://schemas.microsoft.com/office/drawing/2014/main" id="{31C87B61-A39A-4653-A5D6-96699555D777}"/>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10" name="文本框 109">
            <a:extLst>
              <a:ext uri="{FF2B5EF4-FFF2-40B4-BE49-F238E27FC236}">
                <a16:creationId xmlns:a16="http://schemas.microsoft.com/office/drawing/2014/main" id="{5249F558-2EE0-4B4A-9728-C7A9FF40057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1" name="文本框 110">
            <a:extLst>
              <a:ext uri="{FF2B5EF4-FFF2-40B4-BE49-F238E27FC236}">
                <a16:creationId xmlns:a16="http://schemas.microsoft.com/office/drawing/2014/main" id="{DC7276D8-B919-4FCB-8D2C-1991EEFCD72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2" name="文本框 111">
            <a:extLst>
              <a:ext uri="{FF2B5EF4-FFF2-40B4-BE49-F238E27FC236}">
                <a16:creationId xmlns:a16="http://schemas.microsoft.com/office/drawing/2014/main" id="{A8BF2F1B-F61B-4C84-9836-74EE034EE5E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3" name="文本框 112">
            <a:extLst>
              <a:ext uri="{FF2B5EF4-FFF2-40B4-BE49-F238E27FC236}">
                <a16:creationId xmlns:a16="http://schemas.microsoft.com/office/drawing/2014/main" id="{0CB23F18-D89F-4C5F-AE97-505078AAA7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14" name="文本框 113">
            <a:extLst>
              <a:ext uri="{FF2B5EF4-FFF2-40B4-BE49-F238E27FC236}">
                <a16:creationId xmlns:a16="http://schemas.microsoft.com/office/drawing/2014/main" id="{2D327640-274D-4EE3-B850-F39239E5041C}"/>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15" name="文本框 114">
            <a:extLst>
              <a:ext uri="{FF2B5EF4-FFF2-40B4-BE49-F238E27FC236}">
                <a16:creationId xmlns:a16="http://schemas.microsoft.com/office/drawing/2014/main" id="{6F19B00F-23ED-4B65-B15E-1AA33A7FAC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B412A5AB-5E97-4987-B330-0FE87FDA8A0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AB5838F7-4809-4B11-8282-52223FCFBA7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DFDAB305-0616-4522-AC8D-F63B8EA4F69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9" name="文本框 118">
            <a:extLst>
              <a:ext uri="{FF2B5EF4-FFF2-40B4-BE49-F238E27FC236}">
                <a16:creationId xmlns:a16="http://schemas.microsoft.com/office/drawing/2014/main" id="{B78F9EA5-8EE0-439D-AE6D-DC8E76EC9C9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20" name="文本框 119">
            <a:extLst>
              <a:ext uri="{FF2B5EF4-FFF2-40B4-BE49-F238E27FC236}">
                <a16:creationId xmlns:a16="http://schemas.microsoft.com/office/drawing/2014/main" id="{D79E8CD2-F23F-4E9A-A754-E9F922362F0D}"/>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1" name="文本框 120">
            <a:extLst>
              <a:ext uri="{FF2B5EF4-FFF2-40B4-BE49-F238E27FC236}">
                <a16:creationId xmlns:a16="http://schemas.microsoft.com/office/drawing/2014/main" id="{EAC94FAC-A808-4E1A-A10E-EE626FD566CA}"/>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22" name="组合 121">
            <a:extLst>
              <a:ext uri="{FF2B5EF4-FFF2-40B4-BE49-F238E27FC236}">
                <a16:creationId xmlns:a16="http://schemas.microsoft.com/office/drawing/2014/main" id="{0679FFF4-DB03-4D55-97E1-E5A0D6316A8E}"/>
              </a:ext>
            </a:extLst>
          </p:cNvPr>
          <p:cNvGrpSpPr/>
          <p:nvPr/>
        </p:nvGrpSpPr>
        <p:grpSpPr>
          <a:xfrm>
            <a:off x="10859047" y="817356"/>
            <a:ext cx="1222846" cy="98368"/>
            <a:chOff x="9379514" y="817356"/>
            <a:chExt cx="1222846" cy="98368"/>
          </a:xfrm>
        </p:grpSpPr>
        <p:sp>
          <p:nvSpPr>
            <p:cNvPr id="123" name="矩形: 圆角 122">
              <a:extLst>
                <a:ext uri="{FF2B5EF4-FFF2-40B4-BE49-F238E27FC236}">
                  <a16:creationId xmlns:a16="http://schemas.microsoft.com/office/drawing/2014/main" id="{47318726-FD5D-44D2-8475-38F2B984C079}"/>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等腰三角形 123">
              <a:extLst>
                <a:ext uri="{FF2B5EF4-FFF2-40B4-BE49-F238E27FC236}">
                  <a16:creationId xmlns:a16="http://schemas.microsoft.com/office/drawing/2014/main" id="{0C89AD7D-67B2-41AC-992E-762B5F0C6040}"/>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组合 23">
            <a:extLst>
              <a:ext uri="{FF2B5EF4-FFF2-40B4-BE49-F238E27FC236}">
                <a16:creationId xmlns:a16="http://schemas.microsoft.com/office/drawing/2014/main" id="{1571110F-AFE6-4424-823B-304D66B63178}"/>
              </a:ext>
            </a:extLst>
          </p:cNvPr>
          <p:cNvGrpSpPr/>
          <p:nvPr/>
        </p:nvGrpSpPr>
        <p:grpSpPr>
          <a:xfrm>
            <a:off x="5695157" y="1404632"/>
            <a:ext cx="801687" cy="801687"/>
            <a:chOff x="5695157" y="927748"/>
            <a:chExt cx="801687" cy="801687"/>
          </a:xfrm>
        </p:grpSpPr>
        <p:sp>
          <p:nvSpPr>
            <p:cNvPr id="25" name="流程图: 接点 24">
              <a:extLst>
                <a:ext uri="{FF2B5EF4-FFF2-40B4-BE49-F238E27FC236}">
                  <a16:creationId xmlns:a16="http://schemas.microsoft.com/office/drawing/2014/main" id="{950C1E26-3FCC-4C81-B46B-4632627C6D2C}"/>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8905530A-C8FE-4A62-88CA-EB5017C6C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2266283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5">
      <a:dk1>
        <a:sysClr val="windowText" lastClr="000000"/>
      </a:dk1>
      <a:lt1>
        <a:sysClr val="window" lastClr="FFFFFF"/>
      </a:lt1>
      <a:dk2>
        <a:srgbClr val="44546A"/>
      </a:dk2>
      <a:lt2>
        <a:srgbClr val="E7E6E6"/>
      </a:lt2>
      <a:accent1>
        <a:srgbClr val="016F35"/>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5753</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483</cp:revision>
  <dcterms:created xsi:type="dcterms:W3CDTF">2025-12-29T13:01:08Z</dcterms:created>
  <dcterms:modified xsi:type="dcterms:W3CDTF">2026-01-15T08:53:45Z</dcterms:modified>
</cp:coreProperties>
</file>