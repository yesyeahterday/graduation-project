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C30"/>
    <a:srgbClr val="7FB79A"/>
    <a:srgbClr val="CCDBD3"/>
    <a:srgbClr val="016F35"/>
    <a:srgbClr val="016732"/>
    <a:srgbClr val="B2C8BD"/>
    <a:srgbClr val="7FA491"/>
    <a:srgbClr val="014924"/>
    <a:srgbClr val="911D22"/>
    <a:srgbClr val="F3C5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21" autoAdjust="0"/>
    <p:restoredTop sz="94660"/>
  </p:normalViewPr>
  <p:slideViewPr>
    <p:cSldViewPr snapToGrid="0" showGuides="1">
      <p:cViewPr varScale="1">
        <p:scale>
          <a:sx n="103" d="100"/>
          <a:sy n="103" d="100"/>
        </p:scale>
        <p:origin x="3634"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E11F72B4-DFB2-4437-A713-2AD8DB973251}"/>
              </a:ext>
            </a:extLst>
          </p:cNvPr>
          <p:cNvPicPr>
            <a:picLocks noChangeAspect="1"/>
          </p:cNvPicPr>
          <p:nvPr userDrawn="1"/>
        </p:nvPicPr>
        <p:blipFill>
          <a:blip r:embed="rId2">
            <a:extLst>
              <a:ext uri="{28A0092B-C50C-407E-A947-70E740481C1C}">
                <a14:useLocalDpi xmlns:a14="http://schemas.microsoft.com/office/drawing/2010/main" val="0"/>
              </a:ext>
            </a:extLst>
          </a:blip>
          <a:srcRect l="100000" t="74856" r="-746" b="4152"/>
          <a:stretch>
            <a:fillRect/>
          </a:stretch>
        </p:blipFill>
        <p:spPr>
          <a:xfrm>
            <a:off x="-685312" y="4023360"/>
            <a:ext cx="90952" cy="723901"/>
          </a:xfrm>
          <a:custGeom>
            <a:avLst/>
            <a:gdLst>
              <a:gd name="connsiteX0" fmla="*/ 0 w 90952"/>
              <a:gd name="connsiteY0" fmla="*/ 0 h 723901"/>
              <a:gd name="connsiteX1" fmla="*/ 90952 w 90952"/>
              <a:gd name="connsiteY1" fmla="*/ 0 h 723901"/>
              <a:gd name="connsiteX2" fmla="*/ 90952 w 90952"/>
              <a:gd name="connsiteY2" fmla="*/ 723901 h 723901"/>
              <a:gd name="connsiteX3" fmla="*/ 0 w 90952"/>
              <a:gd name="connsiteY3" fmla="*/ 723901 h 723901"/>
              <a:gd name="connsiteX4" fmla="*/ 0 w 90952"/>
              <a:gd name="connsiteY4" fmla="*/ 0 h 723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2" h="723901">
                <a:moveTo>
                  <a:pt x="0" y="0"/>
                </a:moveTo>
                <a:lnTo>
                  <a:pt x="90952" y="0"/>
                </a:lnTo>
                <a:lnTo>
                  <a:pt x="90952" y="723901"/>
                </a:lnTo>
                <a:lnTo>
                  <a:pt x="0" y="723901"/>
                </a:lnTo>
                <a:lnTo>
                  <a:pt x="0" y="0"/>
                </a:lnTo>
                <a:close/>
              </a:path>
            </a:pathLst>
          </a:custGeom>
        </p:spPr>
      </p:pic>
      <p:cxnSp>
        <p:nvCxnSpPr>
          <p:cNvPr id="7" name="直接连接符 6">
            <a:extLst>
              <a:ext uri="{FF2B5EF4-FFF2-40B4-BE49-F238E27FC236}">
                <a16:creationId xmlns:a16="http://schemas.microsoft.com/office/drawing/2014/main" id="{6D88D9DE-9CCF-4F00-882E-E723033C8EC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D81B61E2-D29B-463F-B3F9-8E03ACABCE76}"/>
              </a:ext>
            </a:extLst>
          </p:cNvPr>
          <p:cNvGrpSpPr/>
          <p:nvPr userDrawn="1"/>
        </p:nvGrpSpPr>
        <p:grpSpPr>
          <a:xfrm>
            <a:off x="263525" y="297823"/>
            <a:ext cx="635651" cy="522101"/>
            <a:chOff x="301625" y="297823"/>
            <a:chExt cx="635651" cy="522101"/>
          </a:xfrm>
        </p:grpSpPr>
        <p:sp>
          <p:nvSpPr>
            <p:cNvPr id="9" name="graduate-hat_59495">
              <a:extLst>
                <a:ext uri="{FF2B5EF4-FFF2-40B4-BE49-F238E27FC236}">
                  <a16:creationId xmlns:a16="http://schemas.microsoft.com/office/drawing/2014/main" id="{5866AA4C-BAD3-4B42-A370-213EE61D2BEA}"/>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raduate-hat_59495">
              <a:extLst>
                <a:ext uri="{FF2B5EF4-FFF2-40B4-BE49-F238E27FC236}">
                  <a16:creationId xmlns:a16="http://schemas.microsoft.com/office/drawing/2014/main" id="{7E764E82-50AD-4C9E-9E23-CB00A2F746AB}"/>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图片 11">
            <a:extLst>
              <a:ext uri="{FF2B5EF4-FFF2-40B4-BE49-F238E27FC236}">
                <a16:creationId xmlns:a16="http://schemas.microsoft.com/office/drawing/2014/main" id="{5B1633F8-D937-412A-9465-C7E2BFCBAEF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21" name="图片 20">
            <a:extLst>
              <a:ext uri="{FF2B5EF4-FFF2-40B4-BE49-F238E27FC236}">
                <a16:creationId xmlns:a16="http://schemas.microsoft.com/office/drawing/2014/main" id="{43CF2118-DB6E-47DC-A7F3-04E21C592AC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a:xfrm>
            <a:off x="9887720" y="245681"/>
            <a:ext cx="2040753" cy="577242"/>
          </a:xfrm>
          <a:custGeom>
            <a:avLst/>
            <a:gdLst>
              <a:gd name="connsiteX0" fmla="*/ 0 w 12192000"/>
              <a:gd name="connsiteY0" fmla="*/ 0 h 3448594"/>
              <a:gd name="connsiteX1" fmla="*/ 12192000 w 12192000"/>
              <a:gd name="connsiteY1" fmla="*/ 0 h 3448594"/>
              <a:gd name="connsiteX2" fmla="*/ 12192000 w 12192000"/>
              <a:gd name="connsiteY2" fmla="*/ 2581491 h 3448594"/>
              <a:gd name="connsiteX3" fmla="*/ 3687592 w 12192000"/>
              <a:gd name="connsiteY3" fmla="*/ 2581491 h 3448594"/>
              <a:gd name="connsiteX4" fmla="*/ 3687592 w 12192000"/>
              <a:gd name="connsiteY4" fmla="*/ 3305392 h 3448594"/>
              <a:gd name="connsiteX5" fmla="*/ 12192000 w 12192000"/>
              <a:gd name="connsiteY5" fmla="*/ 3305392 h 3448594"/>
              <a:gd name="connsiteX6" fmla="*/ 12192000 w 12192000"/>
              <a:gd name="connsiteY6" fmla="*/ 3448594 h 3448594"/>
              <a:gd name="connsiteX7" fmla="*/ 0 w 12192000"/>
              <a:gd name="connsiteY7" fmla="*/ 3448594 h 3448594"/>
              <a:gd name="connsiteX8" fmla="*/ 0 w 12192000"/>
              <a:gd name="connsiteY8" fmla="*/ 0 h 344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48594">
                <a:moveTo>
                  <a:pt x="0" y="0"/>
                </a:moveTo>
                <a:lnTo>
                  <a:pt x="12192000" y="0"/>
                </a:lnTo>
                <a:lnTo>
                  <a:pt x="12192000" y="2581491"/>
                </a:lnTo>
                <a:lnTo>
                  <a:pt x="3687592" y="2581491"/>
                </a:lnTo>
                <a:lnTo>
                  <a:pt x="3687592" y="3305392"/>
                </a:lnTo>
                <a:lnTo>
                  <a:pt x="12192000" y="3305392"/>
                </a:lnTo>
                <a:lnTo>
                  <a:pt x="12192000" y="3448594"/>
                </a:lnTo>
                <a:lnTo>
                  <a:pt x="0" y="3448594"/>
                </a:lnTo>
                <a:lnTo>
                  <a:pt x="0" y="0"/>
                </a:lnTo>
                <a:close/>
              </a:path>
            </a:pathLst>
          </a:cu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0598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0496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1.jpg"/><Relationship Id="rId5" Type="http://schemas.microsoft.com/office/2007/relationships/hdphoto" Target="../media/hdphoto1.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2">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042534" y="2305753"/>
            <a:ext cx="10106934"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论文答辩</a:t>
            </a:r>
            <a:r>
              <a:rPr lang="en-US" altLang="zh-CN" sz="5400" dirty="0">
                <a:solidFill>
                  <a:schemeClr val="bg1"/>
                </a:solidFill>
                <a:latin typeface="思源黑体 CN Bold" panose="020B0800000000000000" pitchFamily="34" charset="-122"/>
                <a:ea typeface="思源黑体 CN Bold" panose="020B0800000000000000" pitchFamily="34" charset="-122"/>
              </a:rPr>
              <a:t>/</a:t>
            </a:r>
            <a:r>
              <a:rPr lang="zh-CN" altLang="en-US" sz="5400" dirty="0">
                <a:solidFill>
                  <a:schemeClr val="bg1"/>
                </a:solidFill>
                <a:latin typeface="思源黑体 CN Bold" panose="020B0800000000000000" pitchFamily="34" charset="-122"/>
                <a:ea typeface="思源黑体 CN Bold" panose="020B0800000000000000" pitchFamily="34" charset="-122"/>
              </a:rPr>
              <a:t>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7300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图片 24">
            <a:extLst>
              <a:ext uri="{FF2B5EF4-FFF2-40B4-BE49-F238E27FC236}">
                <a16:creationId xmlns:a16="http://schemas.microsoft.com/office/drawing/2014/main" id="{254D258B-7545-4640-B1E0-C569BEDE9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组合 3">
            <a:extLst>
              <a:ext uri="{FF2B5EF4-FFF2-40B4-BE49-F238E27FC236}">
                <a16:creationId xmlns:a16="http://schemas.microsoft.com/office/drawing/2014/main" id="{2728FB3B-1DE5-4DED-9566-2BF73E311E38}"/>
              </a:ext>
            </a:extLst>
          </p:cNvPr>
          <p:cNvGrpSpPr/>
          <p:nvPr/>
        </p:nvGrpSpPr>
        <p:grpSpPr>
          <a:xfrm>
            <a:off x="5695157" y="927748"/>
            <a:ext cx="801687" cy="801687"/>
            <a:chOff x="5695157" y="927748"/>
            <a:chExt cx="801687" cy="801687"/>
          </a:xfrm>
        </p:grpSpPr>
        <p:sp>
          <p:nvSpPr>
            <p:cNvPr id="16" name="流程图: 接点 15">
              <a:extLst>
                <a:ext uri="{FF2B5EF4-FFF2-40B4-BE49-F238E27FC236}">
                  <a16:creationId xmlns:a16="http://schemas.microsoft.com/office/drawing/2014/main" id="{5CE76725-64D6-46C8-8889-0B52B59EEE1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8693C4D5-7A05-40E3-A7AB-27A0F7621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
        <p:nvSpPr>
          <p:cNvPr id="2" name="矩形 1">
            <a:extLst>
              <a:ext uri="{FF2B5EF4-FFF2-40B4-BE49-F238E27FC236}">
                <a16:creationId xmlns:a16="http://schemas.microsoft.com/office/drawing/2014/main" id="{2D54CA09-B187-4632-9971-BEC77502934D}"/>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4047505" cy="584775"/>
            <a:chOff x="6717178" y="1451134"/>
            <a:chExt cx="4047505"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grpSp>
        <p:nvGrpSpPr>
          <p:cNvPr id="17" name="组合 16">
            <a:extLst>
              <a:ext uri="{FF2B5EF4-FFF2-40B4-BE49-F238E27FC236}">
                <a16:creationId xmlns:a16="http://schemas.microsoft.com/office/drawing/2014/main" id="{70A3D56F-6CCC-4162-8F33-7A88B8F03B58}"/>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368A92C6-49B2-4273-B87C-8D6AD9750BC4}"/>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07F5D67F-4031-4303-B2A6-C202AA9A764D}"/>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253930"/>
            <a:ext cx="3166251"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MYSM1 KO </a:t>
            </a:r>
            <a:r>
              <a:rPr lang="zh-CN" altLang="en-US" sz="2000" dirty="0">
                <a:solidFill>
                  <a:schemeClr val="accent1"/>
                </a:solidFill>
                <a:latin typeface="思源黑体 CN Bold" panose="020B0800000000000000" pitchFamily="34" charset="-122"/>
                <a:ea typeface="思源黑体 CN Bold" panose="020B0800000000000000" pitchFamily="34" charset="-122"/>
              </a:rPr>
              <a:t>体外减少 </a:t>
            </a:r>
            <a:r>
              <a:rPr lang="en-US" altLang="zh-CN" sz="2000" dirty="0">
                <a:solidFill>
                  <a:schemeClr val="accent1"/>
                </a:solidFill>
                <a:latin typeface="思源黑体 CN Bold" panose="020B0800000000000000" pitchFamily="34" charset="-122"/>
                <a:ea typeface="思源黑体 CN Bold" panose="020B0800000000000000" pitchFamily="34" charset="-122"/>
              </a:rPr>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253930"/>
            <a:ext cx="3725122"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CRISPR </a:t>
            </a:r>
            <a:r>
              <a:rPr lang="zh-CN" altLang="en-US" sz="2000" dirty="0">
                <a:solidFill>
                  <a:schemeClr val="accent1"/>
                </a:solidFill>
                <a:latin typeface="思源黑体 CN Bold" panose="020B0800000000000000" pitchFamily="34" charset="-122"/>
                <a:ea typeface="思源黑体 CN Bold" panose="020B0800000000000000" pitchFamily="34" charset="-122"/>
              </a:rPr>
              <a:t>构建 </a:t>
            </a:r>
            <a:r>
              <a:rPr lang="en-US" altLang="zh-CN" sz="2000" dirty="0">
                <a:solidFill>
                  <a:schemeClr val="accent1"/>
                </a:solidFill>
                <a:latin typeface="思源黑体 CN Bold" panose="020B0800000000000000" pitchFamily="34" charset="-122"/>
                <a:ea typeface="思源黑体 CN Bold" panose="020B0800000000000000" pitchFamily="34" charset="-122"/>
              </a:rPr>
              <a:t>MYSM1 </a:t>
            </a:r>
            <a:r>
              <a:rPr lang="zh-CN" altLang="en-US" sz="2000" dirty="0">
                <a:solidFill>
                  <a:schemeClr val="accent1"/>
                </a:solidFill>
                <a:latin typeface="思源黑体 CN Bold" panose="020B0800000000000000" pitchFamily="34" charset="-122"/>
                <a:ea typeface="思源黑体 CN Bold" panose="020B0800000000000000" pitchFamily="34" charset="-122"/>
              </a:rPr>
              <a:t>敲除模型</a:t>
            </a:r>
            <a:endParaRPr lang="en-US" altLang="zh-CN"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22315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253930"/>
            <a:ext cx="3138167"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DXSVDFB</a:t>
            </a:r>
            <a:r>
              <a:rPr lang="zh-CN" altLang="en-US" sz="2000" dirty="0">
                <a:solidFill>
                  <a:schemeClr val="accent1"/>
                </a:solidFill>
                <a:latin typeface="思源黑体 CN Bold" panose="020B0800000000000000" pitchFamily="34" charset="-122"/>
                <a:ea typeface="思源黑体 CN Bold" panose="020B0800000000000000" pitchFamily="34" charset="-122"/>
              </a:rPr>
              <a:t>策略构建与验证</a:t>
            </a:r>
            <a:endParaRPr lang="en-US" altLang="zh-CN" sz="2000" dirty="0">
              <a:solidFill>
                <a:schemeClr val="accent1"/>
              </a:solidFill>
              <a:latin typeface="思源黑体 CN Bold" panose="020B0800000000000000" pitchFamily="34" charset="-122"/>
              <a:ea typeface="思源黑体 CN Bold" panose="020B0800000000000000" pitchFamily="34" charset="-122"/>
            </a:endParaRPr>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3329360" cy="584775"/>
            <a:chOff x="6717178" y="1451134"/>
            <a:chExt cx="3329360"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defPPr>
                <a:defRPr lang="zh-CN"/>
              </a:defPPr>
              <a:lvl1pPr>
                <a:defRPr sz="3200">
                  <a:solidFill>
                    <a:schemeClr val="accent1"/>
                  </a:solidFill>
                  <a:latin typeface="思源黑体 CN Heavy" panose="020B0A00000000000000" pitchFamily="34" charset="-122"/>
                  <a:ea typeface="思源黑体 CN Heavy" panose="020B0A00000000000000" pitchFamily="34" charset="-122"/>
                </a:defRPr>
              </a:lvl1pPr>
            </a:lstStyle>
            <a:p>
              <a:r>
                <a:rPr lang="en-US" altLang="zh-CN" dirty="0"/>
                <a:t>03</a:t>
              </a:r>
              <a:endParaRPr lang="zh-CN" altLang="en-US" dirty="0"/>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22315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grpSp>
        <p:nvGrpSpPr>
          <p:cNvPr id="3" name="组合 2">
            <a:extLst>
              <a:ext uri="{FF2B5EF4-FFF2-40B4-BE49-F238E27FC236}">
                <a16:creationId xmlns:a16="http://schemas.microsoft.com/office/drawing/2014/main" id="{EC1711A6-C741-43F1-926D-D5EF6F33A4B3}"/>
              </a:ext>
            </a:extLst>
          </p:cNvPr>
          <p:cNvGrpSpPr/>
          <p:nvPr/>
        </p:nvGrpSpPr>
        <p:grpSpPr>
          <a:xfrm>
            <a:off x="1001750" y="267494"/>
            <a:ext cx="3329360" cy="584775"/>
            <a:chOff x="6717178" y="1451134"/>
            <a:chExt cx="3329360" cy="584775"/>
          </a:xfrm>
        </p:grpSpPr>
        <p:sp>
          <p:nvSpPr>
            <p:cNvPr id="4" name="文本框 3">
              <a:extLst>
                <a:ext uri="{FF2B5EF4-FFF2-40B4-BE49-F238E27FC236}">
                  <a16:creationId xmlns:a16="http://schemas.microsoft.com/office/drawing/2014/main" id="{1DEAF5A0-D1B4-49F4-A3E7-4936F499C96E}"/>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03</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CF38AC97-D811-4246-B9BE-30142E9B40DB}"/>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sp>
        <p:nvSpPr>
          <p:cNvPr id="6" name="矩形: 圆角 5">
            <a:extLst>
              <a:ext uri="{FF2B5EF4-FFF2-40B4-BE49-F238E27FC236}">
                <a16:creationId xmlns:a16="http://schemas.microsoft.com/office/drawing/2014/main" id="{C1A30B15-8195-4307-A38C-A12C001EC6E1}"/>
              </a:ext>
            </a:extLst>
          </p:cNvPr>
          <p:cNvSpPr/>
          <p:nvPr/>
        </p:nvSpPr>
        <p:spPr>
          <a:xfrm>
            <a:off x="6096000" y="144272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7766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44751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46520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12948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7525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8197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7894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7766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8197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72802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7504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grpSp>
        <p:nvGrpSpPr>
          <p:cNvPr id="3" name="组合 2">
            <a:extLst>
              <a:ext uri="{FF2B5EF4-FFF2-40B4-BE49-F238E27FC236}">
                <a16:creationId xmlns:a16="http://schemas.microsoft.com/office/drawing/2014/main" id="{EC1711A6-C741-43F1-926D-D5EF6F33A4B3}"/>
              </a:ext>
            </a:extLst>
          </p:cNvPr>
          <p:cNvGrpSpPr/>
          <p:nvPr/>
        </p:nvGrpSpPr>
        <p:grpSpPr>
          <a:xfrm>
            <a:off x="1001750" y="267494"/>
            <a:ext cx="3329360" cy="584775"/>
            <a:chOff x="6717178" y="1451134"/>
            <a:chExt cx="3329360" cy="584775"/>
          </a:xfrm>
        </p:grpSpPr>
        <p:sp>
          <p:nvSpPr>
            <p:cNvPr id="4" name="文本框 3">
              <a:extLst>
                <a:ext uri="{FF2B5EF4-FFF2-40B4-BE49-F238E27FC236}">
                  <a16:creationId xmlns:a16="http://schemas.microsoft.com/office/drawing/2014/main" id="{1DEAF5A0-D1B4-49F4-A3E7-4936F499C96E}"/>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03</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CF38AC97-D811-4246-B9BE-30142E9B40DB}"/>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5D8AF1D-5CAF-4596-90E1-7A8ABECBF02E}"/>
              </a:ext>
            </a:extLst>
          </p:cNvPr>
          <p:cNvGrpSpPr/>
          <p:nvPr/>
        </p:nvGrpSpPr>
        <p:grpSpPr>
          <a:xfrm>
            <a:off x="1001750" y="267494"/>
            <a:ext cx="3688432" cy="584775"/>
            <a:chOff x="6717178" y="1451134"/>
            <a:chExt cx="3688432" cy="584775"/>
          </a:xfrm>
        </p:grpSpPr>
        <p:sp>
          <p:nvSpPr>
            <p:cNvPr id="4" name="文本框 3">
              <a:extLst>
                <a:ext uri="{FF2B5EF4-FFF2-40B4-BE49-F238E27FC236}">
                  <a16:creationId xmlns:a16="http://schemas.microsoft.com/office/drawing/2014/main" id="{34134F62-D028-4FCF-93D2-9B455FBBDA00}"/>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04</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BACA0E63-5055-4509-98F9-57AF229CBE6B}"/>
                </a:ext>
              </a:extLst>
            </p:cNvPr>
            <p:cNvSpPr txBox="1"/>
            <p:nvPr/>
          </p:nvSpPr>
          <p:spPr>
            <a:xfrm>
              <a:off x="7348363" y="1477804"/>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grpSp>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2155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4393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3169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26" name="组合 25">
            <a:extLst>
              <a:ext uri="{FF2B5EF4-FFF2-40B4-BE49-F238E27FC236}">
                <a16:creationId xmlns:a16="http://schemas.microsoft.com/office/drawing/2014/main" id="{C252ED32-B842-4899-9FF8-E1EB732A26CE}"/>
              </a:ext>
            </a:extLst>
          </p:cNvPr>
          <p:cNvGrpSpPr/>
          <p:nvPr/>
        </p:nvGrpSpPr>
        <p:grpSpPr>
          <a:xfrm>
            <a:off x="1001750" y="267494"/>
            <a:ext cx="4765650" cy="584775"/>
            <a:chOff x="6717178" y="1451134"/>
            <a:chExt cx="4765650" cy="584775"/>
          </a:xfrm>
        </p:grpSpPr>
        <p:sp>
          <p:nvSpPr>
            <p:cNvPr id="27" name="文本框 26">
              <a:extLst>
                <a:ext uri="{FF2B5EF4-FFF2-40B4-BE49-F238E27FC236}">
                  <a16:creationId xmlns:a16="http://schemas.microsoft.com/office/drawing/2014/main" id="{4B6ADAFA-9187-4778-8EA8-D5B050B7F793}"/>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8" name="文本框 27">
              <a:extLst>
                <a:ext uri="{FF2B5EF4-FFF2-40B4-BE49-F238E27FC236}">
                  <a16:creationId xmlns:a16="http://schemas.microsoft.com/office/drawing/2014/main" id="{3C2D271D-5F67-4AED-9A08-C27171670796}"/>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2155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4393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679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469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82" name="组合 81">
            <a:extLst>
              <a:ext uri="{FF2B5EF4-FFF2-40B4-BE49-F238E27FC236}">
                <a16:creationId xmlns:a16="http://schemas.microsoft.com/office/drawing/2014/main" id="{3FCB8E53-261B-4586-988B-0FFE64BDECAE}"/>
              </a:ext>
            </a:extLst>
          </p:cNvPr>
          <p:cNvGrpSpPr/>
          <p:nvPr/>
        </p:nvGrpSpPr>
        <p:grpSpPr>
          <a:xfrm>
            <a:off x="1001750" y="267494"/>
            <a:ext cx="4765650" cy="584775"/>
            <a:chOff x="6717178" y="1451134"/>
            <a:chExt cx="4765650" cy="584775"/>
          </a:xfrm>
        </p:grpSpPr>
        <p:sp>
          <p:nvSpPr>
            <p:cNvPr id="83" name="文本框 82">
              <a:extLst>
                <a:ext uri="{FF2B5EF4-FFF2-40B4-BE49-F238E27FC236}">
                  <a16:creationId xmlns:a16="http://schemas.microsoft.com/office/drawing/2014/main" id="{26DAB4B5-2643-4625-8F04-82546467EF32}"/>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84" name="文本框 83">
              <a:extLst>
                <a:ext uri="{FF2B5EF4-FFF2-40B4-BE49-F238E27FC236}">
                  <a16:creationId xmlns:a16="http://schemas.microsoft.com/office/drawing/2014/main" id="{6CEF7ACF-7D3E-4C31-A0C3-6169BAF80E81}"/>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02692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2216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40071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9420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10632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22026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53570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9420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74704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9510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42897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42897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42267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42267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a:extLst>
              <a:ext uri="{FF2B5EF4-FFF2-40B4-BE49-F238E27FC236}">
                <a16:creationId xmlns:a16="http://schemas.microsoft.com/office/drawing/2014/main" id="{8D571208-1B45-4006-B3FC-6E3F6DAEDA71}"/>
              </a:ext>
            </a:extLst>
          </p:cNvPr>
          <p:cNvGrpSpPr/>
          <p:nvPr/>
        </p:nvGrpSpPr>
        <p:grpSpPr>
          <a:xfrm>
            <a:off x="1001750" y="267494"/>
            <a:ext cx="4765650" cy="584775"/>
            <a:chOff x="6717178" y="1451134"/>
            <a:chExt cx="4765650" cy="584775"/>
          </a:xfrm>
        </p:grpSpPr>
        <p:sp>
          <p:nvSpPr>
            <p:cNvPr id="43" name="文本框 42">
              <a:extLst>
                <a:ext uri="{FF2B5EF4-FFF2-40B4-BE49-F238E27FC236}">
                  <a16:creationId xmlns:a16="http://schemas.microsoft.com/office/drawing/2014/main" id="{158C075D-0A8E-4A03-934F-0376EA6E414F}"/>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4" name="文本框 43">
              <a:extLst>
                <a:ext uri="{FF2B5EF4-FFF2-40B4-BE49-F238E27FC236}">
                  <a16:creationId xmlns:a16="http://schemas.microsoft.com/office/drawing/2014/main" id="{4ACAC822-9482-4138-B0E2-2A00027EA302}"/>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33" name="组合 32">
            <a:extLst>
              <a:ext uri="{FF2B5EF4-FFF2-40B4-BE49-F238E27FC236}">
                <a16:creationId xmlns:a16="http://schemas.microsoft.com/office/drawing/2014/main" id="{F0A142FA-53F7-4BE9-9E7F-ED57A0C65A91}"/>
              </a:ext>
            </a:extLst>
          </p:cNvPr>
          <p:cNvGrpSpPr/>
          <p:nvPr/>
        </p:nvGrpSpPr>
        <p:grpSpPr>
          <a:xfrm>
            <a:off x="1001750" y="267494"/>
            <a:ext cx="4765650" cy="584775"/>
            <a:chOff x="6717178" y="1451134"/>
            <a:chExt cx="4765650" cy="584775"/>
          </a:xfrm>
        </p:grpSpPr>
        <p:sp>
          <p:nvSpPr>
            <p:cNvPr id="34" name="文本框 33">
              <a:extLst>
                <a:ext uri="{FF2B5EF4-FFF2-40B4-BE49-F238E27FC236}">
                  <a16:creationId xmlns:a16="http://schemas.microsoft.com/office/drawing/2014/main" id="{437ED5CC-EDD2-424F-B7A7-E2DF82600DF8}"/>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35" name="文本框 34">
              <a:extLst>
                <a:ext uri="{FF2B5EF4-FFF2-40B4-BE49-F238E27FC236}">
                  <a16:creationId xmlns:a16="http://schemas.microsoft.com/office/drawing/2014/main" id="{28B9D97D-81B3-4364-8950-BBA98842A6B5}"/>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
        <p:nvSpPr>
          <p:cNvPr id="11" name="矩形: 圆角 10">
            <a:extLst>
              <a:ext uri="{FF2B5EF4-FFF2-40B4-BE49-F238E27FC236}">
                <a16:creationId xmlns:a16="http://schemas.microsoft.com/office/drawing/2014/main" id="{8BE4F5B9-0A7A-4D0C-81A2-093ACA468498}"/>
              </a:ext>
            </a:extLst>
          </p:cNvPr>
          <p:cNvSpPr/>
          <p:nvPr/>
        </p:nvSpPr>
        <p:spPr>
          <a:xfrm>
            <a:off x="586232" y="182626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4351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9113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979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9342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545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81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6371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8096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859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724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3087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9199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2562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10116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841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604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3469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833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944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6307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grpSp>
        <p:nvGrpSpPr>
          <p:cNvPr id="33" name="组合 32">
            <a:extLst>
              <a:ext uri="{FF2B5EF4-FFF2-40B4-BE49-F238E27FC236}">
                <a16:creationId xmlns:a16="http://schemas.microsoft.com/office/drawing/2014/main" id="{F0A142FA-53F7-4BE9-9E7F-ED57A0C65A91}"/>
              </a:ext>
            </a:extLst>
          </p:cNvPr>
          <p:cNvGrpSpPr/>
          <p:nvPr/>
        </p:nvGrpSpPr>
        <p:grpSpPr>
          <a:xfrm>
            <a:off x="1001750" y="267494"/>
            <a:ext cx="4047505" cy="584775"/>
            <a:chOff x="6717178" y="1451134"/>
            <a:chExt cx="4047505" cy="584775"/>
          </a:xfrm>
        </p:grpSpPr>
        <p:sp>
          <p:nvSpPr>
            <p:cNvPr id="34" name="文本框 33">
              <a:extLst>
                <a:ext uri="{FF2B5EF4-FFF2-40B4-BE49-F238E27FC236}">
                  <a16:creationId xmlns:a16="http://schemas.microsoft.com/office/drawing/2014/main" id="{437ED5CC-EDD2-424F-B7A7-E2DF82600DF8}"/>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06</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35" name="文本框 34">
              <a:extLst>
                <a:ext uri="{FF2B5EF4-FFF2-40B4-BE49-F238E27FC236}">
                  <a16:creationId xmlns:a16="http://schemas.microsoft.com/office/drawing/2014/main" id="{28B9D97D-81B3-4364-8950-BBA98842A6B5}"/>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gr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22315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25363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组合 23">
            <a:extLst>
              <a:ext uri="{FF2B5EF4-FFF2-40B4-BE49-F238E27FC236}">
                <a16:creationId xmlns:a16="http://schemas.microsoft.com/office/drawing/2014/main" id="{1571110F-AFE6-4424-823B-304D66B63178}"/>
              </a:ext>
            </a:extLst>
          </p:cNvPr>
          <p:cNvGrpSpPr/>
          <p:nvPr/>
        </p:nvGrpSpPr>
        <p:grpSpPr>
          <a:xfrm>
            <a:off x="5695157" y="1404632"/>
            <a:ext cx="801687" cy="801687"/>
            <a:chOff x="5695157" y="927748"/>
            <a:chExt cx="801687" cy="801687"/>
          </a:xfrm>
        </p:grpSpPr>
        <p:sp>
          <p:nvSpPr>
            <p:cNvPr id="25" name="流程图: 接点 24">
              <a:extLst>
                <a:ext uri="{FF2B5EF4-FFF2-40B4-BE49-F238E27FC236}">
                  <a16:creationId xmlns:a16="http://schemas.microsoft.com/office/drawing/2014/main" id="{950C1E26-3FCC-4C81-B46B-4632627C6D2C}"/>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8905530A-C8FE-4A62-88CA-EB5017C6C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59">
      <a:dk1>
        <a:sysClr val="windowText" lastClr="000000"/>
      </a:dk1>
      <a:lt1>
        <a:sysClr val="window" lastClr="FFFFFF"/>
      </a:lt1>
      <a:dk2>
        <a:srgbClr val="44546A"/>
      </a:dk2>
      <a:lt2>
        <a:srgbClr val="E7E6E6"/>
      </a:lt2>
      <a:accent1>
        <a:srgbClr val="016F35"/>
      </a:accent1>
      <a:accent2>
        <a:srgbClr val="7FB79A"/>
      </a:accent2>
      <a:accent3>
        <a:srgbClr val="CCDBD3"/>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4309</TotalTime>
  <Words>2013</Words>
  <Application>Microsoft Office PowerPoint</Application>
  <PresentationFormat>宽屏</PresentationFormat>
  <Paragraphs>275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337</cp:revision>
  <dcterms:created xsi:type="dcterms:W3CDTF">2025-12-29T13:01:08Z</dcterms:created>
  <dcterms:modified xsi:type="dcterms:W3CDTF">2026-01-15T06:34:05Z</dcterms:modified>
</cp:coreProperties>
</file>