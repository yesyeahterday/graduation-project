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38DD05DF-A000-4E4A-A83F-F2A010A810B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18" name="组合 17">
            <a:extLst>
              <a:ext uri="{FF2B5EF4-FFF2-40B4-BE49-F238E27FC236}">
                <a16:creationId xmlns:a16="http://schemas.microsoft.com/office/drawing/2014/main" id="{B91C334C-9CE8-4261-AFEF-BE7BF1ED2EF7}"/>
              </a:ext>
            </a:extLst>
          </p:cNvPr>
          <p:cNvGrpSpPr/>
          <p:nvPr/>
        </p:nvGrpSpPr>
        <p:grpSpPr>
          <a:xfrm>
            <a:off x="1023462" y="0"/>
            <a:ext cx="11074558" cy="963441"/>
            <a:chOff x="1023462" y="0"/>
            <a:chExt cx="11074558" cy="963441"/>
          </a:xfrm>
        </p:grpSpPr>
        <p:sp>
          <p:nvSpPr>
            <p:cNvPr id="9" name="矩形: 圆顶角 8">
              <a:extLst>
                <a:ext uri="{FF2B5EF4-FFF2-40B4-BE49-F238E27FC236}">
                  <a16:creationId xmlns:a16="http://schemas.microsoft.com/office/drawing/2014/main" id="{05949103-B798-4FFA-BC00-D226022ABCF4}"/>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92" name="组合 91">
            <a:extLst>
              <a:ext uri="{FF2B5EF4-FFF2-40B4-BE49-F238E27FC236}">
                <a16:creationId xmlns:a16="http://schemas.microsoft.com/office/drawing/2014/main" id="{644F5918-3EFE-4D4A-9C9C-AD82FC153891}"/>
              </a:ext>
            </a:extLst>
          </p:cNvPr>
          <p:cNvGrpSpPr/>
          <p:nvPr/>
        </p:nvGrpSpPr>
        <p:grpSpPr>
          <a:xfrm>
            <a:off x="1023462" y="0"/>
            <a:ext cx="11074558" cy="963441"/>
            <a:chOff x="1023462" y="0"/>
            <a:chExt cx="11074558" cy="963441"/>
          </a:xfrm>
        </p:grpSpPr>
        <p:sp>
          <p:nvSpPr>
            <p:cNvPr id="93" name="矩形: 圆顶角 92">
              <a:extLst>
                <a:ext uri="{FF2B5EF4-FFF2-40B4-BE49-F238E27FC236}">
                  <a16:creationId xmlns:a16="http://schemas.microsoft.com/office/drawing/2014/main" id="{EDD7918C-1659-41BC-B431-B1C5A75B9D8C}"/>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5EDEF6C1-D583-4F07-ACF4-B910220824A5}"/>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5" name="文本框 94">
              <a:extLst>
                <a:ext uri="{FF2B5EF4-FFF2-40B4-BE49-F238E27FC236}">
                  <a16:creationId xmlns:a16="http://schemas.microsoft.com/office/drawing/2014/main" id="{B7EFD11D-2FCC-446B-AB1F-096BB636A23F}"/>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6" name="文本框 95">
              <a:extLst>
                <a:ext uri="{FF2B5EF4-FFF2-40B4-BE49-F238E27FC236}">
                  <a16:creationId xmlns:a16="http://schemas.microsoft.com/office/drawing/2014/main" id="{654AAAB8-F84B-47B7-B8F0-1D002E6CC493}"/>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7" name="文本框 96">
              <a:extLst>
                <a:ext uri="{FF2B5EF4-FFF2-40B4-BE49-F238E27FC236}">
                  <a16:creationId xmlns:a16="http://schemas.microsoft.com/office/drawing/2014/main" id="{32D41DB7-B27D-47DD-90FC-F193777179E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8" name="文本框 97">
              <a:extLst>
                <a:ext uri="{FF2B5EF4-FFF2-40B4-BE49-F238E27FC236}">
                  <a16:creationId xmlns:a16="http://schemas.microsoft.com/office/drawing/2014/main" id="{8AE336AD-249F-4995-B9E1-55587C90863F}"/>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9" name="文本框 98">
              <a:extLst>
                <a:ext uri="{FF2B5EF4-FFF2-40B4-BE49-F238E27FC236}">
                  <a16:creationId xmlns:a16="http://schemas.microsoft.com/office/drawing/2014/main" id="{834E9448-BBDD-464A-9B96-A05DA295EB57}"/>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674BDC67-DC91-4B93-BCF7-805AF20E7CF1}"/>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A889CDDC-897E-48C6-B677-F01C0322A7B9}"/>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2" name="文本框 101">
              <a:extLst>
                <a:ext uri="{FF2B5EF4-FFF2-40B4-BE49-F238E27FC236}">
                  <a16:creationId xmlns:a16="http://schemas.microsoft.com/office/drawing/2014/main" id="{8ECB563F-E77C-424D-B976-D65E3C41520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C1C9CB84-67C8-429A-841E-0DDC13B6366E}"/>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4" name="文本框 103">
              <a:extLst>
                <a:ext uri="{FF2B5EF4-FFF2-40B4-BE49-F238E27FC236}">
                  <a16:creationId xmlns:a16="http://schemas.microsoft.com/office/drawing/2014/main" id="{961272C1-5FCC-4D65-9FC5-A75A6954CD33}"/>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B0EB61F2-8937-40B5-8917-75EF7C55D9E5}"/>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8A4C7A0F-5F14-4B2A-9D98-C0CA6B569825}"/>
              </a:ext>
            </a:extLst>
          </p:cNvPr>
          <p:cNvGrpSpPr/>
          <p:nvPr/>
        </p:nvGrpSpPr>
        <p:grpSpPr>
          <a:xfrm>
            <a:off x="1023462" y="0"/>
            <a:ext cx="11074558" cy="963441"/>
            <a:chOff x="1023462" y="0"/>
            <a:chExt cx="11074558" cy="963441"/>
          </a:xfrm>
        </p:grpSpPr>
        <p:sp>
          <p:nvSpPr>
            <p:cNvPr id="88" name="矩形: 圆顶角 87">
              <a:extLst>
                <a:ext uri="{FF2B5EF4-FFF2-40B4-BE49-F238E27FC236}">
                  <a16:creationId xmlns:a16="http://schemas.microsoft.com/office/drawing/2014/main" id="{89856980-C5D2-4088-8DB5-2F1DB118137B}"/>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667D2997-E0FC-4262-BCED-2C2F2A55F714}"/>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0" name="文本框 89">
              <a:extLst>
                <a:ext uri="{FF2B5EF4-FFF2-40B4-BE49-F238E27FC236}">
                  <a16:creationId xmlns:a16="http://schemas.microsoft.com/office/drawing/2014/main" id="{7569E4EC-68F5-4B89-B393-B2F7E67D7551}"/>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1" name="文本框 90">
              <a:extLst>
                <a:ext uri="{FF2B5EF4-FFF2-40B4-BE49-F238E27FC236}">
                  <a16:creationId xmlns:a16="http://schemas.microsoft.com/office/drawing/2014/main" id="{17E0A7B2-7D9C-434F-A0CA-DB365B463A90}"/>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2" name="文本框 91">
              <a:extLst>
                <a:ext uri="{FF2B5EF4-FFF2-40B4-BE49-F238E27FC236}">
                  <a16:creationId xmlns:a16="http://schemas.microsoft.com/office/drawing/2014/main" id="{9C402A63-BF4E-4073-AC8C-61CCE107C623}"/>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3" name="文本框 92">
              <a:extLst>
                <a:ext uri="{FF2B5EF4-FFF2-40B4-BE49-F238E27FC236}">
                  <a16:creationId xmlns:a16="http://schemas.microsoft.com/office/drawing/2014/main" id="{E621D064-EB8B-45AE-8F6A-0061C05C3899}"/>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4" name="文本框 93">
              <a:extLst>
                <a:ext uri="{FF2B5EF4-FFF2-40B4-BE49-F238E27FC236}">
                  <a16:creationId xmlns:a16="http://schemas.microsoft.com/office/drawing/2014/main" id="{AE4394D9-EEA6-48E1-BD02-6DA57B522205}"/>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DDEF1810-CABB-470C-AE52-4C1E6427218F}"/>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1677CE90-2062-4552-97C7-BD345C763074}"/>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7" name="文本框 96">
              <a:extLst>
                <a:ext uri="{FF2B5EF4-FFF2-40B4-BE49-F238E27FC236}">
                  <a16:creationId xmlns:a16="http://schemas.microsoft.com/office/drawing/2014/main" id="{343E42A1-45A2-4D5F-AA21-4A8CD67C0C5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0D0312BE-48BA-4182-83EC-530C2CFCAFB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9" name="文本框 98">
              <a:extLst>
                <a:ext uri="{FF2B5EF4-FFF2-40B4-BE49-F238E27FC236}">
                  <a16:creationId xmlns:a16="http://schemas.microsoft.com/office/drawing/2014/main" id="{5D21F92F-C995-4E21-9CC4-C718B66EBE95}"/>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96B98431-328E-4D1D-9E20-3C1A060C5BEC}"/>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2" name="组合 1">
            <a:extLst>
              <a:ext uri="{FF2B5EF4-FFF2-40B4-BE49-F238E27FC236}">
                <a16:creationId xmlns:a16="http://schemas.microsoft.com/office/drawing/2014/main" id="{017645F8-FF9E-47CA-8C38-982F5D6185DE}"/>
              </a:ext>
            </a:extLst>
          </p:cNvPr>
          <p:cNvGrpSpPr/>
          <p:nvPr/>
        </p:nvGrpSpPr>
        <p:grpSpPr>
          <a:xfrm>
            <a:off x="1023462" y="0"/>
            <a:ext cx="11074558" cy="963441"/>
            <a:chOff x="1023462" y="-1237072"/>
            <a:chExt cx="11074558" cy="963441"/>
          </a:xfrm>
        </p:grpSpPr>
        <p:sp>
          <p:nvSpPr>
            <p:cNvPr id="108" name="矩形: 圆顶角 107">
              <a:extLst>
                <a:ext uri="{FF2B5EF4-FFF2-40B4-BE49-F238E27FC236}">
                  <a16:creationId xmlns:a16="http://schemas.microsoft.com/office/drawing/2014/main" id="{80311D1A-F140-4311-93C7-0B47B705D738}"/>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6F93FD8-D582-4D8E-BA01-C5BFEAFEC5B5}"/>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0" name="文本框 109">
              <a:extLst>
                <a:ext uri="{FF2B5EF4-FFF2-40B4-BE49-F238E27FC236}">
                  <a16:creationId xmlns:a16="http://schemas.microsoft.com/office/drawing/2014/main" id="{FED0D16B-9E92-481F-9FC7-A3842C920D7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1" name="文本框 110">
              <a:extLst>
                <a:ext uri="{FF2B5EF4-FFF2-40B4-BE49-F238E27FC236}">
                  <a16:creationId xmlns:a16="http://schemas.microsoft.com/office/drawing/2014/main" id="{79FCDCCD-B042-4E1B-A5E3-6E3F7E5AF849}"/>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2" name="文本框 111">
              <a:extLst>
                <a:ext uri="{FF2B5EF4-FFF2-40B4-BE49-F238E27FC236}">
                  <a16:creationId xmlns:a16="http://schemas.microsoft.com/office/drawing/2014/main" id="{C1FB0D27-1786-4E18-88E0-89F3B3DE2CB9}"/>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113" name="文本框 112">
              <a:extLst>
                <a:ext uri="{FF2B5EF4-FFF2-40B4-BE49-F238E27FC236}">
                  <a16:creationId xmlns:a16="http://schemas.microsoft.com/office/drawing/2014/main" id="{613DF56A-C1BB-4D5F-B0C3-0D0A950E63D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14" name="文本框 113">
              <a:extLst>
                <a:ext uri="{FF2B5EF4-FFF2-40B4-BE49-F238E27FC236}">
                  <a16:creationId xmlns:a16="http://schemas.microsoft.com/office/drawing/2014/main" id="{05393BD1-D0AE-493A-AFC7-D8C5DFEB02E1}"/>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15" name="文本框 114">
              <a:extLst>
                <a:ext uri="{FF2B5EF4-FFF2-40B4-BE49-F238E27FC236}">
                  <a16:creationId xmlns:a16="http://schemas.microsoft.com/office/drawing/2014/main" id="{47A71A83-D813-40CC-8C96-EADFB271289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62A93121-B848-45E2-9508-EC8E887142F3}"/>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79AE2E84-4340-4F33-8BCE-CA9A6568E74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E38336F6-F06E-4510-B7E8-5D4F33F6CF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19" name="文本框 118">
              <a:extLst>
                <a:ext uri="{FF2B5EF4-FFF2-40B4-BE49-F238E27FC236}">
                  <a16:creationId xmlns:a16="http://schemas.microsoft.com/office/drawing/2014/main" id="{FC69060E-D139-454F-BE02-6E436CFE8927}"/>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0" name="文本框 119">
              <a:extLst>
                <a:ext uri="{FF2B5EF4-FFF2-40B4-BE49-F238E27FC236}">
                  <a16:creationId xmlns:a16="http://schemas.microsoft.com/office/drawing/2014/main" id="{1374AA20-ECDD-47DE-AE15-0C2E24F68756}"/>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15981C3B-9742-457F-8C3E-0F2A453D55C4}"/>
              </a:ext>
            </a:extLst>
          </p:cNvPr>
          <p:cNvGrpSpPr/>
          <p:nvPr/>
        </p:nvGrpSpPr>
        <p:grpSpPr>
          <a:xfrm>
            <a:off x="1023462" y="0"/>
            <a:ext cx="11074558" cy="963441"/>
            <a:chOff x="1023462" y="-1237072"/>
            <a:chExt cx="11074558" cy="963441"/>
          </a:xfrm>
        </p:grpSpPr>
        <p:sp>
          <p:nvSpPr>
            <p:cNvPr id="40" name="矩形: 圆顶角 39">
              <a:extLst>
                <a:ext uri="{FF2B5EF4-FFF2-40B4-BE49-F238E27FC236}">
                  <a16:creationId xmlns:a16="http://schemas.microsoft.com/office/drawing/2014/main" id="{56D697AE-53AE-4D5F-AC4D-4183A64E73AE}"/>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B07C9B57-AAA7-4401-A8A6-2E5D7D9ADEF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7F670924-7D11-4907-92F2-318FEDAAE141}"/>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63140453-E5A3-4605-8FD9-253CB954601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955A3D75-0916-4B98-9468-16AA5486D957}"/>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F1B941EC-13E7-42E0-8DF0-1E0C636F075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8CB7EB64-3599-4FB6-B96B-A00E0DBB72D3}"/>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EEBF70FA-F0E0-4026-AD9A-9E8FC601E30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55D4C99-A87F-483E-A7C4-BB03494A097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B441C62-0D52-40B5-8E3F-3267A41FD09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751B4219-546F-4D9B-83A5-2B3E5AAB0B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5" name="文本框 54">
              <a:extLst>
                <a:ext uri="{FF2B5EF4-FFF2-40B4-BE49-F238E27FC236}">
                  <a16:creationId xmlns:a16="http://schemas.microsoft.com/office/drawing/2014/main" id="{1AFEF348-801E-4435-A628-6B0E474EDB2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35C5A727-6599-4582-895D-29BFF9CCEAEA}"/>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724262BD-6BA3-4964-9E5F-42E76CFCFF56}"/>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600F821E-BCA6-4DF1-B178-F6560D893D43}"/>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67EE521-B7E4-4923-987D-39D49D46B58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4184C339-E7F4-454B-B647-CF1AEA669BA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7100821E-6CCF-48E0-AAE8-D0E7FD9FC32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5E54D4B7-1284-41E6-971A-7530348EABC2}"/>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6907AA5E-3AB8-482A-BE45-BC6CB74BD3C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FEBF7184-36C7-40A2-A30D-A4952DF05FB4}"/>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92AAD43D-3530-4AE7-937F-BC9E2B0B3FDC}"/>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8B01389F-199E-4CD2-82B3-E9D51B7C957D}"/>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68E98CC5-1A99-495E-A770-BF824FEA405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02579125-4DD0-48E8-8FC4-040EAC1BD22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4747D282-8F68-4648-BC36-9F78E5F7D2A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A56058F6-B0F1-4C1E-90DA-A494B2156A72}"/>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6193A3B5-D921-4C6B-BFA2-890109AF2484}"/>
              </a:ext>
            </a:extLst>
          </p:cNvPr>
          <p:cNvGrpSpPr/>
          <p:nvPr/>
        </p:nvGrpSpPr>
        <p:grpSpPr>
          <a:xfrm>
            <a:off x="1023462" y="0"/>
            <a:ext cx="11074558" cy="963441"/>
            <a:chOff x="1023462" y="-1237072"/>
            <a:chExt cx="11074558" cy="963441"/>
          </a:xfrm>
        </p:grpSpPr>
        <p:sp>
          <p:nvSpPr>
            <p:cNvPr id="45" name="矩形: 圆顶角 44">
              <a:extLst>
                <a:ext uri="{FF2B5EF4-FFF2-40B4-BE49-F238E27FC236}">
                  <a16:creationId xmlns:a16="http://schemas.microsoft.com/office/drawing/2014/main" id="{D09C255D-669B-49DF-887C-C27A6BD62B47}"/>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D81BFFCF-CABA-4A1D-A8F6-48493A84E55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8359E587-F727-41FD-95C1-F76209035200}"/>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838FD9D6-9970-4804-AA19-FFF711CF6C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56AA1E61-5AB9-4049-9FCB-3096EB809CC0}"/>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45B78520-9362-4159-810A-CA57EE7DFCA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0DC9FB0D-2147-440F-80CA-7A95A9056FD9}"/>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A4368283-E604-49FE-8EA9-89E152978CE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6F3C3479-81F1-4A9E-B4FF-B28205DEFF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8C2AB555-A9D9-4439-8EF7-C22E4E705086}"/>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D0AAA598-8FB0-46D5-B6E2-784FFE41DA2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2C6B03AB-B7ED-4AD4-8F36-80C32708FFF8}"/>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567E4C-8DCB-4F13-A94E-684369BC04F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BED42792-AEDA-458C-A215-80775A5733F4}"/>
              </a:ext>
            </a:extLst>
          </p:cNvPr>
          <p:cNvGrpSpPr/>
          <p:nvPr/>
        </p:nvGrpSpPr>
        <p:grpSpPr>
          <a:xfrm>
            <a:off x="1023462" y="0"/>
            <a:ext cx="11074558" cy="963441"/>
            <a:chOff x="1023462" y="-1237072"/>
            <a:chExt cx="11074558" cy="963441"/>
          </a:xfrm>
        </p:grpSpPr>
        <p:sp>
          <p:nvSpPr>
            <p:cNvPr id="44" name="矩形: 圆顶角 43">
              <a:extLst>
                <a:ext uri="{FF2B5EF4-FFF2-40B4-BE49-F238E27FC236}">
                  <a16:creationId xmlns:a16="http://schemas.microsoft.com/office/drawing/2014/main" id="{D1A88E0D-F1F3-42E6-927C-CFB10D681ABA}"/>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1EA60014-D5F0-4970-990F-92A2AE648BAA}"/>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2079228B-C5F3-40E5-8FDB-F3A5B4B8CDF7}"/>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B877CFDE-DE54-46FB-B856-30FFF5BE2C84}"/>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9" name="文本框 48">
              <a:extLst>
                <a:ext uri="{FF2B5EF4-FFF2-40B4-BE49-F238E27FC236}">
                  <a16:creationId xmlns:a16="http://schemas.microsoft.com/office/drawing/2014/main" id="{4964666C-553C-4E31-AF72-FB8C0DF0106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0" name="文本框 49">
              <a:extLst>
                <a:ext uri="{FF2B5EF4-FFF2-40B4-BE49-F238E27FC236}">
                  <a16:creationId xmlns:a16="http://schemas.microsoft.com/office/drawing/2014/main" id="{C585A7A3-FE33-44D8-B937-AFEA2935CA7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1" name="文本框 50">
              <a:extLst>
                <a:ext uri="{FF2B5EF4-FFF2-40B4-BE49-F238E27FC236}">
                  <a16:creationId xmlns:a16="http://schemas.microsoft.com/office/drawing/2014/main" id="{C8DB9034-1846-4342-A9F8-58AC254C396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2" name="文本框 51">
              <a:extLst>
                <a:ext uri="{FF2B5EF4-FFF2-40B4-BE49-F238E27FC236}">
                  <a16:creationId xmlns:a16="http://schemas.microsoft.com/office/drawing/2014/main" id="{134EAC6C-E519-498B-9EF1-550F93E6F2B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FF18A835-B87F-4704-980A-58D151571D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0CA693F7-5C7C-4A6B-B57B-A72F75B5D7C7}"/>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5" name="文本框 54">
              <a:extLst>
                <a:ext uri="{FF2B5EF4-FFF2-40B4-BE49-F238E27FC236}">
                  <a16:creationId xmlns:a16="http://schemas.microsoft.com/office/drawing/2014/main" id="{E319CFF1-80FA-4377-A48B-7107B316902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464B2870-2811-4CE7-9D20-F2AB40F3207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C83CE93-2B66-4F68-966C-CA529473F80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1E81906-2BC4-488A-B7BD-EF4B547B19FF}"/>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2BBD1608-8BE4-43E5-A56B-9CA4F69BA846}"/>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3FD075C-7765-4E29-A472-F8050BC7A944}"/>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CDCF404D-BE08-4285-A3FE-8BE5E620F20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122D7A69-03CF-412B-A5FF-E2CB63F15C71}"/>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CA588770-06D7-439B-8005-3026881922AC}"/>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B79EE23A-61C8-4805-8D62-EF2FCF7D53E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3F97290A-46AC-4789-A41F-C235C2F3CDB7}"/>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8" name="文本框 57">
              <a:extLst>
                <a:ext uri="{FF2B5EF4-FFF2-40B4-BE49-F238E27FC236}">
                  <a16:creationId xmlns:a16="http://schemas.microsoft.com/office/drawing/2014/main" id="{F8E6716D-51C6-4054-B359-676F80CD045D}"/>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27C6EC49-447F-4726-AF3A-3B1724F3C67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1C9F45B-D33E-4048-A46A-7CBDF414002B}"/>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16A96515-AF58-42E4-892B-D20DDD5D98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502D9D01-03BA-4DC3-8CA9-A3B56B91893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751D0C8F-07E7-451F-9709-A3DE1018B545}"/>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3" name="组合 82">
            <a:extLst>
              <a:ext uri="{FF2B5EF4-FFF2-40B4-BE49-F238E27FC236}">
                <a16:creationId xmlns:a16="http://schemas.microsoft.com/office/drawing/2014/main" id="{FE29632E-7B27-4DC8-AA26-505448D2C32A}"/>
              </a:ext>
            </a:extLst>
          </p:cNvPr>
          <p:cNvGrpSpPr/>
          <p:nvPr/>
        </p:nvGrpSpPr>
        <p:grpSpPr>
          <a:xfrm>
            <a:off x="1023462" y="0"/>
            <a:ext cx="11074558" cy="963441"/>
            <a:chOff x="1023462" y="-1237072"/>
            <a:chExt cx="11074558" cy="963441"/>
          </a:xfrm>
        </p:grpSpPr>
        <p:sp>
          <p:nvSpPr>
            <p:cNvPr id="84" name="矩形: 圆顶角 83">
              <a:extLst>
                <a:ext uri="{FF2B5EF4-FFF2-40B4-BE49-F238E27FC236}">
                  <a16:creationId xmlns:a16="http://schemas.microsoft.com/office/drawing/2014/main" id="{30A2FB98-C734-4AFD-8267-5736139271E3}"/>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40049B40-5ECD-49E8-A9B4-93CE8B895E7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6" name="文本框 85">
              <a:extLst>
                <a:ext uri="{FF2B5EF4-FFF2-40B4-BE49-F238E27FC236}">
                  <a16:creationId xmlns:a16="http://schemas.microsoft.com/office/drawing/2014/main" id="{2FB207DB-5979-44EB-BF9A-497A0F0DDDB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7" name="文本框 86">
              <a:extLst>
                <a:ext uri="{FF2B5EF4-FFF2-40B4-BE49-F238E27FC236}">
                  <a16:creationId xmlns:a16="http://schemas.microsoft.com/office/drawing/2014/main" id="{718A97B0-6009-4A9D-88FD-AFCA2D83E56C}"/>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8" name="文本框 87">
              <a:extLst>
                <a:ext uri="{FF2B5EF4-FFF2-40B4-BE49-F238E27FC236}">
                  <a16:creationId xmlns:a16="http://schemas.microsoft.com/office/drawing/2014/main" id="{341F0912-8306-4D6D-9988-019BDEDE6D7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9" name="文本框 88">
              <a:extLst>
                <a:ext uri="{FF2B5EF4-FFF2-40B4-BE49-F238E27FC236}">
                  <a16:creationId xmlns:a16="http://schemas.microsoft.com/office/drawing/2014/main" id="{DE56FB6A-3582-428E-9A34-48FDADE41301}"/>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0" name="文本框 89">
              <a:extLst>
                <a:ext uri="{FF2B5EF4-FFF2-40B4-BE49-F238E27FC236}">
                  <a16:creationId xmlns:a16="http://schemas.microsoft.com/office/drawing/2014/main" id="{E6A8BC70-8B6C-4C9D-B3A0-EB20A43BC11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91" name="文本框 90">
              <a:extLst>
                <a:ext uri="{FF2B5EF4-FFF2-40B4-BE49-F238E27FC236}">
                  <a16:creationId xmlns:a16="http://schemas.microsoft.com/office/drawing/2014/main" id="{1D8434EE-C4DF-4AF5-B7FA-2A8AFF2D0298}"/>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5E0B7F33-BD37-49B2-BE07-6A161588688B}"/>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3" name="文本框 92">
              <a:extLst>
                <a:ext uri="{FF2B5EF4-FFF2-40B4-BE49-F238E27FC236}">
                  <a16:creationId xmlns:a16="http://schemas.microsoft.com/office/drawing/2014/main" id="{4FEE816D-468F-444A-A55A-828C45B6EFD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22FDB9B8-8477-4805-860B-C1B2FB741C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5" name="文本框 94">
              <a:extLst>
                <a:ext uri="{FF2B5EF4-FFF2-40B4-BE49-F238E27FC236}">
                  <a16:creationId xmlns:a16="http://schemas.microsoft.com/office/drawing/2014/main" id="{4AE0F237-3D6A-4B6C-9FAC-50AB56ACACB0}"/>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27170293-5157-4290-8554-F1B11C65161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37" name="组合 36">
            <a:extLst>
              <a:ext uri="{FF2B5EF4-FFF2-40B4-BE49-F238E27FC236}">
                <a16:creationId xmlns:a16="http://schemas.microsoft.com/office/drawing/2014/main" id="{D22B80DD-D989-40B3-8BF8-153C36162F47}"/>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0ED84C29-EFB2-4994-93DE-6EE55F950D48}"/>
                </a:ext>
              </a:extLst>
            </p:cNvPr>
            <p:cNvSpPr/>
            <p:nvPr/>
          </p:nvSpPr>
          <p:spPr>
            <a:xfrm>
              <a:off x="7198769"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6D3B9D7-E694-4645-9647-1DD1EBCB3D0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955020B2-8072-47E8-99B9-4184F4D39A45}"/>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E03EA6A5-48E1-43AB-9E32-8F5F757612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2F3CC6E6-807F-404F-825C-379770C2204D}"/>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418EDB85-2CC3-40F6-B4CF-3FFE3C04407D}"/>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6" name="文本框 45">
              <a:extLst>
                <a:ext uri="{FF2B5EF4-FFF2-40B4-BE49-F238E27FC236}">
                  <a16:creationId xmlns:a16="http://schemas.microsoft.com/office/drawing/2014/main" id="{B372E658-5E0B-430D-B4FF-146EEFE3D0DE}"/>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47" name="文本框 46">
              <a:extLst>
                <a:ext uri="{FF2B5EF4-FFF2-40B4-BE49-F238E27FC236}">
                  <a16:creationId xmlns:a16="http://schemas.microsoft.com/office/drawing/2014/main" id="{78270748-536C-4E8E-9E74-90D68919104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48" name="文本框 47">
              <a:extLst>
                <a:ext uri="{FF2B5EF4-FFF2-40B4-BE49-F238E27FC236}">
                  <a16:creationId xmlns:a16="http://schemas.microsoft.com/office/drawing/2014/main" id="{E43C110E-AFD2-40F8-9FE7-FDDFBB601018}"/>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08B07418-3BF1-4D5A-8FC4-46899CFC11DC}"/>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E040E682-CED9-4581-B96C-098D1DBA4A10}"/>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6" name="文本框 65">
              <a:extLst>
                <a:ext uri="{FF2B5EF4-FFF2-40B4-BE49-F238E27FC236}">
                  <a16:creationId xmlns:a16="http://schemas.microsoft.com/office/drawing/2014/main" id="{094441C7-3745-475D-B190-D9A4B6F5AEAA}"/>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3A043D2C-0D9B-4684-BF90-9EF12C0C1EC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7" name="组合 36">
            <a:extLst>
              <a:ext uri="{FF2B5EF4-FFF2-40B4-BE49-F238E27FC236}">
                <a16:creationId xmlns:a16="http://schemas.microsoft.com/office/drawing/2014/main" id="{0248130C-941B-4256-B9FA-5AEFBC485E99}"/>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84AC9264-9A63-4288-A6DD-B24C896428A1}"/>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33B8997C-BEE0-4064-B661-FB19E34C542E}"/>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221A553E-1F89-48E9-99AC-2A894F9FD323}"/>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5" name="文本框 64">
              <a:extLst>
                <a:ext uri="{FF2B5EF4-FFF2-40B4-BE49-F238E27FC236}">
                  <a16:creationId xmlns:a16="http://schemas.microsoft.com/office/drawing/2014/main" id="{1A8562D3-2419-4CF3-B4E5-9CEA92428FD2}"/>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6" name="文本框 65">
              <a:extLst>
                <a:ext uri="{FF2B5EF4-FFF2-40B4-BE49-F238E27FC236}">
                  <a16:creationId xmlns:a16="http://schemas.microsoft.com/office/drawing/2014/main" id="{243776E6-1BF7-4A11-937B-76CB423D719A}"/>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7" name="文本框 66">
              <a:extLst>
                <a:ext uri="{FF2B5EF4-FFF2-40B4-BE49-F238E27FC236}">
                  <a16:creationId xmlns:a16="http://schemas.microsoft.com/office/drawing/2014/main" id="{475E2EC0-B8C9-449D-8E2C-4C2B0CB2D71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1" name="文本框 70">
              <a:extLst>
                <a:ext uri="{FF2B5EF4-FFF2-40B4-BE49-F238E27FC236}">
                  <a16:creationId xmlns:a16="http://schemas.microsoft.com/office/drawing/2014/main" id="{A1257AE8-A030-48F3-8006-BC3DFD362213}"/>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72" name="文本框 71">
              <a:extLst>
                <a:ext uri="{FF2B5EF4-FFF2-40B4-BE49-F238E27FC236}">
                  <a16:creationId xmlns:a16="http://schemas.microsoft.com/office/drawing/2014/main" id="{13142844-BB51-4C54-B033-F7A567BFE973}"/>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73" name="文本框 72">
              <a:extLst>
                <a:ext uri="{FF2B5EF4-FFF2-40B4-BE49-F238E27FC236}">
                  <a16:creationId xmlns:a16="http://schemas.microsoft.com/office/drawing/2014/main" id="{8A6DF2F8-396C-419C-A2CE-4E689DAF1A27}"/>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FBA038D3-8FD0-49AF-A54A-72C46139B435}"/>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B8C05CBF-6C3A-4FF2-ABE2-1A4B7B25FD99}"/>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6" name="文本框 75">
              <a:extLst>
                <a:ext uri="{FF2B5EF4-FFF2-40B4-BE49-F238E27FC236}">
                  <a16:creationId xmlns:a16="http://schemas.microsoft.com/office/drawing/2014/main" id="{02E8970F-E000-48A0-A0F1-6D6742F66399}"/>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863110FD-14D0-499E-A29F-9DA75FFD0584}"/>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D95DDA95-0B24-4602-9DD2-2694F2A5047B}"/>
              </a:ext>
            </a:extLst>
          </p:cNvPr>
          <p:cNvGrpSpPr/>
          <p:nvPr/>
        </p:nvGrpSpPr>
        <p:grpSpPr>
          <a:xfrm>
            <a:off x="1023462" y="0"/>
            <a:ext cx="11074558" cy="963441"/>
            <a:chOff x="1023462" y="-1237072"/>
            <a:chExt cx="11074558" cy="963441"/>
          </a:xfrm>
        </p:grpSpPr>
        <p:sp>
          <p:nvSpPr>
            <p:cNvPr id="49" name="矩形: 圆顶角 48">
              <a:extLst>
                <a:ext uri="{FF2B5EF4-FFF2-40B4-BE49-F238E27FC236}">
                  <a16:creationId xmlns:a16="http://schemas.microsoft.com/office/drawing/2014/main" id="{A621B102-B030-40B3-BA13-376097834C70}"/>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7EA7DDBA-C006-4659-8FB2-D9B5A1F85EE6}"/>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95DE1B71-F8B9-4C42-96CF-5F78971444AF}"/>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2" name="文本框 51">
              <a:extLst>
                <a:ext uri="{FF2B5EF4-FFF2-40B4-BE49-F238E27FC236}">
                  <a16:creationId xmlns:a16="http://schemas.microsoft.com/office/drawing/2014/main" id="{47E36A5E-789A-45C8-B1B6-7C242160A5E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9F6A8DD9-1597-4703-853F-00CEBD727D30}"/>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4" name="文本框 53">
              <a:extLst>
                <a:ext uri="{FF2B5EF4-FFF2-40B4-BE49-F238E27FC236}">
                  <a16:creationId xmlns:a16="http://schemas.microsoft.com/office/drawing/2014/main" id="{2DAD14E4-74AE-4A63-B63A-9258573EF56F}"/>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5" name="文本框 54">
              <a:extLst>
                <a:ext uri="{FF2B5EF4-FFF2-40B4-BE49-F238E27FC236}">
                  <a16:creationId xmlns:a16="http://schemas.microsoft.com/office/drawing/2014/main" id="{50910AFC-7A9C-4A35-97A2-C067CDD05C9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6" name="文本框 55">
              <a:extLst>
                <a:ext uri="{FF2B5EF4-FFF2-40B4-BE49-F238E27FC236}">
                  <a16:creationId xmlns:a16="http://schemas.microsoft.com/office/drawing/2014/main" id="{DBCE5085-5DC3-41ED-9A5F-033A925EE20F}"/>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57" name="文本框 56">
              <a:extLst>
                <a:ext uri="{FF2B5EF4-FFF2-40B4-BE49-F238E27FC236}">
                  <a16:creationId xmlns:a16="http://schemas.microsoft.com/office/drawing/2014/main" id="{FF1AE88B-18D6-4947-A9DC-726CE3D87232}"/>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B84B5D76-DC89-4317-9E90-045500492B90}"/>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A557E89-AF52-4388-844C-9D8FE339733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1" name="文本框 60">
              <a:extLst>
                <a:ext uri="{FF2B5EF4-FFF2-40B4-BE49-F238E27FC236}">
                  <a16:creationId xmlns:a16="http://schemas.microsoft.com/office/drawing/2014/main" id="{A6660B0C-359C-4F6C-833F-AA651099FB73}"/>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75A2A235-9CBE-451C-B43B-71267D75F2A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F3FE3CC5-F303-4813-AF68-F5DE8C3F8D8E}"/>
              </a:ext>
            </a:extLst>
          </p:cNvPr>
          <p:cNvGrpSpPr/>
          <p:nvPr/>
        </p:nvGrpSpPr>
        <p:grpSpPr>
          <a:xfrm>
            <a:off x="1023462" y="0"/>
            <a:ext cx="11074558" cy="963441"/>
            <a:chOff x="1023462" y="-1237072"/>
            <a:chExt cx="11074558" cy="963441"/>
          </a:xfrm>
        </p:grpSpPr>
        <p:sp>
          <p:nvSpPr>
            <p:cNvPr id="60" name="矩形: 圆顶角 59">
              <a:extLst>
                <a:ext uri="{FF2B5EF4-FFF2-40B4-BE49-F238E27FC236}">
                  <a16:creationId xmlns:a16="http://schemas.microsoft.com/office/drawing/2014/main" id="{D3C6FB1A-A77F-4D6D-A529-D084AA66B815}"/>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F776032A-BFA5-473A-BDAB-17180D83C85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D0CBF62-BCFF-405E-8D1B-37DB564B59AA}"/>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3" name="文本框 62">
              <a:extLst>
                <a:ext uri="{FF2B5EF4-FFF2-40B4-BE49-F238E27FC236}">
                  <a16:creationId xmlns:a16="http://schemas.microsoft.com/office/drawing/2014/main" id="{E670C9F6-F85B-48FF-8524-2B06C25D225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6615C5C7-D42E-4D00-BEA0-099E95FD9BF8}"/>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5" name="文本框 64">
              <a:extLst>
                <a:ext uri="{FF2B5EF4-FFF2-40B4-BE49-F238E27FC236}">
                  <a16:creationId xmlns:a16="http://schemas.microsoft.com/office/drawing/2014/main" id="{0728D1FC-4050-4E2F-9694-9CEF64C8F332}"/>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6" name="文本框 65">
              <a:extLst>
                <a:ext uri="{FF2B5EF4-FFF2-40B4-BE49-F238E27FC236}">
                  <a16:creationId xmlns:a16="http://schemas.microsoft.com/office/drawing/2014/main" id="{D3A5C76E-76C8-44D8-BE75-FB1856D234A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67" name="文本框 66">
              <a:extLst>
                <a:ext uri="{FF2B5EF4-FFF2-40B4-BE49-F238E27FC236}">
                  <a16:creationId xmlns:a16="http://schemas.microsoft.com/office/drawing/2014/main" id="{33861BCD-BB48-4C68-97BE-13293C515C84}"/>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68" name="文本框 67">
              <a:extLst>
                <a:ext uri="{FF2B5EF4-FFF2-40B4-BE49-F238E27FC236}">
                  <a16:creationId xmlns:a16="http://schemas.microsoft.com/office/drawing/2014/main" id="{D8FF4DCF-13CE-445C-A2A4-A4CC73AD5CC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38A46729-2FB6-4FBA-BFB9-D9E73B6C9053}"/>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BFCA6211-C286-4111-890C-D0E63C2F7921}"/>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1" name="文本框 70">
              <a:extLst>
                <a:ext uri="{FF2B5EF4-FFF2-40B4-BE49-F238E27FC236}">
                  <a16:creationId xmlns:a16="http://schemas.microsoft.com/office/drawing/2014/main" id="{51A2FB4C-9931-4CBB-A2C6-2EE4003C239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E859D4A-414D-4296-B0CD-8427C1005A2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77" name="组合 76">
            <a:extLst>
              <a:ext uri="{FF2B5EF4-FFF2-40B4-BE49-F238E27FC236}">
                <a16:creationId xmlns:a16="http://schemas.microsoft.com/office/drawing/2014/main" id="{7F4888F6-6070-420F-8E97-1F47E8442A4D}"/>
              </a:ext>
            </a:extLst>
          </p:cNvPr>
          <p:cNvGrpSpPr/>
          <p:nvPr/>
        </p:nvGrpSpPr>
        <p:grpSpPr>
          <a:xfrm>
            <a:off x="1023462" y="0"/>
            <a:ext cx="11074558" cy="963441"/>
            <a:chOff x="1023462" y="-1237072"/>
            <a:chExt cx="11074558" cy="963441"/>
          </a:xfrm>
        </p:grpSpPr>
        <p:sp>
          <p:nvSpPr>
            <p:cNvPr id="78" name="矩形: 圆顶角 77">
              <a:extLst>
                <a:ext uri="{FF2B5EF4-FFF2-40B4-BE49-F238E27FC236}">
                  <a16:creationId xmlns:a16="http://schemas.microsoft.com/office/drawing/2014/main" id="{87368AB2-CD49-4A46-B280-A5555BAB40BF}"/>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DB15487D-5D2F-45DE-8AA2-09BDD16F390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0" name="文本框 79">
              <a:extLst>
                <a:ext uri="{FF2B5EF4-FFF2-40B4-BE49-F238E27FC236}">
                  <a16:creationId xmlns:a16="http://schemas.microsoft.com/office/drawing/2014/main" id="{740E621C-72FA-40CE-A0AA-204B9964DAA0}"/>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81" name="文本框 80">
              <a:extLst>
                <a:ext uri="{FF2B5EF4-FFF2-40B4-BE49-F238E27FC236}">
                  <a16:creationId xmlns:a16="http://schemas.microsoft.com/office/drawing/2014/main" id="{2826C40E-A23D-4DA5-81DA-DADD5180DCAF}"/>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82" name="文本框 81">
              <a:extLst>
                <a:ext uri="{FF2B5EF4-FFF2-40B4-BE49-F238E27FC236}">
                  <a16:creationId xmlns:a16="http://schemas.microsoft.com/office/drawing/2014/main" id="{FF0FAA8D-D8AE-4BEC-BDF8-47B81C06E4C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3" name="文本框 82">
              <a:extLst>
                <a:ext uri="{FF2B5EF4-FFF2-40B4-BE49-F238E27FC236}">
                  <a16:creationId xmlns:a16="http://schemas.microsoft.com/office/drawing/2014/main" id="{92602230-D686-418F-8CAE-8E02EB2EC970}"/>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4" name="文本框 83">
              <a:extLst>
                <a:ext uri="{FF2B5EF4-FFF2-40B4-BE49-F238E27FC236}">
                  <a16:creationId xmlns:a16="http://schemas.microsoft.com/office/drawing/2014/main" id="{D0B39053-3CCE-48B3-9B39-C989A4A41EFD}"/>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85" name="文本框 84">
              <a:extLst>
                <a:ext uri="{FF2B5EF4-FFF2-40B4-BE49-F238E27FC236}">
                  <a16:creationId xmlns:a16="http://schemas.microsoft.com/office/drawing/2014/main" id="{E1EB236F-8690-4184-8EB6-825DD880202E}"/>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86" name="文本框 85">
              <a:extLst>
                <a:ext uri="{FF2B5EF4-FFF2-40B4-BE49-F238E27FC236}">
                  <a16:creationId xmlns:a16="http://schemas.microsoft.com/office/drawing/2014/main" id="{39E90A14-D3A8-4956-B77C-97A5BE1A04C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5D194668-D9F1-4E47-B30F-FB4FB82F0DB9}"/>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8" name="文本框 87">
              <a:extLst>
                <a:ext uri="{FF2B5EF4-FFF2-40B4-BE49-F238E27FC236}">
                  <a16:creationId xmlns:a16="http://schemas.microsoft.com/office/drawing/2014/main" id="{4F1CC64B-D5CA-4A65-9B99-D92AB05E18CF}"/>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9" name="文本框 88">
              <a:extLst>
                <a:ext uri="{FF2B5EF4-FFF2-40B4-BE49-F238E27FC236}">
                  <a16:creationId xmlns:a16="http://schemas.microsoft.com/office/drawing/2014/main" id="{D8F8ED5B-85FC-4267-9529-FBCD551CAA11}"/>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E46FF1FF-4617-4529-B6FD-EB81B2335C7F}"/>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1" name="组合 90">
            <a:extLst>
              <a:ext uri="{FF2B5EF4-FFF2-40B4-BE49-F238E27FC236}">
                <a16:creationId xmlns:a16="http://schemas.microsoft.com/office/drawing/2014/main" id="{BBA72C8B-87A1-4277-B7DC-C7713D7573BF}"/>
              </a:ext>
            </a:extLst>
          </p:cNvPr>
          <p:cNvGrpSpPr/>
          <p:nvPr/>
        </p:nvGrpSpPr>
        <p:grpSpPr>
          <a:xfrm>
            <a:off x="1023462" y="0"/>
            <a:ext cx="11168538" cy="963441"/>
            <a:chOff x="1023462" y="-1237072"/>
            <a:chExt cx="11168538" cy="963441"/>
          </a:xfrm>
        </p:grpSpPr>
        <p:sp>
          <p:nvSpPr>
            <p:cNvPr id="94" name="矩形: 圆顶角 93">
              <a:extLst>
                <a:ext uri="{FF2B5EF4-FFF2-40B4-BE49-F238E27FC236}">
                  <a16:creationId xmlns:a16="http://schemas.microsoft.com/office/drawing/2014/main" id="{02E54B40-970D-47A7-9224-3C0AF093E738}"/>
                </a:ext>
              </a:extLst>
            </p:cNvPr>
            <p:cNvSpPr/>
            <p:nvPr/>
          </p:nvSpPr>
          <p:spPr>
            <a:xfrm>
              <a:off x="10749278" y="-1237072"/>
              <a:ext cx="1442722"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DC46A896-8E44-4DCD-ADF9-D6CB3F5572F0}"/>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6" name="文本框 95">
              <a:extLst>
                <a:ext uri="{FF2B5EF4-FFF2-40B4-BE49-F238E27FC236}">
                  <a16:creationId xmlns:a16="http://schemas.microsoft.com/office/drawing/2014/main" id="{4E3D2BB4-B5CD-4F65-8A78-939243BA6BE8}"/>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05823B71-D288-4EC7-B11F-381EE0AC0B2A}"/>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8" name="文本框 97">
              <a:extLst>
                <a:ext uri="{FF2B5EF4-FFF2-40B4-BE49-F238E27FC236}">
                  <a16:creationId xmlns:a16="http://schemas.microsoft.com/office/drawing/2014/main" id="{68366001-7B33-47DE-A20F-9AA8A7A7BDD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C7443508-01A5-49B1-90A1-742371BB257E}"/>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00" name="文本框 99">
              <a:extLst>
                <a:ext uri="{FF2B5EF4-FFF2-40B4-BE49-F238E27FC236}">
                  <a16:creationId xmlns:a16="http://schemas.microsoft.com/office/drawing/2014/main" id="{63C5C6D5-F2E9-4AA8-8944-9B7C699B836B}"/>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101" name="文本框 100">
              <a:extLst>
                <a:ext uri="{FF2B5EF4-FFF2-40B4-BE49-F238E27FC236}">
                  <a16:creationId xmlns:a16="http://schemas.microsoft.com/office/drawing/2014/main" id="{3F38BE16-D943-40BB-A667-463A1E865FC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102" name="文本框 101">
              <a:extLst>
                <a:ext uri="{FF2B5EF4-FFF2-40B4-BE49-F238E27FC236}">
                  <a16:creationId xmlns:a16="http://schemas.microsoft.com/office/drawing/2014/main" id="{F1B78BE1-6CD2-4073-925E-8D14F67AF78C}"/>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B08D0668-03C8-4183-9B14-D158ED92E04A}"/>
                </a:ext>
              </a:extLst>
            </p:cNvPr>
            <p:cNvSpPr txBox="1"/>
            <p:nvPr/>
          </p:nvSpPr>
          <p:spPr>
            <a:xfrm>
              <a:off x="9232596" y="-717247"/>
              <a:ext cx="1516684"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Work already carried out</a:t>
              </a:r>
              <a:endParaRPr lang="zh-CN" altLang="en-US" dirty="0"/>
            </a:p>
          </p:txBody>
        </p:sp>
        <p:sp>
          <p:nvSpPr>
            <p:cNvPr id="104" name="文本框 103">
              <a:extLst>
                <a:ext uri="{FF2B5EF4-FFF2-40B4-BE49-F238E27FC236}">
                  <a16:creationId xmlns:a16="http://schemas.microsoft.com/office/drawing/2014/main" id="{78A7A05E-A6B8-481C-A884-F851ADBC0EB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106" name="文本框 105">
              <a:extLst>
                <a:ext uri="{FF2B5EF4-FFF2-40B4-BE49-F238E27FC236}">
                  <a16:creationId xmlns:a16="http://schemas.microsoft.com/office/drawing/2014/main" id="{252734E1-BEE7-4326-8869-DE6CA0CE298D}"/>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8" name="文本框 107">
              <a:extLst>
                <a:ext uri="{FF2B5EF4-FFF2-40B4-BE49-F238E27FC236}">
                  <a16:creationId xmlns:a16="http://schemas.microsoft.com/office/drawing/2014/main" id="{A5739B24-F2CE-4E24-81CC-A659907F71A9}"/>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5752</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482</cp:revision>
  <dcterms:created xsi:type="dcterms:W3CDTF">2025-12-29T13:01:08Z</dcterms:created>
  <dcterms:modified xsi:type="dcterms:W3CDTF">2026-01-15T08:52:22Z</dcterms:modified>
</cp:coreProperties>
</file>