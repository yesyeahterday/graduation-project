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56" r:id="rId2"/>
    <p:sldId id="258" r:id="rId3"/>
    <p:sldId id="260" r:id="rId4"/>
    <p:sldId id="257" r:id="rId5"/>
    <p:sldId id="261" r:id="rId6"/>
    <p:sldId id="262" r:id="rId7"/>
    <p:sldId id="259" r:id="rId8"/>
  </p:sldIdLst>
  <p:sldSz cx="12192000" cy="6858000"/>
  <p:notesSz cx="6858000" cy="9144000"/>
  <p:custDataLst>
    <p:tags r:id="rId10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运璐 何" initials="运璐" lastIdx="2" clrIdx="0">
    <p:extLst>
      <p:ext uri="{19B8F6BF-5375-455C-9EA6-DF929625EA0E}">
        <p15:presenceInfo xmlns:p15="http://schemas.microsoft.com/office/powerpoint/2012/main" userId="9b5601d124e57759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898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3247" autoAdjust="0"/>
  </p:normalViewPr>
  <p:slideViewPr>
    <p:cSldViewPr snapToGrid="0">
      <p:cViewPr varScale="1">
        <p:scale>
          <a:sx n="135" d="100"/>
          <a:sy n="135" d="100"/>
        </p:scale>
        <p:origin x="330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commentAuthors" Target="commentAuthors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tags" Target="tags/tag1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19DAC9E-D7E9-472A-B521-2CB21AAE0F05}" type="datetimeFigureOut">
              <a:rPr lang="zh-CN" altLang="en-US" smtClean="0"/>
              <a:t>2025/11/26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F56FDD7-5042-4045-BD97-ECFA875697C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610014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56FDD7-5042-4045-BD97-ECFA875697C0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512627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56FDD7-5042-4045-BD97-ECFA875697C0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7358836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56FDD7-5042-4045-BD97-ECFA875697C0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421497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56FDD7-5042-4045-BD97-ECFA875697C0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3833928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56FDD7-5042-4045-BD97-ECFA875697C0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137334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56FDD7-5042-4045-BD97-ECFA875697C0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364038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354DB28-88DD-4550-87A2-8CAE9CB7C52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9F0DDBC5-6C6B-4753-B80D-51B7ECE3FE0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D11E6DA-1823-471E-B8F9-0E996EF0CA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F61761-81BA-480B-845B-C480831166E8}" type="datetimeFigureOut">
              <a:rPr lang="zh-CN" altLang="en-US" smtClean="0"/>
              <a:t>2025/11/26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A0ACECA-2C17-434E-A1F7-23EA4FB96F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9A8B11E-CCC3-4683-9C4E-4464D6EDED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736DBE-D8D7-4404-9C83-14B64EBF903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38582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8B89D92-E95E-4273-9133-05789AF435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12546EF-6EFA-4C9D-8111-95CDEE3E35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A4D8EDD-B737-48C5-8D25-BE36CF76FF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F61761-81BA-480B-845B-C480831166E8}" type="datetimeFigureOut">
              <a:rPr lang="zh-CN" altLang="en-US" smtClean="0"/>
              <a:t>2025/11/26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3834EB2-0827-438A-886E-1DF88B71A0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B2ADEE8-7086-4B37-B9D9-E7C720F867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736DBE-D8D7-4404-9C83-14B64EBF903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60642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E37D6B4-56C3-4F88-B19D-917CD73E70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0A2627A-EE7B-43D1-8925-09CD36ED51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BD808D-5410-4E81-9C9F-B1BD597BCD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F61761-81BA-480B-845B-C480831166E8}" type="datetimeFigureOut">
              <a:rPr lang="zh-CN" altLang="en-US" smtClean="0"/>
              <a:t>2025/11/26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D2568F1-C533-4EEA-B2AF-82D46FC8CE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BC45042-4A31-492E-B876-81CF7A89A8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736DBE-D8D7-4404-9C83-14B64EBF903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488779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33CF5AF-7648-4106-9DFD-24A018F021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32E841E-1905-4A88-BC71-D8DBE9BCEC1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B9C333C4-DC1D-4B1A-B908-BF76C9076A7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877E14A-D2A2-4C17-B4C6-46830A61F2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F61761-81BA-480B-845B-C480831166E8}" type="datetimeFigureOut">
              <a:rPr lang="zh-CN" altLang="en-US" smtClean="0"/>
              <a:t>2025/11/26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B69E079-9953-4E49-9CD6-75CCDC7BA2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9879221-6E2B-4582-9BD4-EE9ABB7724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736DBE-D8D7-4404-9C83-14B64EBF903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927396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16F4CB7-7760-4419-A5B0-021990FCE7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2415CF3-C754-493C-878D-33CBA0E591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571CEE18-D36C-4480-8EFB-7401B609C22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E60C121E-4AA6-4636-99B4-BBACB7831CA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C127FE71-2934-4134-9102-E36A374F528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06624397-5024-4C47-9B18-610A0E6EF0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F61761-81BA-480B-845B-C480831166E8}" type="datetimeFigureOut">
              <a:rPr lang="zh-CN" altLang="en-US" smtClean="0"/>
              <a:t>2025/11/26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692BBC4D-3C2C-4A3D-82EE-A11AA8746F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AF172FBB-781F-471B-B6A4-566132596E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736DBE-D8D7-4404-9C83-14B64EBF903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118842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ED30EB5-C229-414C-A91D-B1F670A227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5ED34D2E-F5CE-4D17-AECC-C07D1B5039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F61761-81BA-480B-845B-C480831166E8}" type="datetimeFigureOut">
              <a:rPr lang="zh-CN" altLang="en-US" smtClean="0"/>
              <a:t>2025/11/26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B65CAAA2-E01A-415B-8A6E-D85D70E092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BF79C310-9D10-4E37-B0AF-D1700D7C39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736DBE-D8D7-4404-9C83-14B64EBF903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974410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2FCFC46C-EF05-42FA-A1D0-273E6D596B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F61761-81BA-480B-845B-C480831166E8}" type="datetimeFigureOut">
              <a:rPr lang="zh-CN" altLang="en-US" smtClean="0"/>
              <a:t>2025/11/26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89FA0129-B575-40F8-B872-1FD70604E7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D8A0293-7604-4380-8F1A-C59F0B0F71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736DBE-D8D7-4404-9C83-14B64EBF903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5666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41C1B8B-F0DC-4D08-90A2-0E05E20A1E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9776C4C-F7A6-4780-B01E-0C957B99E0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A42F8B99-23DE-4B36-A65E-16CEA47453D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14FA3BD-75FD-4CAC-B395-B94FB097C9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F61761-81BA-480B-845B-C480831166E8}" type="datetimeFigureOut">
              <a:rPr lang="zh-CN" altLang="en-US" smtClean="0"/>
              <a:t>2025/11/26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A54DC28-24BC-444F-9E3C-5F6F8E8344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7CDE84B-B7AC-45C4-B2FC-6FE40B9939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736DBE-D8D7-4404-9C83-14B64EBF903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117377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A0E37F9-6302-4629-B95F-7CD8897B4D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1EEEB570-F275-4229-92DC-4EB574CCACE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9595D6E7-CE4B-4F5F-B700-21EF468F166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0705165-7CF6-455E-8D76-0C08F0F82E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F61761-81BA-480B-845B-C480831166E8}" type="datetimeFigureOut">
              <a:rPr lang="zh-CN" altLang="en-US" smtClean="0"/>
              <a:t>2025/11/26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71C480C-2435-423D-98A4-667D08BD2B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E5D0BF1-5756-456E-ABD8-AD8920698A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736DBE-D8D7-4404-9C83-14B64EBF903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697913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B24A35D-0BF2-4D95-9FF9-709AC7F0DE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39189602-2E6E-4583-A072-8F896288EB6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FC0CFBE-59AD-4DFB-A713-8857C22E5A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F61761-81BA-480B-845B-C480831166E8}" type="datetimeFigureOut">
              <a:rPr lang="zh-CN" altLang="en-US" smtClean="0"/>
              <a:t>2025/11/26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832497-3212-43BC-A8C3-105C0D1CE7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B2473B3-EFE8-433C-8672-A424D9C665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736DBE-D8D7-4404-9C83-14B64EBF903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982195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82C1E4F6-30E4-4BE8-B9B3-14FC3B7DE1C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CC1F5231-0245-40AC-86F4-093C4FC0B13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F206463-42B0-4B09-A9AD-555123A07F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F61761-81BA-480B-845B-C480831166E8}" type="datetimeFigureOut">
              <a:rPr lang="zh-CN" altLang="en-US" smtClean="0"/>
              <a:t>2025/11/26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DBE51E1-62F6-488B-A9DD-0098A87553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2042D54-9DD8-4232-A7DA-E3466BFB4A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736DBE-D8D7-4404-9C83-14B64EBF903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789318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0BC23415-8408-44D1-BFCB-7944ED617F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9442E3B-9A3E-4654-B656-59465110E3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ED8D94D-DED6-4F71-BDD4-CEFF24C3B79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CF61761-81BA-480B-845B-C480831166E8}" type="datetimeFigureOut">
              <a:rPr lang="zh-CN" altLang="en-US" smtClean="0"/>
              <a:t>2025/11/26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DAEDF00-A4E6-4BF0-AE67-07A96877134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BE5233C-6040-4A4C-88D3-EA7BC080FC5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F736DBE-D8D7-4404-9C83-14B64EBF903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960204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5" Type="http://schemas.openxmlformats.org/officeDocument/2006/relationships/image" Target="../media/image1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Relationship Id="rId14" Type="http://schemas.openxmlformats.org/officeDocument/2006/relationships/image" Target="../media/image1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13" Type="http://schemas.openxmlformats.org/officeDocument/2006/relationships/image" Target="../media/image7.png"/><Relationship Id="rId18" Type="http://schemas.openxmlformats.org/officeDocument/2006/relationships/image" Target="../media/image19.png"/><Relationship Id="rId3" Type="http://schemas.openxmlformats.org/officeDocument/2006/relationships/image" Target="../media/image10.png"/><Relationship Id="rId21" Type="http://schemas.openxmlformats.org/officeDocument/2006/relationships/image" Target="../media/image22.png"/><Relationship Id="rId7" Type="http://schemas.openxmlformats.org/officeDocument/2006/relationships/image" Target="../media/image6.png"/><Relationship Id="rId12" Type="http://schemas.openxmlformats.org/officeDocument/2006/relationships/image" Target="../media/image4.png"/><Relationship Id="rId17" Type="http://schemas.openxmlformats.org/officeDocument/2006/relationships/image" Target="../media/image18.png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17.png"/><Relationship Id="rId20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11" Type="http://schemas.openxmlformats.org/officeDocument/2006/relationships/image" Target="../media/image2.png"/><Relationship Id="rId5" Type="http://schemas.openxmlformats.org/officeDocument/2006/relationships/image" Target="../media/image3.png"/><Relationship Id="rId15" Type="http://schemas.openxmlformats.org/officeDocument/2006/relationships/image" Target="../media/image9.png"/><Relationship Id="rId23" Type="http://schemas.openxmlformats.org/officeDocument/2006/relationships/image" Target="../media/image24.png"/><Relationship Id="rId10" Type="http://schemas.openxmlformats.org/officeDocument/2006/relationships/image" Target="../media/image1.png"/><Relationship Id="rId19" Type="http://schemas.openxmlformats.org/officeDocument/2006/relationships/image" Target="../media/image20.png"/><Relationship Id="rId4" Type="http://schemas.openxmlformats.org/officeDocument/2006/relationships/image" Target="../media/image15.png"/><Relationship Id="rId9" Type="http://schemas.openxmlformats.org/officeDocument/2006/relationships/image" Target="../media/image13.png"/><Relationship Id="rId14" Type="http://schemas.openxmlformats.org/officeDocument/2006/relationships/image" Target="../media/image16.png"/><Relationship Id="rId22" Type="http://schemas.openxmlformats.org/officeDocument/2006/relationships/image" Target="../media/image2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13" Type="http://schemas.openxmlformats.org/officeDocument/2006/relationships/image" Target="../media/image33.png"/><Relationship Id="rId18" Type="http://schemas.openxmlformats.org/officeDocument/2006/relationships/image" Target="../media/image22.png"/><Relationship Id="rId3" Type="http://schemas.openxmlformats.org/officeDocument/2006/relationships/image" Target="../media/image25.png"/><Relationship Id="rId21" Type="http://schemas.openxmlformats.org/officeDocument/2006/relationships/image" Target="../media/image4.png"/><Relationship Id="rId7" Type="http://schemas.openxmlformats.org/officeDocument/2006/relationships/image" Target="../media/image3.png"/><Relationship Id="rId12" Type="http://schemas.openxmlformats.org/officeDocument/2006/relationships/image" Target="../media/image18.png"/><Relationship Id="rId17" Type="http://schemas.openxmlformats.org/officeDocument/2006/relationships/image" Target="../media/image35.png"/><Relationship Id="rId2" Type="http://schemas.openxmlformats.org/officeDocument/2006/relationships/notesSlide" Target="../notesSlides/notesSlide3.xml"/><Relationship Id="rId16" Type="http://schemas.openxmlformats.org/officeDocument/2006/relationships/image" Target="../media/image2.png"/><Relationship Id="rId20" Type="http://schemas.openxmlformats.org/officeDocument/2006/relationships/image" Target="../media/image3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.png"/><Relationship Id="rId11" Type="http://schemas.openxmlformats.org/officeDocument/2006/relationships/image" Target="../media/image32.png"/><Relationship Id="rId24" Type="http://schemas.openxmlformats.org/officeDocument/2006/relationships/image" Target="../media/image9.png"/><Relationship Id="rId5" Type="http://schemas.openxmlformats.org/officeDocument/2006/relationships/image" Target="../media/image27.png"/><Relationship Id="rId15" Type="http://schemas.openxmlformats.org/officeDocument/2006/relationships/image" Target="../media/image1.png"/><Relationship Id="rId23" Type="http://schemas.openxmlformats.org/officeDocument/2006/relationships/image" Target="../media/image16.png"/><Relationship Id="rId10" Type="http://schemas.openxmlformats.org/officeDocument/2006/relationships/image" Target="../media/image31.png"/><Relationship Id="rId19" Type="http://schemas.openxmlformats.org/officeDocument/2006/relationships/image" Target="../media/image8.png"/><Relationship Id="rId4" Type="http://schemas.openxmlformats.org/officeDocument/2006/relationships/image" Target="../media/image26.png"/><Relationship Id="rId9" Type="http://schemas.openxmlformats.org/officeDocument/2006/relationships/image" Target="../media/image30.png"/><Relationship Id="rId14" Type="http://schemas.openxmlformats.org/officeDocument/2006/relationships/image" Target="../media/image34.png"/><Relationship Id="rId22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13" Type="http://schemas.openxmlformats.org/officeDocument/2006/relationships/image" Target="../media/image33.png"/><Relationship Id="rId18" Type="http://schemas.openxmlformats.org/officeDocument/2006/relationships/image" Target="../media/image22.png"/><Relationship Id="rId3" Type="http://schemas.openxmlformats.org/officeDocument/2006/relationships/image" Target="../media/image25.png"/><Relationship Id="rId21" Type="http://schemas.openxmlformats.org/officeDocument/2006/relationships/image" Target="../media/image4.png"/><Relationship Id="rId7" Type="http://schemas.openxmlformats.org/officeDocument/2006/relationships/image" Target="../media/image3.png"/><Relationship Id="rId12" Type="http://schemas.openxmlformats.org/officeDocument/2006/relationships/image" Target="../media/image18.png"/><Relationship Id="rId17" Type="http://schemas.openxmlformats.org/officeDocument/2006/relationships/image" Target="../media/image35.png"/><Relationship Id="rId2" Type="http://schemas.openxmlformats.org/officeDocument/2006/relationships/notesSlide" Target="../notesSlides/notesSlide4.xml"/><Relationship Id="rId16" Type="http://schemas.openxmlformats.org/officeDocument/2006/relationships/image" Target="../media/image2.png"/><Relationship Id="rId20" Type="http://schemas.openxmlformats.org/officeDocument/2006/relationships/image" Target="../media/image3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.png"/><Relationship Id="rId11" Type="http://schemas.openxmlformats.org/officeDocument/2006/relationships/image" Target="../media/image32.png"/><Relationship Id="rId24" Type="http://schemas.openxmlformats.org/officeDocument/2006/relationships/image" Target="../media/image9.png"/><Relationship Id="rId5" Type="http://schemas.openxmlformats.org/officeDocument/2006/relationships/image" Target="../media/image27.png"/><Relationship Id="rId15" Type="http://schemas.openxmlformats.org/officeDocument/2006/relationships/image" Target="../media/image1.png"/><Relationship Id="rId23" Type="http://schemas.openxmlformats.org/officeDocument/2006/relationships/image" Target="../media/image16.png"/><Relationship Id="rId10" Type="http://schemas.openxmlformats.org/officeDocument/2006/relationships/image" Target="../media/image31.png"/><Relationship Id="rId19" Type="http://schemas.openxmlformats.org/officeDocument/2006/relationships/image" Target="../media/image8.png"/><Relationship Id="rId4" Type="http://schemas.openxmlformats.org/officeDocument/2006/relationships/image" Target="../media/image26.png"/><Relationship Id="rId9" Type="http://schemas.openxmlformats.org/officeDocument/2006/relationships/image" Target="../media/image30.png"/><Relationship Id="rId14" Type="http://schemas.openxmlformats.org/officeDocument/2006/relationships/image" Target="../media/image34.png"/><Relationship Id="rId22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13" Type="http://schemas.openxmlformats.org/officeDocument/2006/relationships/image" Target="../media/image43.png"/><Relationship Id="rId3" Type="http://schemas.openxmlformats.org/officeDocument/2006/relationships/image" Target="../media/image3.png"/><Relationship Id="rId7" Type="http://schemas.openxmlformats.org/officeDocument/2006/relationships/image" Target="../media/image40.png"/><Relationship Id="rId12" Type="http://schemas.openxmlformats.org/officeDocument/2006/relationships/image" Target="../media/image42.png"/><Relationship Id="rId17" Type="http://schemas.openxmlformats.org/officeDocument/2006/relationships/image" Target="../media/image47.png"/><Relationship Id="rId2" Type="http://schemas.openxmlformats.org/officeDocument/2006/relationships/notesSlide" Target="../notesSlides/notesSlide5.xml"/><Relationship Id="rId16" Type="http://schemas.openxmlformats.org/officeDocument/2006/relationships/image" Target="../media/image4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9.png"/><Relationship Id="rId11" Type="http://schemas.openxmlformats.org/officeDocument/2006/relationships/image" Target="../media/image41.png"/><Relationship Id="rId5" Type="http://schemas.openxmlformats.org/officeDocument/2006/relationships/image" Target="../media/image38.png"/><Relationship Id="rId15" Type="http://schemas.openxmlformats.org/officeDocument/2006/relationships/image" Target="../media/image45.png"/><Relationship Id="rId10" Type="http://schemas.openxmlformats.org/officeDocument/2006/relationships/image" Target="../media/image400.png"/><Relationship Id="rId4" Type="http://schemas.openxmlformats.org/officeDocument/2006/relationships/image" Target="../media/image37.png"/><Relationship Id="rId9" Type="http://schemas.openxmlformats.org/officeDocument/2006/relationships/image" Target="../media/image2.png"/><Relationship Id="rId14" Type="http://schemas.openxmlformats.org/officeDocument/2006/relationships/image" Target="../media/image44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13" Type="http://schemas.openxmlformats.org/officeDocument/2006/relationships/image" Target="../media/image48.png"/><Relationship Id="rId3" Type="http://schemas.openxmlformats.org/officeDocument/2006/relationships/image" Target="../media/image3.png"/><Relationship Id="rId7" Type="http://schemas.openxmlformats.org/officeDocument/2006/relationships/image" Target="../media/image40.png"/><Relationship Id="rId12" Type="http://schemas.openxmlformats.org/officeDocument/2006/relationships/image" Target="../media/image42.png"/><Relationship Id="rId17" Type="http://schemas.openxmlformats.org/officeDocument/2006/relationships/image" Target="../media/image47.png"/><Relationship Id="rId2" Type="http://schemas.openxmlformats.org/officeDocument/2006/relationships/notesSlide" Target="../notesSlides/notesSlide6.xml"/><Relationship Id="rId16" Type="http://schemas.openxmlformats.org/officeDocument/2006/relationships/image" Target="../media/image4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9.png"/><Relationship Id="rId11" Type="http://schemas.openxmlformats.org/officeDocument/2006/relationships/image" Target="../media/image41.png"/><Relationship Id="rId5" Type="http://schemas.openxmlformats.org/officeDocument/2006/relationships/image" Target="../media/image38.png"/><Relationship Id="rId15" Type="http://schemas.openxmlformats.org/officeDocument/2006/relationships/image" Target="../media/image45.png"/><Relationship Id="rId10" Type="http://schemas.openxmlformats.org/officeDocument/2006/relationships/image" Target="../media/image400.png"/><Relationship Id="rId4" Type="http://schemas.openxmlformats.org/officeDocument/2006/relationships/image" Target="../media/image37.png"/><Relationship Id="rId9" Type="http://schemas.openxmlformats.org/officeDocument/2006/relationships/image" Target="../media/image2.png"/><Relationship Id="rId14" Type="http://schemas.openxmlformats.org/officeDocument/2006/relationships/image" Target="../media/image4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sv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矩形 397">
            <a:extLst>
              <a:ext uri="{FF2B5EF4-FFF2-40B4-BE49-F238E27FC236}">
                <a16:creationId xmlns:a16="http://schemas.microsoft.com/office/drawing/2014/main" id="{B90F98CC-30E9-4DAA-A243-794A8EA62985}"/>
              </a:ext>
            </a:extLst>
          </p:cNvPr>
          <p:cNvSpPr/>
          <p:nvPr/>
        </p:nvSpPr>
        <p:spPr>
          <a:xfrm>
            <a:off x="662100" y="1030915"/>
            <a:ext cx="9953624" cy="4962526"/>
          </a:xfrm>
          <a:prstGeom prst="rect">
            <a:avLst/>
          </a:prstGeom>
          <a:solidFill>
            <a:schemeClr val="bg1"/>
          </a:solidFill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8" name="平行四边形 7">
            <a:extLst>
              <a:ext uri="{FF2B5EF4-FFF2-40B4-BE49-F238E27FC236}">
                <a16:creationId xmlns:a16="http://schemas.microsoft.com/office/drawing/2014/main" id="{DE485378-0CF8-4D23-9B3C-4EE0B1A20394}"/>
              </a:ext>
            </a:extLst>
          </p:cNvPr>
          <p:cNvSpPr/>
          <p:nvPr/>
        </p:nvSpPr>
        <p:spPr>
          <a:xfrm>
            <a:off x="1129872" y="3569378"/>
            <a:ext cx="6310057" cy="2289489"/>
          </a:xfrm>
          <a:prstGeom prst="parallelogram">
            <a:avLst>
              <a:gd name="adj" fmla="val 88013"/>
            </a:avLst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8" name="立方体 17">
            <a:extLst>
              <a:ext uri="{FF2B5EF4-FFF2-40B4-BE49-F238E27FC236}">
                <a16:creationId xmlns:a16="http://schemas.microsoft.com/office/drawing/2014/main" id="{EE66181D-395D-4A97-BEB2-601260FE5B60}"/>
              </a:ext>
            </a:extLst>
          </p:cNvPr>
          <p:cNvSpPr/>
          <p:nvPr/>
        </p:nvSpPr>
        <p:spPr>
          <a:xfrm>
            <a:off x="2577265" y="4158890"/>
            <a:ext cx="481630" cy="566997"/>
          </a:xfrm>
          <a:prstGeom prst="cube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3" name="椭圆 52">
            <a:extLst>
              <a:ext uri="{FF2B5EF4-FFF2-40B4-BE49-F238E27FC236}">
                <a16:creationId xmlns:a16="http://schemas.microsoft.com/office/drawing/2014/main" id="{466F215D-B0FA-42B6-B3B4-CEA30F5DE65A}"/>
              </a:ext>
            </a:extLst>
          </p:cNvPr>
          <p:cNvSpPr/>
          <p:nvPr/>
        </p:nvSpPr>
        <p:spPr>
          <a:xfrm rot="5136353">
            <a:off x="1595955" y="4801440"/>
            <a:ext cx="579615" cy="686579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>
                <a:lumMod val="20000"/>
                <a:lumOff val="80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1" name="椭圆 50">
            <a:extLst>
              <a:ext uri="{FF2B5EF4-FFF2-40B4-BE49-F238E27FC236}">
                <a16:creationId xmlns:a16="http://schemas.microsoft.com/office/drawing/2014/main" id="{D93D3729-55FF-4196-B7A7-7A6DE6BA0EFB}"/>
              </a:ext>
            </a:extLst>
          </p:cNvPr>
          <p:cNvSpPr/>
          <p:nvPr/>
        </p:nvSpPr>
        <p:spPr>
          <a:xfrm rot="4993526">
            <a:off x="1466417" y="5248009"/>
            <a:ext cx="579615" cy="686579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>
                <a:lumMod val="20000"/>
                <a:lumOff val="80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4" name="平行四边形 3">
            <a:extLst>
              <a:ext uri="{FF2B5EF4-FFF2-40B4-BE49-F238E27FC236}">
                <a16:creationId xmlns:a16="http://schemas.microsoft.com/office/drawing/2014/main" id="{7D16374C-A602-4FD6-B645-BE3B65029910}"/>
              </a:ext>
            </a:extLst>
          </p:cNvPr>
          <p:cNvSpPr/>
          <p:nvPr/>
        </p:nvSpPr>
        <p:spPr>
          <a:xfrm>
            <a:off x="976014" y="1132720"/>
            <a:ext cx="6310057" cy="2289489"/>
          </a:xfrm>
          <a:prstGeom prst="parallelogram">
            <a:avLst>
              <a:gd name="adj" fmla="val 88318"/>
            </a:avLst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2" name="椭圆 51">
            <a:extLst>
              <a:ext uri="{FF2B5EF4-FFF2-40B4-BE49-F238E27FC236}">
                <a16:creationId xmlns:a16="http://schemas.microsoft.com/office/drawing/2014/main" id="{AA2731FF-AF59-4AD0-B73B-1012F0EB2B65}"/>
              </a:ext>
            </a:extLst>
          </p:cNvPr>
          <p:cNvSpPr/>
          <p:nvPr/>
        </p:nvSpPr>
        <p:spPr>
          <a:xfrm rot="5162698">
            <a:off x="2202687" y="4443302"/>
            <a:ext cx="579615" cy="686579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>
                <a:lumMod val="20000"/>
                <a:lumOff val="80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6" name="立方体 15">
            <a:extLst>
              <a:ext uri="{FF2B5EF4-FFF2-40B4-BE49-F238E27FC236}">
                <a16:creationId xmlns:a16="http://schemas.microsoft.com/office/drawing/2014/main" id="{A712A5DD-71DD-471D-8018-129580240E1C}"/>
              </a:ext>
            </a:extLst>
          </p:cNvPr>
          <p:cNvSpPr/>
          <p:nvPr/>
        </p:nvSpPr>
        <p:spPr>
          <a:xfrm>
            <a:off x="4934636" y="3502617"/>
            <a:ext cx="308730" cy="505595"/>
          </a:xfrm>
          <a:prstGeom prst="cube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立方体 16">
            <a:extLst>
              <a:ext uri="{FF2B5EF4-FFF2-40B4-BE49-F238E27FC236}">
                <a16:creationId xmlns:a16="http://schemas.microsoft.com/office/drawing/2014/main" id="{1D91FDF0-16FC-4602-A027-D1DEF249EDA5}"/>
              </a:ext>
            </a:extLst>
          </p:cNvPr>
          <p:cNvSpPr/>
          <p:nvPr/>
        </p:nvSpPr>
        <p:spPr>
          <a:xfrm>
            <a:off x="3160861" y="5178633"/>
            <a:ext cx="539077" cy="699620"/>
          </a:xfrm>
          <a:prstGeom prst="cube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0" name="图片 19">
            <a:extLst>
              <a:ext uri="{FF2B5EF4-FFF2-40B4-BE49-F238E27FC236}">
                <a16:creationId xmlns:a16="http://schemas.microsoft.com/office/drawing/2014/main" id="{BD77F802-9DF5-465C-A87A-708B400AA80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99791" y="4195595"/>
            <a:ext cx="395832" cy="395832"/>
          </a:xfrm>
          <a:prstGeom prst="rect">
            <a:avLst/>
          </a:prstGeom>
        </p:spPr>
      </p:pic>
      <p:pic>
        <p:nvPicPr>
          <p:cNvPr id="25" name="图片 24">
            <a:extLst>
              <a:ext uri="{FF2B5EF4-FFF2-40B4-BE49-F238E27FC236}">
                <a16:creationId xmlns:a16="http://schemas.microsoft.com/office/drawing/2014/main" id="{D9814133-C495-41DF-A0D6-7BFEFDEAE74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26891" y="3605021"/>
            <a:ext cx="298111" cy="298111"/>
          </a:xfrm>
          <a:prstGeom prst="rect">
            <a:avLst/>
          </a:prstGeom>
        </p:spPr>
      </p:pic>
      <p:pic>
        <p:nvPicPr>
          <p:cNvPr id="30" name="图片 29">
            <a:extLst>
              <a:ext uri="{FF2B5EF4-FFF2-40B4-BE49-F238E27FC236}">
                <a16:creationId xmlns:a16="http://schemas.microsoft.com/office/drawing/2014/main" id="{20377E2B-C82B-4775-B7E7-DE8A751A2B1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49358" y="2486861"/>
            <a:ext cx="304800" cy="304800"/>
          </a:xfrm>
          <a:prstGeom prst="rect">
            <a:avLst/>
          </a:prstGeom>
        </p:spPr>
      </p:pic>
      <p:pic>
        <p:nvPicPr>
          <p:cNvPr id="31" name="图片 30">
            <a:extLst>
              <a:ext uri="{FF2B5EF4-FFF2-40B4-BE49-F238E27FC236}">
                <a16:creationId xmlns:a16="http://schemas.microsoft.com/office/drawing/2014/main" id="{83BDA3BF-6943-49D9-9704-BD756776884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57892" y="5231044"/>
            <a:ext cx="304800" cy="304800"/>
          </a:xfrm>
          <a:prstGeom prst="rect">
            <a:avLst/>
          </a:prstGeom>
        </p:spPr>
      </p:pic>
      <p:pic>
        <p:nvPicPr>
          <p:cNvPr id="32" name="图片 31">
            <a:extLst>
              <a:ext uri="{FF2B5EF4-FFF2-40B4-BE49-F238E27FC236}">
                <a16:creationId xmlns:a16="http://schemas.microsoft.com/office/drawing/2014/main" id="{ED673BC8-7B63-4D75-B8D7-81009DD756B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8673" y="2142739"/>
            <a:ext cx="304800" cy="304800"/>
          </a:xfrm>
          <a:prstGeom prst="rect">
            <a:avLst/>
          </a:prstGeom>
        </p:spPr>
      </p:pic>
      <p:pic>
        <p:nvPicPr>
          <p:cNvPr id="33" name="图片 32">
            <a:extLst>
              <a:ext uri="{FF2B5EF4-FFF2-40B4-BE49-F238E27FC236}">
                <a16:creationId xmlns:a16="http://schemas.microsoft.com/office/drawing/2014/main" id="{394A4D96-22C8-4587-A294-FC3E2737677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2012" y="3015534"/>
            <a:ext cx="304800" cy="304800"/>
          </a:xfrm>
          <a:prstGeom prst="rect">
            <a:avLst/>
          </a:prstGeom>
        </p:spPr>
      </p:pic>
      <p:pic>
        <p:nvPicPr>
          <p:cNvPr id="34" name="图片 33">
            <a:extLst>
              <a:ext uri="{FF2B5EF4-FFF2-40B4-BE49-F238E27FC236}">
                <a16:creationId xmlns:a16="http://schemas.microsoft.com/office/drawing/2014/main" id="{583F10AD-9E1E-4D76-AB68-C8446BF62AE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22431" y="5642725"/>
            <a:ext cx="237849" cy="237849"/>
          </a:xfrm>
          <a:prstGeom prst="rect">
            <a:avLst/>
          </a:prstGeom>
        </p:spPr>
      </p:pic>
      <p:pic>
        <p:nvPicPr>
          <p:cNvPr id="35" name="图片 34">
            <a:extLst>
              <a:ext uri="{FF2B5EF4-FFF2-40B4-BE49-F238E27FC236}">
                <a16:creationId xmlns:a16="http://schemas.microsoft.com/office/drawing/2014/main" id="{02A06270-2737-498F-8456-33461088E18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77557" y="2942010"/>
            <a:ext cx="304800" cy="304800"/>
          </a:xfrm>
          <a:prstGeom prst="rect">
            <a:avLst/>
          </a:prstGeom>
        </p:spPr>
      </p:pic>
      <p:pic>
        <p:nvPicPr>
          <p:cNvPr id="37" name="图片 36">
            <a:extLst>
              <a:ext uri="{FF2B5EF4-FFF2-40B4-BE49-F238E27FC236}">
                <a16:creationId xmlns:a16="http://schemas.microsoft.com/office/drawing/2014/main" id="{B8482BDE-A872-4464-B7BC-262025F6E0A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46947" y="4709432"/>
            <a:ext cx="304800" cy="304800"/>
          </a:xfrm>
          <a:prstGeom prst="rect">
            <a:avLst/>
          </a:prstGeom>
        </p:spPr>
      </p:pic>
      <p:pic>
        <p:nvPicPr>
          <p:cNvPr id="38" name="图片 37">
            <a:extLst>
              <a:ext uri="{FF2B5EF4-FFF2-40B4-BE49-F238E27FC236}">
                <a16:creationId xmlns:a16="http://schemas.microsoft.com/office/drawing/2014/main" id="{F9B1B858-3D36-430E-96C9-FD987C8212C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9500" y="5338244"/>
            <a:ext cx="239596" cy="239596"/>
          </a:xfrm>
          <a:prstGeom prst="rect">
            <a:avLst/>
          </a:prstGeom>
        </p:spPr>
      </p:pic>
      <p:pic>
        <p:nvPicPr>
          <p:cNvPr id="39" name="图片 38">
            <a:extLst>
              <a:ext uri="{FF2B5EF4-FFF2-40B4-BE49-F238E27FC236}">
                <a16:creationId xmlns:a16="http://schemas.microsoft.com/office/drawing/2014/main" id="{EFE44F74-3839-4C71-9BC7-336DFFCE91A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85501" y="4537026"/>
            <a:ext cx="304800" cy="304800"/>
          </a:xfrm>
          <a:prstGeom prst="rect">
            <a:avLst/>
          </a:prstGeom>
        </p:spPr>
      </p:pic>
      <p:sp>
        <p:nvSpPr>
          <p:cNvPr id="48" name="椭圆 47">
            <a:extLst>
              <a:ext uri="{FF2B5EF4-FFF2-40B4-BE49-F238E27FC236}">
                <a16:creationId xmlns:a16="http://schemas.microsoft.com/office/drawing/2014/main" id="{96834F03-8450-4119-B800-530D3E65ACA2}"/>
              </a:ext>
            </a:extLst>
          </p:cNvPr>
          <p:cNvSpPr/>
          <p:nvPr/>
        </p:nvSpPr>
        <p:spPr>
          <a:xfrm rot="5210808">
            <a:off x="2263341" y="5061647"/>
            <a:ext cx="654549" cy="836733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4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40" name="图片 39">
            <a:extLst>
              <a:ext uri="{FF2B5EF4-FFF2-40B4-BE49-F238E27FC236}">
                <a16:creationId xmlns:a16="http://schemas.microsoft.com/office/drawing/2014/main" id="{6964B2EB-055F-4652-99BD-9F50F80555C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77203" y="5395949"/>
            <a:ext cx="304800" cy="304800"/>
          </a:xfrm>
          <a:prstGeom prst="rect">
            <a:avLst/>
          </a:prstGeom>
        </p:spPr>
      </p:pic>
      <p:pic>
        <p:nvPicPr>
          <p:cNvPr id="41" name="图片 40">
            <a:extLst>
              <a:ext uri="{FF2B5EF4-FFF2-40B4-BE49-F238E27FC236}">
                <a16:creationId xmlns:a16="http://schemas.microsoft.com/office/drawing/2014/main" id="{7D14E498-7813-483D-A5AA-54570E5E646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38510" y="5402928"/>
            <a:ext cx="281592" cy="281592"/>
          </a:xfrm>
          <a:prstGeom prst="rect">
            <a:avLst/>
          </a:prstGeom>
        </p:spPr>
      </p:pic>
      <p:pic>
        <p:nvPicPr>
          <p:cNvPr id="43" name="图片 42">
            <a:extLst>
              <a:ext uri="{FF2B5EF4-FFF2-40B4-BE49-F238E27FC236}">
                <a16:creationId xmlns:a16="http://schemas.microsoft.com/office/drawing/2014/main" id="{E0DE93DD-6E3B-4D45-83E7-70E7F0B09CD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3678" y="4916934"/>
            <a:ext cx="304800" cy="304800"/>
          </a:xfrm>
          <a:prstGeom prst="rect">
            <a:avLst/>
          </a:prstGeom>
        </p:spPr>
      </p:pic>
      <p:pic>
        <p:nvPicPr>
          <p:cNvPr id="44" name="图片 43">
            <a:extLst>
              <a:ext uri="{FF2B5EF4-FFF2-40B4-BE49-F238E27FC236}">
                <a16:creationId xmlns:a16="http://schemas.microsoft.com/office/drawing/2014/main" id="{1C4D7F0F-30E4-45D7-906D-929E03384B2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52053" y="5047696"/>
            <a:ext cx="304800" cy="304800"/>
          </a:xfrm>
          <a:prstGeom prst="rect">
            <a:avLst/>
          </a:prstGeom>
        </p:spPr>
      </p:pic>
      <p:pic>
        <p:nvPicPr>
          <p:cNvPr id="45" name="图片 44">
            <a:extLst>
              <a:ext uri="{FF2B5EF4-FFF2-40B4-BE49-F238E27FC236}">
                <a16:creationId xmlns:a16="http://schemas.microsoft.com/office/drawing/2014/main" id="{9D04E5FC-359C-43D0-B201-63B94C80717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24959" y="5199340"/>
            <a:ext cx="304800" cy="304800"/>
          </a:xfrm>
          <a:prstGeom prst="rect">
            <a:avLst/>
          </a:prstGeom>
        </p:spPr>
      </p:pic>
      <p:sp>
        <p:nvSpPr>
          <p:cNvPr id="46" name="椭圆 45">
            <a:extLst>
              <a:ext uri="{FF2B5EF4-FFF2-40B4-BE49-F238E27FC236}">
                <a16:creationId xmlns:a16="http://schemas.microsoft.com/office/drawing/2014/main" id="{9CC8C05C-1C3C-498E-B62D-C03BC30ADA4D}"/>
              </a:ext>
            </a:extLst>
          </p:cNvPr>
          <p:cNvSpPr/>
          <p:nvPr/>
        </p:nvSpPr>
        <p:spPr>
          <a:xfrm rot="21014316">
            <a:off x="3339600" y="3745339"/>
            <a:ext cx="2249504" cy="1412781"/>
          </a:xfrm>
          <a:prstGeom prst="ellipse">
            <a:avLst/>
          </a:prstGeom>
          <a:noFill/>
          <a:ln>
            <a:solidFill>
              <a:srgbClr val="C0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7" name="立方体 46">
            <a:extLst>
              <a:ext uri="{FF2B5EF4-FFF2-40B4-BE49-F238E27FC236}">
                <a16:creationId xmlns:a16="http://schemas.microsoft.com/office/drawing/2014/main" id="{89E18927-3720-45B8-8C1A-E08BD6B6B407}"/>
              </a:ext>
            </a:extLst>
          </p:cNvPr>
          <p:cNvSpPr/>
          <p:nvPr/>
        </p:nvSpPr>
        <p:spPr>
          <a:xfrm>
            <a:off x="5927272" y="4168430"/>
            <a:ext cx="496637" cy="594917"/>
          </a:xfrm>
          <a:prstGeom prst="cube">
            <a:avLst>
              <a:gd name="adj" fmla="val 19877"/>
            </a:avLst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6" name="立方体 55">
            <a:extLst>
              <a:ext uri="{FF2B5EF4-FFF2-40B4-BE49-F238E27FC236}">
                <a16:creationId xmlns:a16="http://schemas.microsoft.com/office/drawing/2014/main" id="{708F501C-C33C-46FB-9AA2-05E90FF7236D}"/>
              </a:ext>
            </a:extLst>
          </p:cNvPr>
          <p:cNvSpPr/>
          <p:nvPr/>
        </p:nvSpPr>
        <p:spPr>
          <a:xfrm>
            <a:off x="4067992" y="4762499"/>
            <a:ext cx="348226" cy="551873"/>
          </a:xfrm>
          <a:prstGeom prst="cube">
            <a:avLst>
              <a:gd name="adj" fmla="val 23586"/>
            </a:avLst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7" name="平行四边形 56">
            <a:extLst>
              <a:ext uri="{FF2B5EF4-FFF2-40B4-BE49-F238E27FC236}">
                <a16:creationId xmlns:a16="http://schemas.microsoft.com/office/drawing/2014/main" id="{40EF24F7-252D-4CC0-8318-EB4517061DFA}"/>
              </a:ext>
            </a:extLst>
          </p:cNvPr>
          <p:cNvSpPr/>
          <p:nvPr/>
        </p:nvSpPr>
        <p:spPr>
          <a:xfrm>
            <a:off x="2993572" y="3161143"/>
            <a:ext cx="525780" cy="251460"/>
          </a:xfrm>
          <a:prstGeom prst="parallelogram">
            <a:avLst>
              <a:gd name="adj" fmla="val 73160"/>
            </a:avLst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58" name="平行四边形 57">
            <a:extLst>
              <a:ext uri="{FF2B5EF4-FFF2-40B4-BE49-F238E27FC236}">
                <a16:creationId xmlns:a16="http://schemas.microsoft.com/office/drawing/2014/main" id="{54E86447-A995-4BD4-B980-56D9F3AA158A}"/>
              </a:ext>
            </a:extLst>
          </p:cNvPr>
          <p:cNvSpPr/>
          <p:nvPr/>
        </p:nvSpPr>
        <p:spPr>
          <a:xfrm>
            <a:off x="4890952" y="2902063"/>
            <a:ext cx="510540" cy="236220"/>
          </a:xfrm>
          <a:prstGeom prst="parallelogram">
            <a:avLst>
              <a:gd name="adj" fmla="val 75724"/>
            </a:avLst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9" name="平行四边形 58">
            <a:extLst>
              <a:ext uri="{FF2B5EF4-FFF2-40B4-BE49-F238E27FC236}">
                <a16:creationId xmlns:a16="http://schemas.microsoft.com/office/drawing/2014/main" id="{35337433-AB3D-4033-B9EB-62E8BE18872F}"/>
              </a:ext>
            </a:extLst>
          </p:cNvPr>
          <p:cNvSpPr/>
          <p:nvPr/>
        </p:nvSpPr>
        <p:spPr>
          <a:xfrm>
            <a:off x="2315392" y="1903843"/>
            <a:ext cx="373380" cy="205740"/>
          </a:xfrm>
          <a:prstGeom prst="parallelogram">
            <a:avLst>
              <a:gd name="adj" fmla="val 75958"/>
            </a:avLst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0" name="平行四边形 59">
            <a:extLst>
              <a:ext uri="{FF2B5EF4-FFF2-40B4-BE49-F238E27FC236}">
                <a16:creationId xmlns:a16="http://schemas.microsoft.com/office/drawing/2014/main" id="{E62A1885-3D2C-4FF9-AAB9-0C0F13897C09}"/>
              </a:ext>
            </a:extLst>
          </p:cNvPr>
          <p:cNvSpPr/>
          <p:nvPr/>
        </p:nvSpPr>
        <p:spPr>
          <a:xfrm>
            <a:off x="5809162" y="2086723"/>
            <a:ext cx="632460" cy="251460"/>
          </a:xfrm>
          <a:prstGeom prst="parallelogram">
            <a:avLst>
              <a:gd name="adj" fmla="val 87845"/>
            </a:avLst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1" name="平行四边形 60">
            <a:extLst>
              <a:ext uri="{FF2B5EF4-FFF2-40B4-BE49-F238E27FC236}">
                <a16:creationId xmlns:a16="http://schemas.microsoft.com/office/drawing/2014/main" id="{E116E52B-3BF1-477F-BBA1-4DE1103A15B9}"/>
              </a:ext>
            </a:extLst>
          </p:cNvPr>
          <p:cNvSpPr/>
          <p:nvPr/>
        </p:nvSpPr>
        <p:spPr>
          <a:xfrm>
            <a:off x="3328852" y="1560943"/>
            <a:ext cx="464820" cy="251460"/>
          </a:xfrm>
          <a:prstGeom prst="parallelogram">
            <a:avLst>
              <a:gd name="adj" fmla="val 65468"/>
            </a:avLst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2" name="平行四边形 61">
            <a:extLst>
              <a:ext uri="{FF2B5EF4-FFF2-40B4-BE49-F238E27FC236}">
                <a16:creationId xmlns:a16="http://schemas.microsoft.com/office/drawing/2014/main" id="{80B5047A-27C2-45A1-B0BC-8B25B809C0E0}"/>
              </a:ext>
            </a:extLst>
          </p:cNvPr>
          <p:cNvSpPr/>
          <p:nvPr/>
        </p:nvSpPr>
        <p:spPr>
          <a:xfrm>
            <a:off x="4723312" y="1408543"/>
            <a:ext cx="236220" cy="137160"/>
          </a:xfrm>
          <a:prstGeom prst="parallelogram">
            <a:avLst>
              <a:gd name="adj" fmla="val 70516"/>
            </a:avLst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3" name="椭圆 62">
            <a:extLst>
              <a:ext uri="{FF2B5EF4-FFF2-40B4-BE49-F238E27FC236}">
                <a16:creationId xmlns:a16="http://schemas.microsoft.com/office/drawing/2014/main" id="{3F511905-D91B-41E1-85F1-3A4A14AAB439}"/>
              </a:ext>
            </a:extLst>
          </p:cNvPr>
          <p:cNvSpPr/>
          <p:nvPr/>
        </p:nvSpPr>
        <p:spPr>
          <a:xfrm rot="21014316">
            <a:off x="3203060" y="1675572"/>
            <a:ext cx="1790162" cy="1095951"/>
          </a:xfrm>
          <a:prstGeom prst="ellipse">
            <a:avLst/>
          </a:prstGeom>
          <a:noFill/>
          <a:ln>
            <a:solidFill>
              <a:srgbClr val="C0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5" name="等腰三角形 64">
            <a:extLst>
              <a:ext uri="{FF2B5EF4-FFF2-40B4-BE49-F238E27FC236}">
                <a16:creationId xmlns:a16="http://schemas.microsoft.com/office/drawing/2014/main" id="{DC88E57B-760D-4BC9-A009-D8F36758FB0B}"/>
              </a:ext>
            </a:extLst>
          </p:cNvPr>
          <p:cNvSpPr/>
          <p:nvPr/>
        </p:nvSpPr>
        <p:spPr>
          <a:xfrm>
            <a:off x="4045132" y="2162923"/>
            <a:ext cx="99060" cy="99060"/>
          </a:xfrm>
          <a:prstGeom prst="triangl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6" name="等腰三角形 65">
            <a:extLst>
              <a:ext uri="{FF2B5EF4-FFF2-40B4-BE49-F238E27FC236}">
                <a16:creationId xmlns:a16="http://schemas.microsoft.com/office/drawing/2014/main" id="{E4ADE293-9259-496B-B179-54A99E3104A1}"/>
              </a:ext>
            </a:extLst>
          </p:cNvPr>
          <p:cNvSpPr/>
          <p:nvPr/>
        </p:nvSpPr>
        <p:spPr>
          <a:xfrm>
            <a:off x="6811192" y="1237093"/>
            <a:ext cx="99060" cy="99060"/>
          </a:xfrm>
          <a:prstGeom prst="triangle">
            <a:avLst/>
          </a:prstGeom>
          <a:solidFill>
            <a:srgbClr val="92D050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7" name="平行四边形 66">
            <a:extLst>
              <a:ext uri="{FF2B5EF4-FFF2-40B4-BE49-F238E27FC236}">
                <a16:creationId xmlns:a16="http://schemas.microsoft.com/office/drawing/2014/main" id="{652633FB-0076-4FDA-B04F-C18E183C298B}"/>
              </a:ext>
            </a:extLst>
          </p:cNvPr>
          <p:cNvSpPr/>
          <p:nvPr/>
        </p:nvSpPr>
        <p:spPr>
          <a:xfrm>
            <a:off x="3869872" y="2566783"/>
            <a:ext cx="388620" cy="220980"/>
          </a:xfrm>
          <a:prstGeom prst="parallelogram">
            <a:avLst>
              <a:gd name="adj" fmla="val 55212"/>
            </a:avLst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cxnSp>
        <p:nvCxnSpPr>
          <p:cNvPr id="69" name="直接连接符 68">
            <a:extLst>
              <a:ext uri="{FF2B5EF4-FFF2-40B4-BE49-F238E27FC236}">
                <a16:creationId xmlns:a16="http://schemas.microsoft.com/office/drawing/2014/main" id="{1CDD9D99-742F-4539-823B-92AFCA7DCD10}"/>
              </a:ext>
            </a:extLst>
          </p:cNvPr>
          <p:cNvCxnSpPr>
            <a:cxnSpLocks/>
            <a:stCxn id="35" idx="2"/>
            <a:endCxn id="48" idx="4"/>
          </p:cNvCxnSpPr>
          <p:nvPr/>
        </p:nvCxnSpPr>
        <p:spPr>
          <a:xfrm flipH="1">
            <a:off x="2172882" y="3246810"/>
            <a:ext cx="357075" cy="2256217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直接连接符 72">
            <a:extLst>
              <a:ext uri="{FF2B5EF4-FFF2-40B4-BE49-F238E27FC236}">
                <a16:creationId xmlns:a16="http://schemas.microsoft.com/office/drawing/2014/main" id="{804E9F1D-D6E3-4976-B0E4-A51A8D001BB2}"/>
              </a:ext>
            </a:extLst>
          </p:cNvPr>
          <p:cNvCxnSpPr>
            <a:cxnSpLocks/>
            <a:stCxn id="35" idx="2"/>
            <a:endCxn id="48" idx="0"/>
          </p:cNvCxnSpPr>
          <p:nvPr/>
        </p:nvCxnSpPr>
        <p:spPr>
          <a:xfrm>
            <a:off x="2529957" y="3246810"/>
            <a:ext cx="478392" cy="2210191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直接连接符 81">
            <a:extLst>
              <a:ext uri="{FF2B5EF4-FFF2-40B4-BE49-F238E27FC236}">
                <a16:creationId xmlns:a16="http://schemas.microsoft.com/office/drawing/2014/main" id="{380EAB96-821E-4205-ACBC-DD82CCD08474}"/>
              </a:ext>
            </a:extLst>
          </p:cNvPr>
          <p:cNvCxnSpPr>
            <a:cxnSpLocks/>
            <a:stCxn id="33" idx="2"/>
            <a:endCxn id="51" idx="4"/>
          </p:cNvCxnSpPr>
          <p:nvPr/>
        </p:nvCxnSpPr>
        <p:spPr>
          <a:xfrm flipH="1">
            <a:off x="1415332" y="3320334"/>
            <a:ext cx="259080" cy="2311461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直接连接符 84">
            <a:extLst>
              <a:ext uri="{FF2B5EF4-FFF2-40B4-BE49-F238E27FC236}">
                <a16:creationId xmlns:a16="http://schemas.microsoft.com/office/drawing/2014/main" id="{656FD088-49CA-4983-AABF-BB79D899BF24}"/>
              </a:ext>
            </a:extLst>
          </p:cNvPr>
          <p:cNvCxnSpPr>
            <a:cxnSpLocks/>
            <a:stCxn id="33" idx="2"/>
            <a:endCxn id="51" idx="0"/>
          </p:cNvCxnSpPr>
          <p:nvPr/>
        </p:nvCxnSpPr>
        <p:spPr>
          <a:xfrm>
            <a:off x="1674412" y="3320334"/>
            <a:ext cx="422705" cy="2230469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直接连接符 97">
            <a:extLst>
              <a:ext uri="{FF2B5EF4-FFF2-40B4-BE49-F238E27FC236}">
                <a16:creationId xmlns:a16="http://schemas.microsoft.com/office/drawing/2014/main" id="{16BA9820-BBE4-4404-9D27-9218BEDB135C}"/>
              </a:ext>
            </a:extLst>
          </p:cNvPr>
          <p:cNvCxnSpPr>
            <a:cxnSpLocks/>
            <a:stCxn id="30" idx="2"/>
            <a:endCxn id="53" idx="4"/>
          </p:cNvCxnSpPr>
          <p:nvPr/>
        </p:nvCxnSpPr>
        <p:spPr>
          <a:xfrm flipH="1">
            <a:off x="1543482" y="2791661"/>
            <a:ext cx="358276" cy="2379371"/>
          </a:xfrm>
          <a:prstGeom prst="line">
            <a:avLst/>
          </a:prstGeom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直接连接符 100">
            <a:extLst>
              <a:ext uri="{FF2B5EF4-FFF2-40B4-BE49-F238E27FC236}">
                <a16:creationId xmlns:a16="http://schemas.microsoft.com/office/drawing/2014/main" id="{BCBA43CA-E0C1-4564-8B7E-2D0D4BE1E0D1}"/>
              </a:ext>
            </a:extLst>
          </p:cNvPr>
          <p:cNvCxnSpPr>
            <a:cxnSpLocks/>
            <a:stCxn id="30" idx="2"/>
            <a:endCxn id="53" idx="0"/>
          </p:cNvCxnSpPr>
          <p:nvPr/>
        </p:nvCxnSpPr>
        <p:spPr>
          <a:xfrm>
            <a:off x="1901758" y="2791661"/>
            <a:ext cx="326285" cy="2326767"/>
          </a:xfrm>
          <a:prstGeom prst="line">
            <a:avLst/>
          </a:prstGeom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直接连接符 103">
            <a:extLst>
              <a:ext uri="{FF2B5EF4-FFF2-40B4-BE49-F238E27FC236}">
                <a16:creationId xmlns:a16="http://schemas.microsoft.com/office/drawing/2014/main" id="{15200CE6-E515-4DF9-B9EE-0E18355D3873}"/>
              </a:ext>
            </a:extLst>
          </p:cNvPr>
          <p:cNvCxnSpPr>
            <a:cxnSpLocks/>
            <a:stCxn id="32" idx="2"/>
            <a:endCxn id="52" idx="4"/>
          </p:cNvCxnSpPr>
          <p:nvPr/>
        </p:nvCxnSpPr>
        <p:spPr>
          <a:xfrm flipH="1">
            <a:off x="2150023" y="2447539"/>
            <a:ext cx="251050" cy="2362731"/>
          </a:xfrm>
          <a:prstGeom prst="line">
            <a:avLst/>
          </a:prstGeom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直接连接符 104">
            <a:extLst>
              <a:ext uri="{FF2B5EF4-FFF2-40B4-BE49-F238E27FC236}">
                <a16:creationId xmlns:a16="http://schemas.microsoft.com/office/drawing/2014/main" id="{59B7DB20-B71F-404A-9E89-503212A6EE2A}"/>
              </a:ext>
            </a:extLst>
          </p:cNvPr>
          <p:cNvCxnSpPr>
            <a:cxnSpLocks/>
            <a:stCxn id="32" idx="2"/>
            <a:endCxn id="52" idx="0"/>
          </p:cNvCxnSpPr>
          <p:nvPr/>
        </p:nvCxnSpPr>
        <p:spPr>
          <a:xfrm>
            <a:off x="2401073" y="2447539"/>
            <a:ext cx="433893" cy="2315375"/>
          </a:xfrm>
          <a:prstGeom prst="line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20" name="星形: 五角 119">
            <a:extLst>
              <a:ext uri="{FF2B5EF4-FFF2-40B4-BE49-F238E27FC236}">
                <a16:creationId xmlns:a16="http://schemas.microsoft.com/office/drawing/2014/main" id="{B83C98F7-8DE6-4BFE-9BD1-F5AC12F5AE37}"/>
              </a:ext>
            </a:extLst>
          </p:cNvPr>
          <p:cNvSpPr/>
          <p:nvPr/>
        </p:nvSpPr>
        <p:spPr>
          <a:xfrm rot="20997962">
            <a:off x="3267892" y="2947782"/>
            <a:ext cx="137160" cy="137160"/>
          </a:xfrm>
          <a:prstGeom prst="star5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0" name="星形: 五角 129">
            <a:extLst>
              <a:ext uri="{FF2B5EF4-FFF2-40B4-BE49-F238E27FC236}">
                <a16:creationId xmlns:a16="http://schemas.microsoft.com/office/drawing/2014/main" id="{99169503-0035-46F6-89F0-767297661BF2}"/>
              </a:ext>
            </a:extLst>
          </p:cNvPr>
          <p:cNvSpPr/>
          <p:nvPr/>
        </p:nvSpPr>
        <p:spPr>
          <a:xfrm rot="1976744">
            <a:off x="4444707" y="3115423"/>
            <a:ext cx="137160" cy="137160"/>
          </a:xfrm>
          <a:prstGeom prst="star5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1" name="星形: 五角 130">
            <a:extLst>
              <a:ext uri="{FF2B5EF4-FFF2-40B4-BE49-F238E27FC236}">
                <a16:creationId xmlns:a16="http://schemas.microsoft.com/office/drawing/2014/main" id="{9326780E-FB35-4D1A-BE25-D78B5D809786}"/>
              </a:ext>
            </a:extLst>
          </p:cNvPr>
          <p:cNvSpPr/>
          <p:nvPr/>
        </p:nvSpPr>
        <p:spPr>
          <a:xfrm>
            <a:off x="5332912" y="2429623"/>
            <a:ext cx="137160" cy="137160"/>
          </a:xfrm>
          <a:prstGeom prst="star5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2" name="星形: 五角 131">
            <a:extLst>
              <a:ext uri="{FF2B5EF4-FFF2-40B4-BE49-F238E27FC236}">
                <a16:creationId xmlns:a16="http://schemas.microsoft.com/office/drawing/2014/main" id="{3281DC0E-F6FC-421B-80A7-24EC0B5BE8BF}"/>
              </a:ext>
            </a:extLst>
          </p:cNvPr>
          <p:cNvSpPr/>
          <p:nvPr/>
        </p:nvSpPr>
        <p:spPr>
          <a:xfrm>
            <a:off x="5835832" y="1789543"/>
            <a:ext cx="137160" cy="137160"/>
          </a:xfrm>
          <a:prstGeom prst="star5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3" name="星形: 五角 132">
            <a:extLst>
              <a:ext uri="{FF2B5EF4-FFF2-40B4-BE49-F238E27FC236}">
                <a16:creationId xmlns:a16="http://schemas.microsoft.com/office/drawing/2014/main" id="{16438C39-74FA-4E9B-BCD6-F8F431630D1B}"/>
              </a:ext>
            </a:extLst>
          </p:cNvPr>
          <p:cNvSpPr/>
          <p:nvPr/>
        </p:nvSpPr>
        <p:spPr>
          <a:xfrm rot="1548584">
            <a:off x="2963092" y="2749663"/>
            <a:ext cx="137160" cy="137160"/>
          </a:xfrm>
          <a:prstGeom prst="star5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4" name="星形: 五角 133">
            <a:extLst>
              <a:ext uri="{FF2B5EF4-FFF2-40B4-BE49-F238E27FC236}">
                <a16:creationId xmlns:a16="http://schemas.microsoft.com/office/drawing/2014/main" id="{5EFE6C79-AE1F-43FE-9D82-759C6C4EAE3E}"/>
              </a:ext>
            </a:extLst>
          </p:cNvPr>
          <p:cNvSpPr/>
          <p:nvPr/>
        </p:nvSpPr>
        <p:spPr>
          <a:xfrm rot="5609243">
            <a:off x="3742797" y="2886823"/>
            <a:ext cx="137160" cy="137160"/>
          </a:xfrm>
          <a:prstGeom prst="star5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5" name="星形: 五角 134">
            <a:extLst>
              <a:ext uri="{FF2B5EF4-FFF2-40B4-BE49-F238E27FC236}">
                <a16:creationId xmlns:a16="http://schemas.microsoft.com/office/drawing/2014/main" id="{9E3B85B5-6CBE-464B-87B3-D392C55FC47A}"/>
              </a:ext>
            </a:extLst>
          </p:cNvPr>
          <p:cNvSpPr/>
          <p:nvPr/>
        </p:nvSpPr>
        <p:spPr>
          <a:xfrm rot="3880281">
            <a:off x="4936672" y="2414383"/>
            <a:ext cx="137160" cy="137160"/>
          </a:xfrm>
          <a:prstGeom prst="star5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6" name="星形: 五角 135">
            <a:extLst>
              <a:ext uri="{FF2B5EF4-FFF2-40B4-BE49-F238E27FC236}">
                <a16:creationId xmlns:a16="http://schemas.microsoft.com/office/drawing/2014/main" id="{BE2090AA-24F3-44E3-95C4-D92D6315ED12}"/>
              </a:ext>
            </a:extLst>
          </p:cNvPr>
          <p:cNvSpPr/>
          <p:nvPr/>
        </p:nvSpPr>
        <p:spPr>
          <a:xfrm>
            <a:off x="5584372" y="1759063"/>
            <a:ext cx="137160" cy="137160"/>
          </a:xfrm>
          <a:prstGeom prst="star5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7" name="星形: 五角 136">
            <a:extLst>
              <a:ext uri="{FF2B5EF4-FFF2-40B4-BE49-F238E27FC236}">
                <a16:creationId xmlns:a16="http://schemas.microsoft.com/office/drawing/2014/main" id="{47884D26-5A41-4E00-BE78-E9BF34841215}"/>
              </a:ext>
            </a:extLst>
          </p:cNvPr>
          <p:cNvSpPr/>
          <p:nvPr/>
        </p:nvSpPr>
        <p:spPr>
          <a:xfrm>
            <a:off x="2818312" y="2604883"/>
            <a:ext cx="121920" cy="137160"/>
          </a:xfrm>
          <a:prstGeom prst="star5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39" name="直接箭头连接符 138">
            <a:extLst>
              <a:ext uri="{FF2B5EF4-FFF2-40B4-BE49-F238E27FC236}">
                <a16:creationId xmlns:a16="http://schemas.microsoft.com/office/drawing/2014/main" id="{1FD6CA44-C58C-430A-A5FD-410E02C79D63}"/>
              </a:ext>
            </a:extLst>
          </p:cNvPr>
          <p:cNvCxnSpPr>
            <a:cxnSpLocks/>
            <a:endCxn id="120" idx="1"/>
          </p:cNvCxnSpPr>
          <p:nvPr/>
        </p:nvCxnSpPr>
        <p:spPr>
          <a:xfrm flipV="1">
            <a:off x="2673532" y="3012368"/>
            <a:ext cx="592588" cy="125914"/>
          </a:xfrm>
          <a:prstGeom prst="straightConnector1">
            <a:avLst/>
          </a:prstGeom>
          <a:ln w="635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5" name="直接箭头连接符 144">
            <a:extLst>
              <a:ext uri="{FF2B5EF4-FFF2-40B4-BE49-F238E27FC236}">
                <a16:creationId xmlns:a16="http://schemas.microsoft.com/office/drawing/2014/main" id="{D2658158-CAB8-4A2B-92B8-40AD13F0F576}"/>
              </a:ext>
            </a:extLst>
          </p:cNvPr>
          <p:cNvCxnSpPr>
            <a:cxnSpLocks/>
            <a:stCxn id="120" idx="4"/>
            <a:endCxn id="130" idx="2"/>
          </p:cNvCxnSpPr>
          <p:nvPr/>
        </p:nvCxnSpPr>
        <p:spPr>
          <a:xfrm>
            <a:off x="3401182" y="2988471"/>
            <a:ext cx="1039239" cy="230033"/>
          </a:xfrm>
          <a:prstGeom prst="straightConnector1">
            <a:avLst/>
          </a:prstGeom>
          <a:ln w="635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8" name="直接箭头连接符 147">
            <a:extLst>
              <a:ext uri="{FF2B5EF4-FFF2-40B4-BE49-F238E27FC236}">
                <a16:creationId xmlns:a16="http://schemas.microsoft.com/office/drawing/2014/main" id="{90E17755-2405-412B-8A9E-43AD90196336}"/>
              </a:ext>
            </a:extLst>
          </p:cNvPr>
          <p:cNvCxnSpPr>
            <a:cxnSpLocks/>
            <a:stCxn id="130" idx="4"/>
            <a:endCxn id="131" idx="2"/>
          </p:cNvCxnSpPr>
          <p:nvPr/>
        </p:nvCxnSpPr>
        <p:spPr>
          <a:xfrm flipV="1">
            <a:off x="4579643" y="2566783"/>
            <a:ext cx="779464" cy="640930"/>
          </a:xfrm>
          <a:prstGeom prst="straightConnector1">
            <a:avLst/>
          </a:prstGeom>
          <a:ln w="635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1" name="直接箭头连接符 150">
            <a:extLst>
              <a:ext uri="{FF2B5EF4-FFF2-40B4-BE49-F238E27FC236}">
                <a16:creationId xmlns:a16="http://schemas.microsoft.com/office/drawing/2014/main" id="{12388605-2A97-4597-89E8-A9B5448B7732}"/>
              </a:ext>
            </a:extLst>
          </p:cNvPr>
          <p:cNvCxnSpPr>
            <a:cxnSpLocks/>
            <a:stCxn id="131" idx="4"/>
            <a:endCxn id="132" idx="2"/>
          </p:cNvCxnSpPr>
          <p:nvPr/>
        </p:nvCxnSpPr>
        <p:spPr>
          <a:xfrm flipV="1">
            <a:off x="5470072" y="1926703"/>
            <a:ext cx="391955" cy="555310"/>
          </a:xfrm>
          <a:prstGeom prst="straightConnector1">
            <a:avLst/>
          </a:prstGeom>
          <a:ln w="635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5" name="直接箭头连接符 154">
            <a:extLst>
              <a:ext uri="{FF2B5EF4-FFF2-40B4-BE49-F238E27FC236}">
                <a16:creationId xmlns:a16="http://schemas.microsoft.com/office/drawing/2014/main" id="{9601D28F-F218-49E4-8468-6A7ED4F1B019}"/>
              </a:ext>
            </a:extLst>
          </p:cNvPr>
          <p:cNvCxnSpPr>
            <a:cxnSpLocks/>
            <a:stCxn id="132" idx="4"/>
            <a:endCxn id="66" idx="2"/>
          </p:cNvCxnSpPr>
          <p:nvPr/>
        </p:nvCxnSpPr>
        <p:spPr>
          <a:xfrm flipV="1">
            <a:off x="5972992" y="1336153"/>
            <a:ext cx="838200" cy="505780"/>
          </a:xfrm>
          <a:prstGeom prst="straightConnector1">
            <a:avLst/>
          </a:prstGeom>
          <a:ln w="635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3" name="直接箭头连接符 162">
            <a:extLst>
              <a:ext uri="{FF2B5EF4-FFF2-40B4-BE49-F238E27FC236}">
                <a16:creationId xmlns:a16="http://schemas.microsoft.com/office/drawing/2014/main" id="{0B005144-1D7E-46D5-AA5E-25A15B36A197}"/>
              </a:ext>
            </a:extLst>
          </p:cNvPr>
          <p:cNvCxnSpPr>
            <a:cxnSpLocks/>
            <a:stCxn id="33" idx="3"/>
            <a:endCxn id="133" idx="2"/>
          </p:cNvCxnSpPr>
          <p:nvPr/>
        </p:nvCxnSpPr>
        <p:spPr>
          <a:xfrm flipV="1">
            <a:off x="1826812" y="2861528"/>
            <a:ext cx="1136844" cy="306406"/>
          </a:xfrm>
          <a:prstGeom prst="straightConnector1">
            <a:avLst/>
          </a:prstGeom>
          <a:ln w="635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0" name="直接箭头连接符 169">
            <a:extLst>
              <a:ext uri="{FF2B5EF4-FFF2-40B4-BE49-F238E27FC236}">
                <a16:creationId xmlns:a16="http://schemas.microsoft.com/office/drawing/2014/main" id="{5C391034-F392-4120-B43F-A65C7E05F349}"/>
              </a:ext>
            </a:extLst>
          </p:cNvPr>
          <p:cNvCxnSpPr>
            <a:cxnSpLocks/>
            <a:stCxn id="133" idx="4"/>
            <a:endCxn id="134" idx="2"/>
          </p:cNvCxnSpPr>
          <p:nvPr/>
        </p:nvCxnSpPr>
        <p:spPr>
          <a:xfrm>
            <a:off x="3100460" y="2833527"/>
            <a:ext cx="645042" cy="75398"/>
          </a:xfrm>
          <a:prstGeom prst="straightConnector1">
            <a:avLst/>
          </a:prstGeom>
          <a:ln w="635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9" name="星形: 五角 178">
            <a:extLst>
              <a:ext uri="{FF2B5EF4-FFF2-40B4-BE49-F238E27FC236}">
                <a16:creationId xmlns:a16="http://schemas.microsoft.com/office/drawing/2014/main" id="{538053DE-8D85-4692-8664-4E2B40995B18}"/>
              </a:ext>
            </a:extLst>
          </p:cNvPr>
          <p:cNvSpPr/>
          <p:nvPr/>
        </p:nvSpPr>
        <p:spPr>
          <a:xfrm rot="372011">
            <a:off x="4569445" y="3266539"/>
            <a:ext cx="137160" cy="137160"/>
          </a:xfrm>
          <a:prstGeom prst="star5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80" name="直接箭头连接符 179">
            <a:extLst>
              <a:ext uri="{FF2B5EF4-FFF2-40B4-BE49-F238E27FC236}">
                <a16:creationId xmlns:a16="http://schemas.microsoft.com/office/drawing/2014/main" id="{29622780-259F-47A2-964B-6C5F17C97558}"/>
              </a:ext>
            </a:extLst>
          </p:cNvPr>
          <p:cNvCxnSpPr>
            <a:cxnSpLocks/>
            <a:stCxn id="134" idx="0"/>
            <a:endCxn id="179" idx="1"/>
          </p:cNvCxnSpPr>
          <p:nvPr/>
        </p:nvCxnSpPr>
        <p:spPr>
          <a:xfrm>
            <a:off x="3879830" y="2959575"/>
            <a:ext cx="691765" cy="352042"/>
          </a:xfrm>
          <a:prstGeom prst="straightConnector1">
            <a:avLst/>
          </a:prstGeom>
          <a:ln w="1270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9" name="直接箭头连接符 188">
            <a:extLst>
              <a:ext uri="{FF2B5EF4-FFF2-40B4-BE49-F238E27FC236}">
                <a16:creationId xmlns:a16="http://schemas.microsoft.com/office/drawing/2014/main" id="{BCB3F58F-CC7B-425C-BDA2-E832E54236B2}"/>
              </a:ext>
            </a:extLst>
          </p:cNvPr>
          <p:cNvCxnSpPr>
            <a:cxnSpLocks/>
            <a:stCxn id="179" idx="4"/>
            <a:endCxn id="135" idx="3"/>
          </p:cNvCxnSpPr>
          <p:nvPr/>
        </p:nvCxnSpPr>
        <p:spPr>
          <a:xfrm flipV="1">
            <a:off x="4707952" y="2550613"/>
            <a:ext cx="253445" cy="775818"/>
          </a:xfrm>
          <a:prstGeom prst="straightConnector1">
            <a:avLst/>
          </a:prstGeom>
          <a:ln w="635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4" name="直接箭头连接符 193">
            <a:extLst>
              <a:ext uri="{FF2B5EF4-FFF2-40B4-BE49-F238E27FC236}">
                <a16:creationId xmlns:a16="http://schemas.microsoft.com/office/drawing/2014/main" id="{F5B6FC5C-A816-4055-B8CB-026B6CB3A6D6}"/>
              </a:ext>
            </a:extLst>
          </p:cNvPr>
          <p:cNvCxnSpPr>
            <a:cxnSpLocks/>
            <a:stCxn id="135" idx="0"/>
            <a:endCxn id="136" idx="2"/>
          </p:cNvCxnSpPr>
          <p:nvPr/>
        </p:nvCxnSpPr>
        <p:spPr>
          <a:xfrm flipV="1">
            <a:off x="5067239" y="1896223"/>
            <a:ext cx="543328" cy="557401"/>
          </a:xfrm>
          <a:prstGeom prst="straightConnector1">
            <a:avLst/>
          </a:prstGeom>
          <a:ln w="635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7" name="直接箭头连接符 196">
            <a:extLst>
              <a:ext uri="{FF2B5EF4-FFF2-40B4-BE49-F238E27FC236}">
                <a16:creationId xmlns:a16="http://schemas.microsoft.com/office/drawing/2014/main" id="{6BAAC248-2284-47A9-8FE0-568645022E0E}"/>
              </a:ext>
            </a:extLst>
          </p:cNvPr>
          <p:cNvCxnSpPr>
            <a:cxnSpLocks/>
            <a:stCxn id="136" idx="4"/>
            <a:endCxn id="66" idx="2"/>
          </p:cNvCxnSpPr>
          <p:nvPr/>
        </p:nvCxnSpPr>
        <p:spPr>
          <a:xfrm flipV="1">
            <a:off x="5721532" y="1336153"/>
            <a:ext cx="1089660" cy="475300"/>
          </a:xfrm>
          <a:prstGeom prst="straightConnector1">
            <a:avLst/>
          </a:prstGeom>
          <a:ln w="1270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0" name="星形: 五角 199">
            <a:extLst>
              <a:ext uri="{FF2B5EF4-FFF2-40B4-BE49-F238E27FC236}">
                <a16:creationId xmlns:a16="http://schemas.microsoft.com/office/drawing/2014/main" id="{76C89217-C3D1-422A-BAEB-56C2CDE7C814}"/>
              </a:ext>
            </a:extLst>
          </p:cNvPr>
          <p:cNvSpPr/>
          <p:nvPr/>
        </p:nvSpPr>
        <p:spPr>
          <a:xfrm>
            <a:off x="4456612" y="2719183"/>
            <a:ext cx="121920" cy="137160"/>
          </a:xfrm>
          <a:prstGeom prst="star5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1" name="星形: 五角 200">
            <a:extLst>
              <a:ext uri="{FF2B5EF4-FFF2-40B4-BE49-F238E27FC236}">
                <a16:creationId xmlns:a16="http://schemas.microsoft.com/office/drawing/2014/main" id="{6CB2428D-3002-46FB-8C40-0017BB999C25}"/>
              </a:ext>
            </a:extLst>
          </p:cNvPr>
          <p:cNvSpPr/>
          <p:nvPr/>
        </p:nvSpPr>
        <p:spPr>
          <a:xfrm>
            <a:off x="5142837" y="1903843"/>
            <a:ext cx="121920" cy="137160"/>
          </a:xfrm>
          <a:prstGeom prst="star5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2" name="星形: 五角 201">
            <a:extLst>
              <a:ext uri="{FF2B5EF4-FFF2-40B4-BE49-F238E27FC236}">
                <a16:creationId xmlns:a16="http://schemas.microsoft.com/office/drawing/2014/main" id="{05D05E92-1709-47B2-9709-2894C4D4A95B}"/>
              </a:ext>
            </a:extLst>
          </p:cNvPr>
          <p:cNvSpPr/>
          <p:nvPr/>
        </p:nvSpPr>
        <p:spPr>
          <a:xfrm rot="3317061">
            <a:off x="3249810" y="1366917"/>
            <a:ext cx="121920" cy="137160"/>
          </a:xfrm>
          <a:prstGeom prst="star5">
            <a:avLst/>
          </a:prstGeom>
          <a:solidFill>
            <a:srgbClr val="FF8989"/>
          </a:solidFill>
          <a:ln>
            <a:solidFill>
              <a:srgbClr val="FF898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5" name="星形: 五角 204">
            <a:extLst>
              <a:ext uri="{FF2B5EF4-FFF2-40B4-BE49-F238E27FC236}">
                <a16:creationId xmlns:a16="http://schemas.microsoft.com/office/drawing/2014/main" id="{4D15CA65-9FA2-4B47-BA81-A16D18F58D47}"/>
              </a:ext>
            </a:extLst>
          </p:cNvPr>
          <p:cNvSpPr/>
          <p:nvPr/>
        </p:nvSpPr>
        <p:spPr>
          <a:xfrm>
            <a:off x="3763192" y="3153523"/>
            <a:ext cx="121920" cy="137160"/>
          </a:xfrm>
          <a:prstGeom prst="star5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06" name="直接箭头连接符 205">
            <a:extLst>
              <a:ext uri="{FF2B5EF4-FFF2-40B4-BE49-F238E27FC236}">
                <a16:creationId xmlns:a16="http://schemas.microsoft.com/office/drawing/2014/main" id="{C25A1D04-87AB-4122-AAE4-35DC64A98C4D}"/>
              </a:ext>
            </a:extLst>
          </p:cNvPr>
          <p:cNvCxnSpPr>
            <a:cxnSpLocks/>
            <a:stCxn id="30" idx="3"/>
            <a:endCxn id="137" idx="1"/>
          </p:cNvCxnSpPr>
          <p:nvPr/>
        </p:nvCxnSpPr>
        <p:spPr>
          <a:xfrm>
            <a:off x="2054158" y="2639261"/>
            <a:ext cx="764154" cy="18012"/>
          </a:xfrm>
          <a:prstGeom prst="straightConnector1">
            <a:avLst/>
          </a:prstGeom>
          <a:ln w="635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9" name="直接箭头连接符 208">
            <a:extLst>
              <a:ext uri="{FF2B5EF4-FFF2-40B4-BE49-F238E27FC236}">
                <a16:creationId xmlns:a16="http://schemas.microsoft.com/office/drawing/2014/main" id="{1DC7FA62-516C-49C7-BE8F-D9D4B823BA43}"/>
              </a:ext>
            </a:extLst>
          </p:cNvPr>
          <p:cNvCxnSpPr>
            <a:cxnSpLocks/>
            <a:stCxn id="137" idx="4"/>
            <a:endCxn id="205" idx="1"/>
          </p:cNvCxnSpPr>
          <p:nvPr/>
        </p:nvCxnSpPr>
        <p:spPr>
          <a:xfrm>
            <a:off x="2940232" y="2657273"/>
            <a:ext cx="822960" cy="548640"/>
          </a:xfrm>
          <a:prstGeom prst="straightConnector1">
            <a:avLst/>
          </a:prstGeom>
          <a:ln w="635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3" name="直接箭头连接符 212">
            <a:extLst>
              <a:ext uri="{FF2B5EF4-FFF2-40B4-BE49-F238E27FC236}">
                <a16:creationId xmlns:a16="http://schemas.microsoft.com/office/drawing/2014/main" id="{6EAE5F64-3F20-495A-A703-1C0E32FE07DF}"/>
              </a:ext>
            </a:extLst>
          </p:cNvPr>
          <p:cNvCxnSpPr>
            <a:cxnSpLocks/>
            <a:stCxn id="205" idx="4"/>
            <a:endCxn id="200" idx="2"/>
          </p:cNvCxnSpPr>
          <p:nvPr/>
        </p:nvCxnSpPr>
        <p:spPr>
          <a:xfrm flipV="1">
            <a:off x="3885112" y="2856343"/>
            <a:ext cx="594785" cy="349570"/>
          </a:xfrm>
          <a:prstGeom prst="straightConnector1">
            <a:avLst/>
          </a:prstGeom>
          <a:ln w="635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6" name="直接箭头连接符 215">
            <a:extLst>
              <a:ext uri="{FF2B5EF4-FFF2-40B4-BE49-F238E27FC236}">
                <a16:creationId xmlns:a16="http://schemas.microsoft.com/office/drawing/2014/main" id="{2F81351B-F036-4EE3-A7C2-055A9CE0E201}"/>
              </a:ext>
            </a:extLst>
          </p:cNvPr>
          <p:cNvCxnSpPr>
            <a:cxnSpLocks/>
            <a:stCxn id="200" idx="4"/>
            <a:endCxn id="201" idx="2"/>
          </p:cNvCxnSpPr>
          <p:nvPr/>
        </p:nvCxnSpPr>
        <p:spPr>
          <a:xfrm flipV="1">
            <a:off x="4578532" y="2041003"/>
            <a:ext cx="587590" cy="730570"/>
          </a:xfrm>
          <a:prstGeom prst="straightConnector1">
            <a:avLst/>
          </a:prstGeom>
          <a:ln w="635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9" name="直接箭头连接符 218">
            <a:extLst>
              <a:ext uri="{FF2B5EF4-FFF2-40B4-BE49-F238E27FC236}">
                <a16:creationId xmlns:a16="http://schemas.microsoft.com/office/drawing/2014/main" id="{DD004424-B209-42E0-BE5B-2D04C839942A}"/>
              </a:ext>
            </a:extLst>
          </p:cNvPr>
          <p:cNvCxnSpPr>
            <a:cxnSpLocks/>
            <a:stCxn id="201" idx="4"/>
            <a:endCxn id="66" idx="2"/>
          </p:cNvCxnSpPr>
          <p:nvPr/>
        </p:nvCxnSpPr>
        <p:spPr>
          <a:xfrm flipV="1">
            <a:off x="5264757" y="1336153"/>
            <a:ext cx="1546435" cy="620080"/>
          </a:xfrm>
          <a:prstGeom prst="straightConnector1">
            <a:avLst/>
          </a:prstGeom>
          <a:ln w="635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4" name="直接箭头连接符 223">
            <a:extLst>
              <a:ext uri="{FF2B5EF4-FFF2-40B4-BE49-F238E27FC236}">
                <a16:creationId xmlns:a16="http://schemas.microsoft.com/office/drawing/2014/main" id="{A2027763-AD35-4D2D-BCD9-570BD9A0A070}"/>
              </a:ext>
            </a:extLst>
          </p:cNvPr>
          <p:cNvCxnSpPr>
            <a:cxnSpLocks/>
            <a:stCxn id="32" idx="3"/>
            <a:endCxn id="202" idx="2"/>
          </p:cNvCxnSpPr>
          <p:nvPr/>
        </p:nvCxnSpPr>
        <p:spPr>
          <a:xfrm flipV="1">
            <a:off x="2553473" y="1443585"/>
            <a:ext cx="679469" cy="851554"/>
          </a:xfrm>
          <a:prstGeom prst="straightConnector1">
            <a:avLst/>
          </a:prstGeom>
          <a:ln w="63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立方体 14">
            <a:extLst>
              <a:ext uri="{FF2B5EF4-FFF2-40B4-BE49-F238E27FC236}">
                <a16:creationId xmlns:a16="http://schemas.microsoft.com/office/drawing/2014/main" id="{1DE6D27C-B218-4F92-8441-D198F3E52105}"/>
              </a:ext>
            </a:extLst>
          </p:cNvPr>
          <p:cNvSpPr/>
          <p:nvPr/>
        </p:nvSpPr>
        <p:spPr>
          <a:xfrm>
            <a:off x="4980385" y="5068943"/>
            <a:ext cx="504174" cy="594917"/>
          </a:xfrm>
          <a:prstGeom prst="cube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2" name="立方体 261">
            <a:extLst>
              <a:ext uri="{FF2B5EF4-FFF2-40B4-BE49-F238E27FC236}">
                <a16:creationId xmlns:a16="http://schemas.microsoft.com/office/drawing/2014/main" id="{441C0AFD-DACC-4CFC-9F7F-E4D3CF05F9E0}"/>
              </a:ext>
            </a:extLst>
          </p:cNvPr>
          <p:cNvSpPr/>
          <p:nvPr/>
        </p:nvSpPr>
        <p:spPr>
          <a:xfrm>
            <a:off x="5059304" y="4104473"/>
            <a:ext cx="348226" cy="551873"/>
          </a:xfrm>
          <a:prstGeom prst="cube">
            <a:avLst>
              <a:gd name="adj" fmla="val 23586"/>
            </a:avLst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3" name="星形: 五角 292">
            <a:extLst>
              <a:ext uri="{FF2B5EF4-FFF2-40B4-BE49-F238E27FC236}">
                <a16:creationId xmlns:a16="http://schemas.microsoft.com/office/drawing/2014/main" id="{2F924BF3-71BC-461D-9363-9962AD59BC5B}"/>
              </a:ext>
            </a:extLst>
          </p:cNvPr>
          <p:cNvSpPr/>
          <p:nvPr/>
        </p:nvSpPr>
        <p:spPr>
          <a:xfrm rot="622673">
            <a:off x="4265798" y="1485577"/>
            <a:ext cx="121920" cy="137160"/>
          </a:xfrm>
          <a:prstGeom prst="star5">
            <a:avLst/>
          </a:prstGeom>
          <a:solidFill>
            <a:srgbClr val="FF8989"/>
          </a:solidFill>
          <a:ln>
            <a:solidFill>
              <a:srgbClr val="FF898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95" name="直接箭头连接符 294">
            <a:extLst>
              <a:ext uri="{FF2B5EF4-FFF2-40B4-BE49-F238E27FC236}">
                <a16:creationId xmlns:a16="http://schemas.microsoft.com/office/drawing/2014/main" id="{F1144609-6941-4E57-AA4F-C6027FE50178}"/>
              </a:ext>
            </a:extLst>
          </p:cNvPr>
          <p:cNvCxnSpPr>
            <a:cxnSpLocks/>
            <a:stCxn id="202" idx="4"/>
            <a:endCxn id="293" idx="1"/>
          </p:cNvCxnSpPr>
          <p:nvPr/>
        </p:nvCxnSpPr>
        <p:spPr>
          <a:xfrm>
            <a:off x="3358795" y="1476385"/>
            <a:ext cx="910917" cy="50866"/>
          </a:xfrm>
          <a:prstGeom prst="straightConnector1">
            <a:avLst/>
          </a:prstGeom>
          <a:ln w="63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8" name="直接箭头连接符 297">
            <a:extLst>
              <a:ext uri="{FF2B5EF4-FFF2-40B4-BE49-F238E27FC236}">
                <a16:creationId xmlns:a16="http://schemas.microsoft.com/office/drawing/2014/main" id="{B29B0F7F-4408-490B-8916-B6F220B2F1AA}"/>
              </a:ext>
            </a:extLst>
          </p:cNvPr>
          <p:cNvCxnSpPr>
            <a:cxnSpLocks/>
            <a:stCxn id="293" idx="4"/>
            <a:endCxn id="301" idx="1"/>
          </p:cNvCxnSpPr>
          <p:nvPr/>
        </p:nvCxnSpPr>
        <p:spPr>
          <a:xfrm>
            <a:off x="4389637" y="1549213"/>
            <a:ext cx="748879" cy="111815"/>
          </a:xfrm>
          <a:prstGeom prst="straightConnector1">
            <a:avLst/>
          </a:prstGeom>
          <a:ln w="63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1" name="星形: 五角 300">
            <a:extLst>
              <a:ext uri="{FF2B5EF4-FFF2-40B4-BE49-F238E27FC236}">
                <a16:creationId xmlns:a16="http://schemas.microsoft.com/office/drawing/2014/main" id="{AEEFE21B-B96E-4672-8AF9-2E1829B8CD73}"/>
              </a:ext>
            </a:extLst>
          </p:cNvPr>
          <p:cNvSpPr/>
          <p:nvPr/>
        </p:nvSpPr>
        <p:spPr>
          <a:xfrm rot="804682">
            <a:off x="5133098" y="1622336"/>
            <a:ext cx="121920" cy="137160"/>
          </a:xfrm>
          <a:prstGeom prst="star5">
            <a:avLst/>
          </a:prstGeom>
          <a:solidFill>
            <a:srgbClr val="FF8989"/>
          </a:solidFill>
          <a:ln>
            <a:solidFill>
              <a:srgbClr val="FF898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302" name="直接箭头连接符 301">
            <a:extLst>
              <a:ext uri="{FF2B5EF4-FFF2-40B4-BE49-F238E27FC236}">
                <a16:creationId xmlns:a16="http://schemas.microsoft.com/office/drawing/2014/main" id="{A3979C0C-CFF8-4539-9932-17A0CA678BFC}"/>
              </a:ext>
            </a:extLst>
          </p:cNvPr>
          <p:cNvCxnSpPr>
            <a:cxnSpLocks/>
            <a:stCxn id="301" idx="4"/>
            <a:endCxn id="66" idx="2"/>
          </p:cNvCxnSpPr>
          <p:nvPr/>
        </p:nvCxnSpPr>
        <p:spPr>
          <a:xfrm flipV="1">
            <a:off x="5257111" y="1336153"/>
            <a:ext cx="1554081" cy="353154"/>
          </a:xfrm>
          <a:prstGeom prst="straightConnector1">
            <a:avLst/>
          </a:prstGeom>
          <a:ln w="63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立方体 13">
            <a:extLst>
              <a:ext uri="{FF2B5EF4-FFF2-40B4-BE49-F238E27FC236}">
                <a16:creationId xmlns:a16="http://schemas.microsoft.com/office/drawing/2014/main" id="{D174CF47-C5A7-4617-8FEB-BF02BA0F0BCA}"/>
              </a:ext>
            </a:extLst>
          </p:cNvPr>
          <p:cNvSpPr/>
          <p:nvPr/>
        </p:nvSpPr>
        <p:spPr>
          <a:xfrm>
            <a:off x="3629348" y="3680847"/>
            <a:ext cx="434373" cy="732215"/>
          </a:xfrm>
          <a:prstGeom prst="cube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0" name="任意多边形: 形状 369">
            <a:extLst>
              <a:ext uri="{FF2B5EF4-FFF2-40B4-BE49-F238E27FC236}">
                <a16:creationId xmlns:a16="http://schemas.microsoft.com/office/drawing/2014/main" id="{A5F3CAD4-4938-47B3-8891-30DA483E8790}"/>
              </a:ext>
            </a:extLst>
          </p:cNvPr>
          <p:cNvSpPr/>
          <p:nvPr/>
        </p:nvSpPr>
        <p:spPr>
          <a:xfrm>
            <a:off x="3019426" y="3914775"/>
            <a:ext cx="3562350" cy="1552575"/>
          </a:xfrm>
          <a:custGeom>
            <a:avLst/>
            <a:gdLst>
              <a:gd name="connsiteX0" fmla="*/ 0 w 3552825"/>
              <a:gd name="connsiteY0" fmla="*/ 1485900 h 1563817"/>
              <a:gd name="connsiteX1" fmla="*/ 466725 w 3552825"/>
              <a:gd name="connsiteY1" fmla="*/ 1047750 h 1563817"/>
              <a:gd name="connsiteX2" fmla="*/ 923925 w 3552825"/>
              <a:gd name="connsiteY2" fmla="*/ 1543050 h 1563817"/>
              <a:gd name="connsiteX3" fmla="*/ 1781175 w 3552825"/>
              <a:gd name="connsiteY3" fmla="*/ 1371600 h 1563817"/>
              <a:gd name="connsiteX4" fmla="*/ 2752725 w 3552825"/>
              <a:gd name="connsiteY4" fmla="*/ 485775 h 1563817"/>
              <a:gd name="connsiteX5" fmla="*/ 2952750 w 3552825"/>
              <a:gd name="connsiteY5" fmla="*/ 238125 h 1563817"/>
              <a:gd name="connsiteX6" fmla="*/ 3552825 w 3552825"/>
              <a:gd name="connsiteY6" fmla="*/ 0 h 15638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552825" h="1563817">
                <a:moveTo>
                  <a:pt x="0" y="1485900"/>
                </a:moveTo>
                <a:cubicBezTo>
                  <a:pt x="156369" y="1262062"/>
                  <a:pt x="312738" y="1038225"/>
                  <a:pt x="466725" y="1047750"/>
                </a:cubicBezTo>
                <a:cubicBezTo>
                  <a:pt x="620712" y="1057275"/>
                  <a:pt x="704850" y="1489075"/>
                  <a:pt x="923925" y="1543050"/>
                </a:cubicBezTo>
                <a:cubicBezTo>
                  <a:pt x="1143000" y="1597025"/>
                  <a:pt x="1476375" y="1547813"/>
                  <a:pt x="1781175" y="1371600"/>
                </a:cubicBezTo>
                <a:cubicBezTo>
                  <a:pt x="2085975" y="1195387"/>
                  <a:pt x="2557463" y="674687"/>
                  <a:pt x="2752725" y="485775"/>
                </a:cubicBezTo>
                <a:cubicBezTo>
                  <a:pt x="2947987" y="296863"/>
                  <a:pt x="2819400" y="319087"/>
                  <a:pt x="2952750" y="238125"/>
                </a:cubicBezTo>
                <a:cubicBezTo>
                  <a:pt x="3086100" y="157163"/>
                  <a:pt x="3402012" y="23813"/>
                  <a:pt x="3552825" y="0"/>
                </a:cubicBezTo>
              </a:path>
            </a:pathLst>
          </a:custGeom>
          <a:noFill/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372" name="组合 371">
            <a:extLst>
              <a:ext uri="{FF2B5EF4-FFF2-40B4-BE49-F238E27FC236}">
                <a16:creationId xmlns:a16="http://schemas.microsoft.com/office/drawing/2014/main" id="{8BE8205B-EC8C-42A1-B9F7-1C8B32AFC8F1}"/>
              </a:ext>
            </a:extLst>
          </p:cNvPr>
          <p:cNvGrpSpPr/>
          <p:nvPr/>
        </p:nvGrpSpPr>
        <p:grpSpPr>
          <a:xfrm>
            <a:off x="7629525" y="2362324"/>
            <a:ext cx="3454460" cy="3508251"/>
            <a:chOff x="9448800" y="1371724"/>
            <a:chExt cx="3454460" cy="3508251"/>
          </a:xfrm>
        </p:grpSpPr>
        <p:grpSp>
          <p:nvGrpSpPr>
            <p:cNvPr id="365" name="组合 364">
              <a:extLst>
                <a:ext uri="{FF2B5EF4-FFF2-40B4-BE49-F238E27FC236}">
                  <a16:creationId xmlns:a16="http://schemas.microsoft.com/office/drawing/2014/main" id="{E489FA43-54A7-4003-B670-8F8700750360}"/>
                </a:ext>
              </a:extLst>
            </p:cNvPr>
            <p:cNvGrpSpPr/>
            <p:nvPr/>
          </p:nvGrpSpPr>
          <p:grpSpPr>
            <a:xfrm>
              <a:off x="9448800" y="3003550"/>
              <a:ext cx="2743200" cy="1876425"/>
              <a:chOff x="7479847" y="4095750"/>
              <a:chExt cx="2743200" cy="1876425"/>
            </a:xfrm>
          </p:grpSpPr>
          <p:sp>
            <p:nvSpPr>
              <p:cNvPr id="248" name="矩形 247">
                <a:extLst>
                  <a:ext uri="{FF2B5EF4-FFF2-40B4-BE49-F238E27FC236}">
                    <a16:creationId xmlns:a16="http://schemas.microsoft.com/office/drawing/2014/main" id="{7C29775C-8668-4B69-8701-359FCD6E7A25}"/>
                  </a:ext>
                </a:extLst>
              </p:cNvPr>
              <p:cNvSpPr/>
              <p:nvPr/>
            </p:nvSpPr>
            <p:spPr>
              <a:xfrm>
                <a:off x="7479847" y="4095750"/>
                <a:ext cx="2743200" cy="1876425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250" name="矩形 249">
                <a:extLst>
                  <a:ext uri="{FF2B5EF4-FFF2-40B4-BE49-F238E27FC236}">
                    <a16:creationId xmlns:a16="http://schemas.microsoft.com/office/drawing/2014/main" id="{0A43FBEE-A6BC-46CA-89C9-16C16BF165FA}"/>
                  </a:ext>
                </a:extLst>
              </p:cNvPr>
              <p:cNvSpPr/>
              <p:nvPr/>
            </p:nvSpPr>
            <p:spPr>
              <a:xfrm>
                <a:off x="9126220" y="5034280"/>
                <a:ext cx="679450" cy="713740"/>
              </a:xfrm>
              <a:prstGeom prst="rect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solidFill>
                  <a:schemeClr val="accent1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pic>
            <p:nvPicPr>
              <p:cNvPr id="255" name="图片 254">
                <a:extLst>
                  <a:ext uri="{FF2B5EF4-FFF2-40B4-BE49-F238E27FC236}">
                    <a16:creationId xmlns:a16="http://schemas.microsoft.com/office/drawing/2014/main" id="{5FFB177B-A978-4197-9CDF-6CAA636F9AF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679347" y="5407932"/>
                <a:ext cx="304800" cy="304800"/>
              </a:xfrm>
              <a:prstGeom prst="rect">
                <a:avLst/>
              </a:prstGeom>
            </p:spPr>
          </p:pic>
          <p:pic>
            <p:nvPicPr>
              <p:cNvPr id="256" name="图片 255">
                <a:extLst>
                  <a:ext uri="{FF2B5EF4-FFF2-40B4-BE49-F238E27FC236}">
                    <a16:creationId xmlns:a16="http://schemas.microsoft.com/office/drawing/2014/main" id="{B09CC7D1-6A3A-4B8F-8716-AF83BB85913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714907" y="4680222"/>
                <a:ext cx="304800" cy="304800"/>
              </a:xfrm>
              <a:prstGeom prst="rect">
                <a:avLst/>
              </a:prstGeom>
            </p:spPr>
          </p:pic>
          <p:pic>
            <p:nvPicPr>
              <p:cNvPr id="259" name="图片 258">
                <a:extLst>
                  <a:ext uri="{FF2B5EF4-FFF2-40B4-BE49-F238E27FC236}">
                    <a16:creationId xmlns:a16="http://schemas.microsoft.com/office/drawing/2014/main" id="{0F8DF7CC-9728-4160-81E7-C7A5DED689F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485797" y="5277122"/>
                <a:ext cx="304800" cy="304800"/>
              </a:xfrm>
              <a:prstGeom prst="rect">
                <a:avLst/>
              </a:prstGeom>
            </p:spPr>
          </p:pic>
          <p:cxnSp>
            <p:nvCxnSpPr>
              <p:cNvPr id="340" name="直接箭头连接符 339">
                <a:extLst>
                  <a:ext uri="{FF2B5EF4-FFF2-40B4-BE49-F238E27FC236}">
                    <a16:creationId xmlns:a16="http://schemas.microsoft.com/office/drawing/2014/main" id="{F1D79A38-B6FB-4F3E-9D64-F5B00EA52450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458200" y="5626100"/>
                <a:ext cx="120650" cy="317500"/>
              </a:xfrm>
              <a:prstGeom prst="straightConnector1">
                <a:avLst/>
              </a:prstGeom>
              <a:ln w="12700">
                <a:solidFill>
                  <a:srgbClr val="C0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6" name="直接箭头连接符 345">
                <a:extLst>
                  <a:ext uri="{FF2B5EF4-FFF2-40B4-BE49-F238E27FC236}">
                    <a16:creationId xmlns:a16="http://schemas.microsoft.com/office/drawing/2014/main" id="{6779E111-33A3-4A78-90B0-E349DCBAC4C4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8039100" y="5016500"/>
                <a:ext cx="453047" cy="298722"/>
              </a:xfrm>
              <a:prstGeom prst="straightConnector1">
                <a:avLst/>
              </a:prstGeom>
              <a:ln w="12700">
                <a:solidFill>
                  <a:srgbClr val="00B05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1" name="直接箭头连接符 350">
                <a:extLst>
                  <a:ext uri="{FF2B5EF4-FFF2-40B4-BE49-F238E27FC236}">
                    <a16:creationId xmlns:a16="http://schemas.microsoft.com/office/drawing/2014/main" id="{E8036BD6-793F-4FCF-A529-82E2216D5554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064500" y="5473700"/>
                <a:ext cx="361950" cy="0"/>
              </a:xfrm>
              <a:prstGeom prst="straightConnector1">
                <a:avLst/>
              </a:prstGeom>
              <a:ln w="12700">
                <a:solidFill>
                  <a:srgbClr val="C0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4" name="直接箭头连接符 353">
                <a:extLst>
                  <a:ext uri="{FF2B5EF4-FFF2-40B4-BE49-F238E27FC236}">
                    <a16:creationId xmlns:a16="http://schemas.microsoft.com/office/drawing/2014/main" id="{DECE1014-0D86-4D8A-A88E-93EECD70DC7A}"/>
                  </a:ext>
                </a:extLst>
              </p:cNvPr>
              <p:cNvCxnSpPr>
                <a:cxnSpLocks/>
                <a:endCxn id="380" idx="1"/>
              </p:cNvCxnSpPr>
              <p:nvPr/>
            </p:nvCxnSpPr>
            <p:spPr>
              <a:xfrm>
                <a:off x="8744291" y="5588000"/>
                <a:ext cx="309562" cy="270431"/>
              </a:xfrm>
              <a:prstGeom prst="straightConnector1">
                <a:avLst/>
              </a:prstGeom>
              <a:ln w="12700">
                <a:solidFill>
                  <a:srgbClr val="00B05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61" name="弧形 260">
              <a:extLst>
                <a:ext uri="{FF2B5EF4-FFF2-40B4-BE49-F238E27FC236}">
                  <a16:creationId xmlns:a16="http://schemas.microsoft.com/office/drawing/2014/main" id="{793B48DF-5C41-4017-9935-F63732594954}"/>
                </a:ext>
              </a:extLst>
            </p:cNvPr>
            <p:cNvSpPr/>
            <p:nvPr/>
          </p:nvSpPr>
          <p:spPr>
            <a:xfrm rot="10598637">
              <a:off x="9962226" y="1371724"/>
              <a:ext cx="2941034" cy="2863850"/>
            </a:xfrm>
            <a:prstGeom prst="arc">
              <a:avLst>
                <a:gd name="adj1" fmla="val 14444823"/>
                <a:gd name="adj2" fmla="val 21386217"/>
              </a:avLst>
            </a:prstGeom>
            <a:ln w="12700">
              <a:solidFill>
                <a:srgbClr val="C00000"/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376" name="文本框 375">
            <a:extLst>
              <a:ext uri="{FF2B5EF4-FFF2-40B4-BE49-F238E27FC236}">
                <a16:creationId xmlns:a16="http://schemas.microsoft.com/office/drawing/2014/main" id="{A3403F58-6E64-4FD2-A4A9-32BC9E7AF636}"/>
              </a:ext>
            </a:extLst>
          </p:cNvPr>
          <p:cNvSpPr txBox="1"/>
          <p:nvPr/>
        </p:nvSpPr>
        <p:spPr>
          <a:xfrm>
            <a:off x="8084329" y="1041939"/>
            <a:ext cx="167526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分簇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RRT*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路径规划</a:t>
            </a:r>
          </a:p>
        </p:txBody>
      </p:sp>
      <p:sp>
        <p:nvSpPr>
          <p:cNvPr id="377" name="文本框 376">
            <a:extLst>
              <a:ext uri="{FF2B5EF4-FFF2-40B4-BE49-F238E27FC236}">
                <a16:creationId xmlns:a16="http://schemas.microsoft.com/office/drawing/2014/main" id="{5801434B-F3E6-4468-90AC-BD599ED1D097}"/>
              </a:ext>
            </a:extLst>
          </p:cNvPr>
          <p:cNvSpPr txBox="1"/>
          <p:nvPr/>
        </p:nvSpPr>
        <p:spPr>
          <a:xfrm>
            <a:off x="8074615" y="3622407"/>
            <a:ext cx="169469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MST-APF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单步规划</a:t>
            </a:r>
          </a:p>
        </p:txBody>
      </p:sp>
      <p:sp>
        <p:nvSpPr>
          <p:cNvPr id="378" name="文本框 377">
            <a:extLst>
              <a:ext uri="{FF2B5EF4-FFF2-40B4-BE49-F238E27FC236}">
                <a16:creationId xmlns:a16="http://schemas.microsoft.com/office/drawing/2014/main" id="{FD5E873D-6980-415A-B1A5-E9E72B13DA99}"/>
              </a:ext>
            </a:extLst>
          </p:cNvPr>
          <p:cNvSpPr txBox="1"/>
          <p:nvPr/>
        </p:nvSpPr>
        <p:spPr>
          <a:xfrm>
            <a:off x="8134350" y="5454650"/>
            <a:ext cx="44114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斥力</a:t>
            </a:r>
          </a:p>
        </p:txBody>
      </p:sp>
      <p:sp>
        <p:nvSpPr>
          <p:cNvPr id="379" name="文本框 378">
            <a:extLst>
              <a:ext uri="{FF2B5EF4-FFF2-40B4-BE49-F238E27FC236}">
                <a16:creationId xmlns:a16="http://schemas.microsoft.com/office/drawing/2014/main" id="{056480FF-5F9E-4FC8-A3DF-E6833A2A9D55}"/>
              </a:ext>
            </a:extLst>
          </p:cNvPr>
          <p:cNvSpPr txBox="1"/>
          <p:nvPr/>
        </p:nvSpPr>
        <p:spPr>
          <a:xfrm>
            <a:off x="7623174" y="5140166"/>
            <a:ext cx="118506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MST</a:t>
            </a:r>
            <a:r>
              <a:rPr lang="zh-CN" altLang="en-US" sz="1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通信保持力</a:t>
            </a:r>
          </a:p>
        </p:txBody>
      </p:sp>
      <p:sp>
        <p:nvSpPr>
          <p:cNvPr id="380" name="文本框 379">
            <a:extLst>
              <a:ext uri="{FF2B5EF4-FFF2-40B4-BE49-F238E27FC236}">
                <a16:creationId xmlns:a16="http://schemas.microsoft.com/office/drawing/2014/main" id="{FCF2DB83-59D5-49D1-A6E4-5114FF667CBA}"/>
              </a:ext>
            </a:extLst>
          </p:cNvPr>
          <p:cNvSpPr txBox="1"/>
          <p:nvPr/>
        </p:nvSpPr>
        <p:spPr>
          <a:xfrm>
            <a:off x="9203531" y="5633720"/>
            <a:ext cx="87666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目标吸引力</a:t>
            </a:r>
          </a:p>
        </p:txBody>
      </p:sp>
      <p:sp>
        <p:nvSpPr>
          <p:cNvPr id="381" name="箭头: 右 380">
            <a:extLst>
              <a:ext uri="{FF2B5EF4-FFF2-40B4-BE49-F238E27FC236}">
                <a16:creationId xmlns:a16="http://schemas.microsoft.com/office/drawing/2014/main" id="{C063F77C-602A-4DF3-8F0C-4CDE4AB8EDEB}"/>
              </a:ext>
            </a:extLst>
          </p:cNvPr>
          <p:cNvSpPr/>
          <p:nvPr/>
        </p:nvSpPr>
        <p:spPr>
          <a:xfrm>
            <a:off x="6410325" y="2419350"/>
            <a:ext cx="1016000" cy="247650"/>
          </a:xfrm>
          <a:prstGeom prst="rightArrow">
            <a:avLst/>
          </a:prstGeom>
          <a:ln>
            <a:solidFill>
              <a:schemeClr val="accent4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82" name="箭头: 右 381">
            <a:extLst>
              <a:ext uri="{FF2B5EF4-FFF2-40B4-BE49-F238E27FC236}">
                <a16:creationId xmlns:a16="http://schemas.microsoft.com/office/drawing/2014/main" id="{53A8F984-2D0E-4641-8AE7-D51E8D530124}"/>
              </a:ext>
            </a:extLst>
          </p:cNvPr>
          <p:cNvSpPr/>
          <p:nvPr/>
        </p:nvSpPr>
        <p:spPr>
          <a:xfrm>
            <a:off x="2281238" y="6353175"/>
            <a:ext cx="1066800" cy="260350"/>
          </a:xfrm>
          <a:prstGeom prst="rightArrow">
            <a:avLst/>
          </a:prstGeom>
          <a:ln>
            <a:solidFill>
              <a:schemeClr val="accent4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85" name="文本框 384">
                <a:extLst>
                  <a:ext uri="{FF2B5EF4-FFF2-40B4-BE49-F238E27FC236}">
                    <a16:creationId xmlns:a16="http://schemas.microsoft.com/office/drawing/2014/main" id="{C7D5158F-8B4B-4E6F-BF7F-9A8050608612}"/>
                  </a:ext>
                </a:extLst>
              </p:cNvPr>
              <p:cNvSpPr txBox="1"/>
              <p:nvPr/>
            </p:nvSpPr>
            <p:spPr>
              <a:xfrm>
                <a:off x="2450411" y="4481852"/>
                <a:ext cx="377218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CN" altLang="en-US" sz="1200" dirty="0"/>
              </a:p>
            </p:txBody>
          </p:sp>
        </mc:Choice>
        <mc:Fallback xmlns="">
          <p:sp>
            <p:nvSpPr>
              <p:cNvPr id="385" name="文本框 384">
                <a:extLst>
                  <a:ext uri="{FF2B5EF4-FFF2-40B4-BE49-F238E27FC236}">
                    <a16:creationId xmlns:a16="http://schemas.microsoft.com/office/drawing/2014/main" id="{C7D5158F-8B4B-4E6F-BF7F-9A80506086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50411" y="4481852"/>
                <a:ext cx="377218" cy="276999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9" name="文本框 388">
                <a:extLst>
                  <a:ext uri="{FF2B5EF4-FFF2-40B4-BE49-F238E27FC236}">
                    <a16:creationId xmlns:a16="http://schemas.microsoft.com/office/drawing/2014/main" id="{8B07B554-F68B-4A63-B91D-93002754DF32}"/>
                  </a:ext>
                </a:extLst>
              </p:cNvPr>
              <p:cNvSpPr txBox="1"/>
              <p:nvPr/>
            </p:nvSpPr>
            <p:spPr>
              <a:xfrm>
                <a:off x="8823960" y="5105400"/>
                <a:ext cx="39624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389" name="文本框 388">
                <a:extLst>
                  <a:ext uri="{FF2B5EF4-FFF2-40B4-BE49-F238E27FC236}">
                    <a16:creationId xmlns:a16="http://schemas.microsoft.com/office/drawing/2014/main" id="{8B07B554-F68B-4A63-B91D-93002754DF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23960" y="5105400"/>
                <a:ext cx="396240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0" name="文本框 389">
                <a:extLst>
                  <a:ext uri="{FF2B5EF4-FFF2-40B4-BE49-F238E27FC236}">
                    <a16:creationId xmlns:a16="http://schemas.microsoft.com/office/drawing/2014/main" id="{30293422-4249-48F6-A6AE-01113B5CA4AA}"/>
                  </a:ext>
                </a:extLst>
              </p:cNvPr>
              <p:cNvSpPr txBox="1"/>
              <p:nvPr/>
            </p:nvSpPr>
            <p:spPr>
              <a:xfrm>
                <a:off x="7627620" y="5471160"/>
                <a:ext cx="39624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390" name="文本框 389">
                <a:extLst>
                  <a:ext uri="{FF2B5EF4-FFF2-40B4-BE49-F238E27FC236}">
                    <a16:creationId xmlns:a16="http://schemas.microsoft.com/office/drawing/2014/main" id="{30293422-4249-48F6-A6AE-01113B5CA4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27620" y="5471160"/>
                <a:ext cx="396240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2" name="文本框 391">
                <a:extLst>
                  <a:ext uri="{FF2B5EF4-FFF2-40B4-BE49-F238E27FC236}">
                    <a16:creationId xmlns:a16="http://schemas.microsoft.com/office/drawing/2014/main" id="{430E97DA-6FFD-4B43-91E4-6223D3622466}"/>
                  </a:ext>
                </a:extLst>
              </p:cNvPr>
              <p:cNvSpPr txBox="1"/>
              <p:nvPr/>
            </p:nvSpPr>
            <p:spPr>
              <a:xfrm>
                <a:off x="1598004" y="4846062"/>
                <a:ext cx="380810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zh-CN" altLang="en-US" sz="1200" dirty="0"/>
              </a:p>
            </p:txBody>
          </p:sp>
        </mc:Choice>
        <mc:Fallback xmlns="">
          <p:sp>
            <p:nvSpPr>
              <p:cNvPr id="392" name="文本框 391">
                <a:extLst>
                  <a:ext uri="{FF2B5EF4-FFF2-40B4-BE49-F238E27FC236}">
                    <a16:creationId xmlns:a16="http://schemas.microsoft.com/office/drawing/2014/main" id="{430E97DA-6FFD-4B43-91E4-6223D36224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98004" y="4846062"/>
                <a:ext cx="380810" cy="276999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3" name="文本框 392">
                <a:extLst>
                  <a:ext uri="{FF2B5EF4-FFF2-40B4-BE49-F238E27FC236}">
                    <a16:creationId xmlns:a16="http://schemas.microsoft.com/office/drawing/2014/main" id="{2901A9A3-532B-4752-B0F3-D044F7C8183A}"/>
                  </a:ext>
                </a:extLst>
              </p:cNvPr>
              <p:cNvSpPr txBox="1"/>
              <p:nvPr/>
            </p:nvSpPr>
            <p:spPr>
              <a:xfrm>
                <a:off x="1783984" y="5566733"/>
                <a:ext cx="380810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zh-CN" altLang="en-US" sz="1200" dirty="0"/>
              </a:p>
            </p:txBody>
          </p:sp>
        </mc:Choice>
        <mc:Fallback xmlns="">
          <p:sp>
            <p:nvSpPr>
              <p:cNvPr id="393" name="文本框 392">
                <a:extLst>
                  <a:ext uri="{FF2B5EF4-FFF2-40B4-BE49-F238E27FC236}">
                    <a16:creationId xmlns:a16="http://schemas.microsoft.com/office/drawing/2014/main" id="{2901A9A3-532B-4752-B0F3-D044F7C818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83984" y="5566733"/>
                <a:ext cx="380810" cy="276999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4" name="文本框 393">
                <a:extLst>
                  <a:ext uri="{FF2B5EF4-FFF2-40B4-BE49-F238E27FC236}">
                    <a16:creationId xmlns:a16="http://schemas.microsoft.com/office/drawing/2014/main" id="{2F71BDB2-B8A5-4BC8-A618-AFE80385B607}"/>
                  </a:ext>
                </a:extLst>
              </p:cNvPr>
              <p:cNvSpPr txBox="1"/>
              <p:nvPr/>
            </p:nvSpPr>
            <p:spPr>
              <a:xfrm>
                <a:off x="2558900" y="5434998"/>
                <a:ext cx="380810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zh-CN" altLang="en-US" sz="1200" dirty="0"/>
              </a:p>
            </p:txBody>
          </p:sp>
        </mc:Choice>
        <mc:Fallback xmlns="">
          <p:sp>
            <p:nvSpPr>
              <p:cNvPr id="394" name="文本框 393">
                <a:extLst>
                  <a:ext uri="{FF2B5EF4-FFF2-40B4-BE49-F238E27FC236}">
                    <a16:creationId xmlns:a16="http://schemas.microsoft.com/office/drawing/2014/main" id="{2F71BDB2-B8A5-4BC8-A618-AFE80385B6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58900" y="5434998"/>
                <a:ext cx="380810" cy="276999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9" name="组合 8">
            <a:extLst>
              <a:ext uri="{FF2B5EF4-FFF2-40B4-BE49-F238E27FC236}">
                <a16:creationId xmlns:a16="http://schemas.microsoft.com/office/drawing/2014/main" id="{73C457AE-33E6-4AAE-A521-6698B5BFE8CF}"/>
              </a:ext>
            </a:extLst>
          </p:cNvPr>
          <p:cNvGrpSpPr/>
          <p:nvPr/>
        </p:nvGrpSpPr>
        <p:grpSpPr>
          <a:xfrm>
            <a:off x="7596752" y="1373267"/>
            <a:ext cx="3036323" cy="1906905"/>
            <a:chOff x="7596752" y="1373267"/>
            <a:chExt cx="3036323" cy="1906905"/>
          </a:xfrm>
        </p:grpSpPr>
        <p:grpSp>
          <p:nvGrpSpPr>
            <p:cNvPr id="364" name="组合 363">
              <a:extLst>
                <a:ext uri="{FF2B5EF4-FFF2-40B4-BE49-F238E27FC236}">
                  <a16:creationId xmlns:a16="http://schemas.microsoft.com/office/drawing/2014/main" id="{9219708F-9480-49AA-B5D0-09CF00B3F248}"/>
                </a:ext>
              </a:extLst>
            </p:cNvPr>
            <p:cNvGrpSpPr/>
            <p:nvPr/>
          </p:nvGrpSpPr>
          <p:grpSpPr>
            <a:xfrm>
              <a:off x="7632297" y="1373267"/>
              <a:ext cx="2740907" cy="1876425"/>
              <a:chOff x="7568954" y="938346"/>
              <a:chExt cx="2740907" cy="1876425"/>
            </a:xfrm>
          </p:grpSpPr>
          <p:sp>
            <p:nvSpPr>
              <p:cNvPr id="249" name="矩形 248">
                <a:extLst>
                  <a:ext uri="{FF2B5EF4-FFF2-40B4-BE49-F238E27FC236}">
                    <a16:creationId xmlns:a16="http://schemas.microsoft.com/office/drawing/2014/main" id="{1570D84B-9625-4732-8786-647DDE8BD934}"/>
                  </a:ext>
                </a:extLst>
              </p:cNvPr>
              <p:cNvSpPr/>
              <p:nvPr/>
            </p:nvSpPr>
            <p:spPr>
              <a:xfrm>
                <a:off x="7568954" y="938346"/>
                <a:ext cx="2733675" cy="1876425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grpSp>
            <p:nvGrpSpPr>
              <p:cNvPr id="276" name="组合 275">
                <a:extLst>
                  <a:ext uri="{FF2B5EF4-FFF2-40B4-BE49-F238E27FC236}">
                    <a16:creationId xmlns:a16="http://schemas.microsoft.com/office/drawing/2014/main" id="{CA0D9FB8-8755-4881-B4FA-76626E3B7DE0}"/>
                  </a:ext>
                </a:extLst>
              </p:cNvPr>
              <p:cNvGrpSpPr/>
              <p:nvPr/>
            </p:nvGrpSpPr>
            <p:grpSpPr>
              <a:xfrm>
                <a:off x="8144142" y="1803163"/>
                <a:ext cx="2102265" cy="982768"/>
                <a:chOff x="8083419" y="1025603"/>
                <a:chExt cx="2231549" cy="1871560"/>
              </a:xfrm>
            </p:grpSpPr>
            <p:sp>
              <p:nvSpPr>
                <p:cNvPr id="270" name="星形: 五角 269">
                  <a:extLst>
                    <a:ext uri="{FF2B5EF4-FFF2-40B4-BE49-F238E27FC236}">
                      <a16:creationId xmlns:a16="http://schemas.microsoft.com/office/drawing/2014/main" id="{A2C05A02-1B99-4041-BC09-DFEF514C246E}"/>
                    </a:ext>
                  </a:extLst>
                </p:cNvPr>
                <p:cNvSpPr/>
                <p:nvPr/>
              </p:nvSpPr>
              <p:spPr>
                <a:xfrm>
                  <a:off x="8836688" y="2119073"/>
                  <a:ext cx="137160" cy="137160"/>
                </a:xfrm>
                <a:prstGeom prst="star5">
                  <a:avLst/>
                </a:prstGeom>
                <a:solidFill>
                  <a:schemeClr val="accent6">
                    <a:lumMod val="60000"/>
                    <a:lumOff val="40000"/>
                  </a:schemeClr>
                </a:solidFill>
                <a:ln>
                  <a:solidFill>
                    <a:schemeClr val="accent6">
                      <a:lumMod val="40000"/>
                      <a:lumOff val="6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71" name="星形: 五角 270">
                  <a:extLst>
                    <a:ext uri="{FF2B5EF4-FFF2-40B4-BE49-F238E27FC236}">
                      <a16:creationId xmlns:a16="http://schemas.microsoft.com/office/drawing/2014/main" id="{F8B31ADD-769F-4CDF-AE7B-5FE43625F196}"/>
                    </a:ext>
                  </a:extLst>
                </p:cNvPr>
                <p:cNvSpPr/>
                <p:nvPr/>
              </p:nvSpPr>
              <p:spPr>
                <a:xfrm>
                  <a:off x="9339608" y="1478993"/>
                  <a:ext cx="137160" cy="137160"/>
                </a:xfrm>
                <a:prstGeom prst="star5">
                  <a:avLst/>
                </a:prstGeom>
                <a:solidFill>
                  <a:schemeClr val="accent6">
                    <a:lumMod val="60000"/>
                    <a:lumOff val="40000"/>
                  </a:schemeClr>
                </a:solidFill>
                <a:ln>
                  <a:solidFill>
                    <a:schemeClr val="accent6">
                      <a:lumMod val="40000"/>
                      <a:lumOff val="6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cxnSp>
              <p:nvCxnSpPr>
                <p:cNvPr id="272" name="直接箭头连接符 271">
                  <a:extLst>
                    <a:ext uri="{FF2B5EF4-FFF2-40B4-BE49-F238E27FC236}">
                      <a16:creationId xmlns:a16="http://schemas.microsoft.com/office/drawing/2014/main" id="{277DBE80-7CC8-400B-AD97-5DCDCF4312D2}"/>
                    </a:ext>
                  </a:extLst>
                </p:cNvPr>
                <p:cNvCxnSpPr>
                  <a:cxnSpLocks/>
                  <a:endCxn id="270" idx="2"/>
                </p:cNvCxnSpPr>
                <p:nvPr/>
              </p:nvCxnSpPr>
              <p:spPr>
                <a:xfrm flipV="1">
                  <a:off x="8083419" y="2256233"/>
                  <a:ext cx="779464" cy="640930"/>
                </a:xfrm>
                <a:prstGeom prst="straightConnector1">
                  <a:avLst/>
                </a:prstGeom>
                <a:ln w="12700">
                  <a:solidFill>
                    <a:schemeClr val="accent6">
                      <a:lumMod val="75000"/>
                    </a:schemeClr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73" name="直接箭头连接符 272">
                  <a:extLst>
                    <a:ext uri="{FF2B5EF4-FFF2-40B4-BE49-F238E27FC236}">
                      <a16:creationId xmlns:a16="http://schemas.microsoft.com/office/drawing/2014/main" id="{D027814B-F51D-4886-BF46-3590397780F8}"/>
                    </a:ext>
                  </a:extLst>
                </p:cNvPr>
                <p:cNvCxnSpPr>
                  <a:cxnSpLocks/>
                  <a:stCxn id="270" idx="4"/>
                  <a:endCxn id="271" idx="2"/>
                </p:cNvCxnSpPr>
                <p:nvPr/>
              </p:nvCxnSpPr>
              <p:spPr>
                <a:xfrm flipV="1">
                  <a:off x="8973848" y="1616153"/>
                  <a:ext cx="391955" cy="555310"/>
                </a:xfrm>
                <a:prstGeom prst="straightConnector1">
                  <a:avLst/>
                </a:prstGeom>
                <a:ln w="12700">
                  <a:solidFill>
                    <a:schemeClr val="accent6">
                      <a:lumMod val="75000"/>
                    </a:schemeClr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74" name="直接箭头连接符 273">
                  <a:extLst>
                    <a:ext uri="{FF2B5EF4-FFF2-40B4-BE49-F238E27FC236}">
                      <a16:creationId xmlns:a16="http://schemas.microsoft.com/office/drawing/2014/main" id="{6A0103E8-26DF-4BFC-B7A4-0FEA7A4822BA}"/>
                    </a:ext>
                  </a:extLst>
                </p:cNvPr>
                <p:cNvCxnSpPr>
                  <a:cxnSpLocks/>
                  <a:stCxn id="271" idx="4"/>
                </p:cNvCxnSpPr>
                <p:nvPr/>
              </p:nvCxnSpPr>
              <p:spPr>
                <a:xfrm flipV="1">
                  <a:off x="9476768" y="1025603"/>
                  <a:ext cx="838200" cy="505780"/>
                </a:xfrm>
                <a:prstGeom prst="straightConnector1">
                  <a:avLst/>
                </a:prstGeom>
                <a:ln w="12700">
                  <a:solidFill>
                    <a:schemeClr val="accent6">
                      <a:lumMod val="75000"/>
                    </a:schemeClr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83" name="组合 282">
                <a:extLst>
                  <a:ext uri="{FF2B5EF4-FFF2-40B4-BE49-F238E27FC236}">
                    <a16:creationId xmlns:a16="http://schemas.microsoft.com/office/drawing/2014/main" id="{9569FAEA-137D-40D1-8042-F102653BD545}"/>
                  </a:ext>
                </a:extLst>
              </p:cNvPr>
              <p:cNvGrpSpPr/>
              <p:nvPr/>
            </p:nvGrpSpPr>
            <p:grpSpPr>
              <a:xfrm>
                <a:off x="7853585" y="1563880"/>
                <a:ext cx="2418459" cy="1196411"/>
                <a:chOff x="8015175" y="999965"/>
                <a:chExt cx="2103240" cy="1990278"/>
              </a:xfrm>
            </p:grpSpPr>
            <p:sp>
              <p:nvSpPr>
                <p:cNvPr id="278" name="星形: 五角 277">
                  <a:extLst>
                    <a:ext uri="{FF2B5EF4-FFF2-40B4-BE49-F238E27FC236}">
                      <a16:creationId xmlns:a16="http://schemas.microsoft.com/office/drawing/2014/main" id="{568A8326-66A6-4473-8C61-B6DAE84F2B70}"/>
                    </a:ext>
                  </a:extLst>
                </p:cNvPr>
                <p:cNvSpPr/>
                <p:nvPr/>
              </p:nvSpPr>
              <p:spPr>
                <a:xfrm rot="3880281">
                  <a:off x="8243895" y="2078195"/>
                  <a:ext cx="137160" cy="137160"/>
                </a:xfrm>
                <a:prstGeom prst="star5">
                  <a:avLst/>
                </a:prstGeom>
                <a:solidFill>
                  <a:schemeClr val="accent6">
                    <a:lumMod val="60000"/>
                    <a:lumOff val="40000"/>
                  </a:schemeClr>
                </a:solidFill>
                <a:ln>
                  <a:solidFill>
                    <a:schemeClr val="accent6">
                      <a:lumMod val="40000"/>
                      <a:lumOff val="6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79" name="星形: 五角 278">
                  <a:extLst>
                    <a:ext uri="{FF2B5EF4-FFF2-40B4-BE49-F238E27FC236}">
                      <a16:creationId xmlns:a16="http://schemas.microsoft.com/office/drawing/2014/main" id="{235F1874-A285-4554-A2D7-7A18E518F57F}"/>
                    </a:ext>
                  </a:extLst>
                </p:cNvPr>
                <p:cNvSpPr/>
                <p:nvPr/>
              </p:nvSpPr>
              <p:spPr>
                <a:xfrm>
                  <a:off x="8891595" y="1422875"/>
                  <a:ext cx="137160" cy="137160"/>
                </a:xfrm>
                <a:prstGeom prst="star5">
                  <a:avLst/>
                </a:prstGeom>
                <a:solidFill>
                  <a:schemeClr val="accent6">
                    <a:lumMod val="60000"/>
                    <a:lumOff val="40000"/>
                  </a:schemeClr>
                </a:solidFill>
                <a:ln>
                  <a:solidFill>
                    <a:schemeClr val="accent6">
                      <a:lumMod val="40000"/>
                      <a:lumOff val="6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cxnSp>
              <p:nvCxnSpPr>
                <p:cNvPr id="280" name="直接箭头连接符 279">
                  <a:extLst>
                    <a:ext uri="{FF2B5EF4-FFF2-40B4-BE49-F238E27FC236}">
                      <a16:creationId xmlns:a16="http://schemas.microsoft.com/office/drawing/2014/main" id="{D8382CC4-8F69-4FE8-993B-9378B6E35060}"/>
                    </a:ext>
                  </a:extLst>
                </p:cNvPr>
                <p:cNvCxnSpPr>
                  <a:cxnSpLocks/>
                  <a:endCxn id="278" idx="3"/>
                </p:cNvCxnSpPr>
                <p:nvPr/>
              </p:nvCxnSpPr>
              <p:spPr>
                <a:xfrm flipV="1">
                  <a:off x="8015175" y="2214425"/>
                  <a:ext cx="253445" cy="775818"/>
                </a:xfrm>
                <a:prstGeom prst="straightConnector1">
                  <a:avLst/>
                </a:prstGeom>
                <a:ln w="12700">
                  <a:solidFill>
                    <a:schemeClr val="accent6">
                      <a:lumMod val="75000"/>
                    </a:schemeClr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81" name="直接箭头连接符 280">
                  <a:extLst>
                    <a:ext uri="{FF2B5EF4-FFF2-40B4-BE49-F238E27FC236}">
                      <a16:creationId xmlns:a16="http://schemas.microsoft.com/office/drawing/2014/main" id="{4B23D85A-E53A-4D00-8ECD-D7BE37C6F90C}"/>
                    </a:ext>
                  </a:extLst>
                </p:cNvPr>
                <p:cNvCxnSpPr>
                  <a:cxnSpLocks/>
                  <a:stCxn id="278" idx="0"/>
                  <a:endCxn id="279" idx="2"/>
                </p:cNvCxnSpPr>
                <p:nvPr/>
              </p:nvCxnSpPr>
              <p:spPr>
                <a:xfrm flipV="1">
                  <a:off x="8374462" y="1560035"/>
                  <a:ext cx="543328" cy="557401"/>
                </a:xfrm>
                <a:prstGeom prst="straightConnector1">
                  <a:avLst/>
                </a:prstGeom>
                <a:ln w="12700">
                  <a:solidFill>
                    <a:schemeClr val="accent6">
                      <a:lumMod val="75000"/>
                    </a:schemeClr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82" name="直接箭头连接符 281">
                  <a:extLst>
                    <a:ext uri="{FF2B5EF4-FFF2-40B4-BE49-F238E27FC236}">
                      <a16:creationId xmlns:a16="http://schemas.microsoft.com/office/drawing/2014/main" id="{8F7A623C-01A8-4287-B888-9D688C1E09E0}"/>
                    </a:ext>
                  </a:extLst>
                </p:cNvPr>
                <p:cNvCxnSpPr>
                  <a:cxnSpLocks/>
                  <a:stCxn id="279" idx="4"/>
                </p:cNvCxnSpPr>
                <p:nvPr/>
              </p:nvCxnSpPr>
              <p:spPr>
                <a:xfrm flipV="1">
                  <a:off x="9028755" y="999965"/>
                  <a:ext cx="1089660" cy="475300"/>
                </a:xfrm>
                <a:prstGeom prst="straightConnector1">
                  <a:avLst/>
                </a:prstGeom>
                <a:ln w="12700">
                  <a:solidFill>
                    <a:schemeClr val="accent6">
                      <a:lumMod val="75000"/>
                    </a:schemeClr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89" name="组合 288">
                <a:extLst>
                  <a:ext uri="{FF2B5EF4-FFF2-40B4-BE49-F238E27FC236}">
                    <a16:creationId xmlns:a16="http://schemas.microsoft.com/office/drawing/2014/main" id="{525C2F5D-4015-4B4E-AE35-66EAFC20FD11}"/>
                  </a:ext>
                </a:extLst>
              </p:cNvPr>
              <p:cNvGrpSpPr/>
              <p:nvPr/>
            </p:nvGrpSpPr>
            <p:grpSpPr>
              <a:xfrm>
                <a:off x="7622849" y="957129"/>
                <a:ext cx="1820254" cy="897308"/>
                <a:chOff x="7585441" y="239389"/>
                <a:chExt cx="2926080" cy="1869760"/>
              </a:xfrm>
              <a:solidFill>
                <a:srgbClr val="C00000"/>
              </a:solidFill>
            </p:grpSpPr>
            <p:sp>
              <p:nvSpPr>
                <p:cNvPr id="284" name="星形: 五角 283">
                  <a:extLst>
                    <a:ext uri="{FF2B5EF4-FFF2-40B4-BE49-F238E27FC236}">
                      <a16:creationId xmlns:a16="http://schemas.microsoft.com/office/drawing/2014/main" id="{66610AD1-D1BB-473F-8CF3-412BA16624AF}"/>
                    </a:ext>
                  </a:extLst>
                </p:cNvPr>
                <p:cNvSpPr/>
                <p:nvPr/>
              </p:nvSpPr>
              <p:spPr>
                <a:xfrm>
                  <a:off x="8156941" y="1622419"/>
                  <a:ext cx="121920" cy="137160"/>
                </a:xfrm>
                <a:prstGeom prst="star5">
                  <a:avLst/>
                </a:prstGeom>
                <a:grpFill/>
                <a:ln>
                  <a:solidFill>
                    <a:srgbClr val="C0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85" name="星形: 五角 284">
                  <a:extLst>
                    <a:ext uri="{FF2B5EF4-FFF2-40B4-BE49-F238E27FC236}">
                      <a16:creationId xmlns:a16="http://schemas.microsoft.com/office/drawing/2014/main" id="{2E64AF57-64BE-4AAA-84A9-5C6E2771C306}"/>
                    </a:ext>
                  </a:extLst>
                </p:cNvPr>
                <p:cNvSpPr/>
                <p:nvPr/>
              </p:nvSpPr>
              <p:spPr>
                <a:xfrm>
                  <a:off x="8843166" y="807079"/>
                  <a:ext cx="121920" cy="137160"/>
                </a:xfrm>
                <a:prstGeom prst="star5">
                  <a:avLst/>
                </a:prstGeom>
                <a:grpFill/>
                <a:ln>
                  <a:solidFill>
                    <a:srgbClr val="C0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cxnSp>
              <p:nvCxnSpPr>
                <p:cNvPr id="286" name="直接箭头连接符 285">
                  <a:extLst>
                    <a:ext uri="{FF2B5EF4-FFF2-40B4-BE49-F238E27FC236}">
                      <a16:creationId xmlns:a16="http://schemas.microsoft.com/office/drawing/2014/main" id="{6F1D04D0-1A34-4599-AFA9-ED1566EDAC2B}"/>
                    </a:ext>
                  </a:extLst>
                </p:cNvPr>
                <p:cNvCxnSpPr>
                  <a:cxnSpLocks/>
                  <a:endCxn id="284" idx="2"/>
                </p:cNvCxnSpPr>
                <p:nvPr/>
              </p:nvCxnSpPr>
              <p:spPr>
                <a:xfrm flipV="1">
                  <a:off x="7585441" y="1759579"/>
                  <a:ext cx="594785" cy="349570"/>
                </a:xfrm>
                <a:prstGeom prst="straightConnector1">
                  <a:avLst/>
                </a:prstGeom>
                <a:grpFill/>
                <a:ln w="12700">
                  <a:solidFill>
                    <a:srgbClr val="C00000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87" name="直接箭头连接符 286">
                  <a:extLst>
                    <a:ext uri="{FF2B5EF4-FFF2-40B4-BE49-F238E27FC236}">
                      <a16:creationId xmlns:a16="http://schemas.microsoft.com/office/drawing/2014/main" id="{CD4A0432-67BA-4336-B920-5B86CBC7D0F1}"/>
                    </a:ext>
                  </a:extLst>
                </p:cNvPr>
                <p:cNvCxnSpPr>
                  <a:cxnSpLocks/>
                  <a:stCxn id="284" idx="4"/>
                  <a:endCxn id="285" idx="2"/>
                </p:cNvCxnSpPr>
                <p:nvPr/>
              </p:nvCxnSpPr>
              <p:spPr>
                <a:xfrm flipV="1">
                  <a:off x="8278861" y="944239"/>
                  <a:ext cx="587590" cy="730570"/>
                </a:xfrm>
                <a:prstGeom prst="straightConnector1">
                  <a:avLst/>
                </a:prstGeom>
                <a:grpFill/>
                <a:ln w="12700">
                  <a:solidFill>
                    <a:srgbClr val="C00000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88" name="直接箭头连接符 287">
                  <a:extLst>
                    <a:ext uri="{FF2B5EF4-FFF2-40B4-BE49-F238E27FC236}">
                      <a16:creationId xmlns:a16="http://schemas.microsoft.com/office/drawing/2014/main" id="{2DF45D92-3E9E-46D3-B529-494491DF97E7}"/>
                    </a:ext>
                  </a:extLst>
                </p:cNvPr>
                <p:cNvCxnSpPr>
                  <a:cxnSpLocks/>
                  <a:stCxn id="285" idx="4"/>
                </p:cNvCxnSpPr>
                <p:nvPr/>
              </p:nvCxnSpPr>
              <p:spPr>
                <a:xfrm flipV="1">
                  <a:off x="8965086" y="239389"/>
                  <a:ext cx="1546435" cy="620080"/>
                </a:xfrm>
                <a:prstGeom prst="straightConnector1">
                  <a:avLst/>
                </a:prstGeom>
                <a:grpFill/>
                <a:ln w="12700">
                  <a:solidFill>
                    <a:srgbClr val="C00000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358" name="组合 357">
                <a:extLst>
                  <a:ext uri="{FF2B5EF4-FFF2-40B4-BE49-F238E27FC236}">
                    <a16:creationId xmlns:a16="http://schemas.microsoft.com/office/drawing/2014/main" id="{D8031C76-EB47-4275-8B9C-0713B41C0093}"/>
                  </a:ext>
                </a:extLst>
              </p:cNvPr>
              <p:cNvGrpSpPr/>
              <p:nvPr/>
            </p:nvGrpSpPr>
            <p:grpSpPr>
              <a:xfrm>
                <a:off x="8595361" y="2042160"/>
                <a:ext cx="1714500" cy="754380"/>
                <a:chOff x="8083419" y="1025603"/>
                <a:chExt cx="2231549" cy="1871560"/>
              </a:xfrm>
            </p:grpSpPr>
            <p:sp>
              <p:nvSpPr>
                <p:cNvPr id="359" name="星形: 五角 358">
                  <a:extLst>
                    <a:ext uri="{FF2B5EF4-FFF2-40B4-BE49-F238E27FC236}">
                      <a16:creationId xmlns:a16="http://schemas.microsoft.com/office/drawing/2014/main" id="{6833CBB3-0441-4C22-9D39-55C345889A2F}"/>
                    </a:ext>
                  </a:extLst>
                </p:cNvPr>
                <p:cNvSpPr/>
                <p:nvPr/>
              </p:nvSpPr>
              <p:spPr>
                <a:xfrm>
                  <a:off x="8836688" y="2119073"/>
                  <a:ext cx="137160" cy="137160"/>
                </a:xfrm>
                <a:prstGeom prst="star5">
                  <a:avLst/>
                </a:prstGeom>
                <a:solidFill>
                  <a:schemeClr val="accent6">
                    <a:lumMod val="60000"/>
                    <a:lumOff val="40000"/>
                  </a:schemeClr>
                </a:solidFill>
                <a:ln>
                  <a:solidFill>
                    <a:schemeClr val="accent6">
                      <a:lumMod val="40000"/>
                      <a:lumOff val="6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360" name="星形: 五角 359">
                  <a:extLst>
                    <a:ext uri="{FF2B5EF4-FFF2-40B4-BE49-F238E27FC236}">
                      <a16:creationId xmlns:a16="http://schemas.microsoft.com/office/drawing/2014/main" id="{C599E9E0-9775-4D38-922B-196D1F05E1B8}"/>
                    </a:ext>
                  </a:extLst>
                </p:cNvPr>
                <p:cNvSpPr/>
                <p:nvPr/>
              </p:nvSpPr>
              <p:spPr>
                <a:xfrm>
                  <a:off x="9339608" y="1478993"/>
                  <a:ext cx="137160" cy="137160"/>
                </a:xfrm>
                <a:prstGeom prst="star5">
                  <a:avLst/>
                </a:prstGeom>
                <a:solidFill>
                  <a:schemeClr val="accent6">
                    <a:lumMod val="60000"/>
                    <a:lumOff val="40000"/>
                  </a:schemeClr>
                </a:solidFill>
                <a:ln>
                  <a:solidFill>
                    <a:schemeClr val="accent6">
                      <a:lumMod val="40000"/>
                      <a:lumOff val="6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cxnSp>
              <p:nvCxnSpPr>
                <p:cNvPr id="361" name="直接箭头连接符 360">
                  <a:extLst>
                    <a:ext uri="{FF2B5EF4-FFF2-40B4-BE49-F238E27FC236}">
                      <a16:creationId xmlns:a16="http://schemas.microsoft.com/office/drawing/2014/main" id="{E9E9E437-A6E7-4778-8507-241D8959B64C}"/>
                    </a:ext>
                  </a:extLst>
                </p:cNvPr>
                <p:cNvCxnSpPr>
                  <a:cxnSpLocks/>
                  <a:endCxn id="359" idx="2"/>
                </p:cNvCxnSpPr>
                <p:nvPr/>
              </p:nvCxnSpPr>
              <p:spPr>
                <a:xfrm flipV="1">
                  <a:off x="8083419" y="2256233"/>
                  <a:ext cx="779464" cy="640930"/>
                </a:xfrm>
                <a:prstGeom prst="straightConnector1">
                  <a:avLst/>
                </a:prstGeom>
                <a:ln w="12700">
                  <a:solidFill>
                    <a:schemeClr val="accent6">
                      <a:lumMod val="75000"/>
                    </a:schemeClr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62" name="直接箭头连接符 361">
                  <a:extLst>
                    <a:ext uri="{FF2B5EF4-FFF2-40B4-BE49-F238E27FC236}">
                      <a16:creationId xmlns:a16="http://schemas.microsoft.com/office/drawing/2014/main" id="{909633BE-6339-43F7-B4EE-2E513B807267}"/>
                    </a:ext>
                  </a:extLst>
                </p:cNvPr>
                <p:cNvCxnSpPr>
                  <a:cxnSpLocks/>
                  <a:stCxn id="359" idx="4"/>
                  <a:endCxn id="360" idx="2"/>
                </p:cNvCxnSpPr>
                <p:nvPr/>
              </p:nvCxnSpPr>
              <p:spPr>
                <a:xfrm flipV="1">
                  <a:off x="8973848" y="1616153"/>
                  <a:ext cx="391955" cy="555310"/>
                </a:xfrm>
                <a:prstGeom prst="straightConnector1">
                  <a:avLst/>
                </a:prstGeom>
                <a:ln w="12700">
                  <a:solidFill>
                    <a:schemeClr val="accent6">
                      <a:lumMod val="75000"/>
                    </a:schemeClr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63" name="直接箭头连接符 362">
                  <a:extLst>
                    <a:ext uri="{FF2B5EF4-FFF2-40B4-BE49-F238E27FC236}">
                      <a16:creationId xmlns:a16="http://schemas.microsoft.com/office/drawing/2014/main" id="{80EA1AFE-2DED-4C9B-AAC9-D26D19823807}"/>
                    </a:ext>
                  </a:extLst>
                </p:cNvPr>
                <p:cNvCxnSpPr>
                  <a:cxnSpLocks/>
                  <a:stCxn id="360" idx="4"/>
                </p:cNvCxnSpPr>
                <p:nvPr/>
              </p:nvCxnSpPr>
              <p:spPr>
                <a:xfrm flipV="1">
                  <a:off x="9476768" y="1025603"/>
                  <a:ext cx="838200" cy="505780"/>
                </a:xfrm>
                <a:prstGeom prst="straightConnector1">
                  <a:avLst/>
                </a:prstGeom>
                <a:ln w="12700">
                  <a:solidFill>
                    <a:schemeClr val="accent6">
                      <a:lumMod val="75000"/>
                    </a:schemeClr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sp>
          <p:nvSpPr>
            <p:cNvPr id="383" name="文本框 382">
              <a:extLst>
                <a:ext uri="{FF2B5EF4-FFF2-40B4-BE49-F238E27FC236}">
                  <a16:creationId xmlns:a16="http://schemas.microsoft.com/office/drawing/2014/main" id="{D6DEB88D-4FCD-4830-96B5-E32A835FE3A6}"/>
                </a:ext>
              </a:extLst>
            </p:cNvPr>
            <p:cNvSpPr txBox="1"/>
            <p:nvPr/>
          </p:nvSpPr>
          <p:spPr>
            <a:xfrm>
              <a:off x="8687594" y="1612107"/>
              <a:ext cx="133508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不满足</a:t>
              </a:r>
              <a:r>
                <a:rPr lang="en-US" altLang="zh-CN" sz="1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frechet</a:t>
              </a:r>
              <a:r>
                <a:rPr lang="zh-CN" altLang="en-US" sz="1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约束</a:t>
              </a:r>
              <a:endParaRPr lang="en-US" altLang="zh-CN" sz="10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r>
                <a:rPr lang="zh-CN" altLang="en-US" sz="1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重新规划</a:t>
              </a:r>
            </a:p>
          </p:txBody>
        </p:sp>
        <p:sp>
          <p:nvSpPr>
            <p:cNvPr id="384" name="文本框 383">
              <a:extLst>
                <a:ext uri="{FF2B5EF4-FFF2-40B4-BE49-F238E27FC236}">
                  <a16:creationId xmlns:a16="http://schemas.microsoft.com/office/drawing/2014/main" id="{3008C270-42D6-4815-897B-78F10826E9A4}"/>
                </a:ext>
              </a:extLst>
            </p:cNvPr>
            <p:cNvSpPr txBox="1"/>
            <p:nvPr/>
          </p:nvSpPr>
          <p:spPr>
            <a:xfrm>
              <a:off x="9483725" y="2863850"/>
              <a:ext cx="1149350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无需重规划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86" name="文本框 385">
                  <a:extLst>
                    <a:ext uri="{FF2B5EF4-FFF2-40B4-BE49-F238E27FC236}">
                      <a16:creationId xmlns:a16="http://schemas.microsoft.com/office/drawing/2014/main" id="{DCFCEF80-08B7-4B31-B714-5F89F5D649F1}"/>
                    </a:ext>
                  </a:extLst>
                </p:cNvPr>
                <p:cNvSpPr txBox="1"/>
                <p:nvPr/>
              </p:nvSpPr>
              <p:spPr>
                <a:xfrm>
                  <a:off x="7620000" y="2606040"/>
                  <a:ext cx="478849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386" name="文本框 385">
                  <a:extLst>
                    <a:ext uri="{FF2B5EF4-FFF2-40B4-BE49-F238E27FC236}">
                      <a16:creationId xmlns:a16="http://schemas.microsoft.com/office/drawing/2014/main" id="{DCFCEF80-08B7-4B31-B714-5F89F5D649F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620000" y="2606040"/>
                  <a:ext cx="478849" cy="369332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87" name="文本框 386">
                  <a:extLst>
                    <a:ext uri="{FF2B5EF4-FFF2-40B4-BE49-F238E27FC236}">
                      <a16:creationId xmlns:a16="http://schemas.microsoft.com/office/drawing/2014/main" id="{70D67E00-2C58-4D3F-AF6E-B72A4D16C93F}"/>
                    </a:ext>
                  </a:extLst>
                </p:cNvPr>
                <p:cNvSpPr txBox="1"/>
                <p:nvPr/>
              </p:nvSpPr>
              <p:spPr>
                <a:xfrm>
                  <a:off x="9098280" y="2910840"/>
                  <a:ext cx="478849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387" name="文本框 386">
                  <a:extLst>
                    <a:ext uri="{FF2B5EF4-FFF2-40B4-BE49-F238E27FC236}">
                      <a16:creationId xmlns:a16="http://schemas.microsoft.com/office/drawing/2014/main" id="{70D67E00-2C58-4D3F-AF6E-B72A4D16C93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098280" y="2910840"/>
                  <a:ext cx="478849" cy="369332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96" name="文本框 395">
                  <a:extLst>
                    <a:ext uri="{FF2B5EF4-FFF2-40B4-BE49-F238E27FC236}">
                      <a16:creationId xmlns:a16="http://schemas.microsoft.com/office/drawing/2014/main" id="{23CAFCEA-8A85-4FEA-A374-C26952A4654E}"/>
                    </a:ext>
                  </a:extLst>
                </p:cNvPr>
                <p:cNvSpPr txBox="1"/>
                <p:nvPr/>
              </p:nvSpPr>
              <p:spPr>
                <a:xfrm>
                  <a:off x="7596752" y="1714887"/>
                  <a:ext cx="473528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396" name="文本框 395">
                  <a:extLst>
                    <a:ext uri="{FF2B5EF4-FFF2-40B4-BE49-F238E27FC236}">
                      <a16:creationId xmlns:a16="http://schemas.microsoft.com/office/drawing/2014/main" id="{23CAFCEA-8A85-4FEA-A374-C26952A4654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596752" y="1714887"/>
                  <a:ext cx="473528" cy="369332"/>
                </a:xfrm>
                <a:prstGeom prst="rect">
                  <a:avLst/>
                </a:prstGeom>
                <a:blipFill>
                  <a:blip r:embed="rId1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97" name="文本框 396">
                  <a:extLst>
                    <a:ext uri="{FF2B5EF4-FFF2-40B4-BE49-F238E27FC236}">
                      <a16:creationId xmlns:a16="http://schemas.microsoft.com/office/drawing/2014/main" id="{44806E8C-6758-43DD-AB6E-5AF6F3006D92}"/>
                    </a:ext>
                  </a:extLst>
                </p:cNvPr>
                <p:cNvSpPr txBox="1"/>
                <p:nvPr/>
              </p:nvSpPr>
              <p:spPr>
                <a:xfrm>
                  <a:off x="8338855" y="2629288"/>
                  <a:ext cx="478849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397" name="文本框 396">
                  <a:extLst>
                    <a:ext uri="{FF2B5EF4-FFF2-40B4-BE49-F238E27FC236}">
                      <a16:creationId xmlns:a16="http://schemas.microsoft.com/office/drawing/2014/main" id="{44806E8C-6758-43DD-AB6E-5AF6F3006D9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338855" y="2629288"/>
                  <a:ext cx="478849" cy="369332"/>
                </a:xfrm>
                <a:prstGeom prst="rect">
                  <a:avLst/>
                </a:prstGeom>
                <a:blipFill>
                  <a:blip r:embed="rId1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399" name="文本框 398">
            <a:extLst>
              <a:ext uri="{FF2B5EF4-FFF2-40B4-BE49-F238E27FC236}">
                <a16:creationId xmlns:a16="http://schemas.microsoft.com/office/drawing/2014/main" id="{CF8AEFE7-8816-4599-B819-C97EAFABE6E9}"/>
              </a:ext>
            </a:extLst>
          </p:cNvPr>
          <p:cNvSpPr txBox="1"/>
          <p:nvPr/>
        </p:nvSpPr>
        <p:spPr>
          <a:xfrm>
            <a:off x="763329" y="1631433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全局规划层</a:t>
            </a:r>
          </a:p>
        </p:txBody>
      </p:sp>
      <p:sp>
        <p:nvSpPr>
          <p:cNvPr id="400" name="文本框 399">
            <a:extLst>
              <a:ext uri="{FF2B5EF4-FFF2-40B4-BE49-F238E27FC236}">
                <a16:creationId xmlns:a16="http://schemas.microsoft.com/office/drawing/2014/main" id="{5F753FE4-6737-4811-B0F2-112BF21CEAA4}"/>
              </a:ext>
            </a:extLst>
          </p:cNvPr>
          <p:cNvSpPr txBox="1"/>
          <p:nvPr/>
        </p:nvSpPr>
        <p:spPr>
          <a:xfrm>
            <a:off x="727887" y="4010246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局部规划层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9" name="文本框 148">
                <a:extLst>
                  <a:ext uri="{FF2B5EF4-FFF2-40B4-BE49-F238E27FC236}">
                    <a16:creationId xmlns:a16="http://schemas.microsoft.com/office/drawing/2014/main" id="{BE857D13-5D6B-4A5C-A546-79BD53872F7E}"/>
                  </a:ext>
                </a:extLst>
              </p:cNvPr>
              <p:cNvSpPr txBox="1"/>
              <p:nvPr/>
            </p:nvSpPr>
            <p:spPr>
              <a:xfrm>
                <a:off x="1018743" y="2792320"/>
                <a:ext cx="47352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49" name="文本框 148">
                <a:extLst>
                  <a:ext uri="{FF2B5EF4-FFF2-40B4-BE49-F238E27FC236}">
                    <a16:creationId xmlns:a16="http://schemas.microsoft.com/office/drawing/2014/main" id="{BE857D13-5D6B-4A5C-A546-79BD53872F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8743" y="2792320"/>
                <a:ext cx="473528" cy="369332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125568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1" name="组合 90">
            <a:extLst>
              <a:ext uri="{FF2B5EF4-FFF2-40B4-BE49-F238E27FC236}">
                <a16:creationId xmlns:a16="http://schemas.microsoft.com/office/drawing/2014/main" id="{13882FAF-4C38-4623-AE1E-2BA2573AA7F4}"/>
              </a:ext>
            </a:extLst>
          </p:cNvPr>
          <p:cNvGrpSpPr/>
          <p:nvPr/>
        </p:nvGrpSpPr>
        <p:grpSpPr>
          <a:xfrm>
            <a:off x="7632297" y="1373267"/>
            <a:ext cx="2740907" cy="1876425"/>
            <a:chOff x="7568954" y="938346"/>
            <a:chExt cx="2740907" cy="1876425"/>
          </a:xfrm>
        </p:grpSpPr>
        <p:sp>
          <p:nvSpPr>
            <p:cNvPr id="127" name="矩形 126">
              <a:extLst>
                <a:ext uri="{FF2B5EF4-FFF2-40B4-BE49-F238E27FC236}">
                  <a16:creationId xmlns:a16="http://schemas.microsoft.com/office/drawing/2014/main" id="{18F35EB0-F2C0-4078-8B9C-D76701CCF8ED}"/>
                </a:ext>
              </a:extLst>
            </p:cNvPr>
            <p:cNvSpPr/>
            <p:nvPr/>
          </p:nvSpPr>
          <p:spPr>
            <a:xfrm>
              <a:off x="7568954" y="938346"/>
              <a:ext cx="2733675" cy="1876425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grpSp>
          <p:nvGrpSpPr>
            <p:cNvPr id="128" name="组合 127">
              <a:extLst>
                <a:ext uri="{FF2B5EF4-FFF2-40B4-BE49-F238E27FC236}">
                  <a16:creationId xmlns:a16="http://schemas.microsoft.com/office/drawing/2014/main" id="{FCC4546D-8130-4D71-A4A1-28AFB1E4AA13}"/>
                </a:ext>
              </a:extLst>
            </p:cNvPr>
            <p:cNvGrpSpPr/>
            <p:nvPr/>
          </p:nvGrpSpPr>
          <p:grpSpPr>
            <a:xfrm>
              <a:off x="8144142" y="1803163"/>
              <a:ext cx="2102265" cy="982768"/>
              <a:chOff x="8083419" y="1025603"/>
              <a:chExt cx="2231549" cy="1871560"/>
            </a:xfrm>
          </p:grpSpPr>
          <p:sp>
            <p:nvSpPr>
              <p:cNvPr id="147" name="星形: 五角 146">
                <a:extLst>
                  <a:ext uri="{FF2B5EF4-FFF2-40B4-BE49-F238E27FC236}">
                    <a16:creationId xmlns:a16="http://schemas.microsoft.com/office/drawing/2014/main" id="{9C2C3931-EAFE-451C-B922-613201028F9B}"/>
                  </a:ext>
                </a:extLst>
              </p:cNvPr>
              <p:cNvSpPr/>
              <p:nvPr/>
            </p:nvSpPr>
            <p:spPr>
              <a:xfrm>
                <a:off x="8836688" y="2119073"/>
                <a:ext cx="137160" cy="137160"/>
              </a:xfrm>
              <a:prstGeom prst="star5">
                <a:avLst/>
              </a:prstGeom>
              <a:solidFill>
                <a:schemeClr val="accent6">
                  <a:lumMod val="75000"/>
                </a:schemeClr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48" name="星形: 五角 147">
                <a:extLst>
                  <a:ext uri="{FF2B5EF4-FFF2-40B4-BE49-F238E27FC236}">
                    <a16:creationId xmlns:a16="http://schemas.microsoft.com/office/drawing/2014/main" id="{A18F590D-8DF8-4CA2-BFC7-AF31CD92221A}"/>
                  </a:ext>
                </a:extLst>
              </p:cNvPr>
              <p:cNvSpPr/>
              <p:nvPr/>
            </p:nvSpPr>
            <p:spPr>
              <a:xfrm>
                <a:off x="9339608" y="1478993"/>
                <a:ext cx="137160" cy="137160"/>
              </a:xfrm>
              <a:prstGeom prst="star5">
                <a:avLst/>
              </a:prstGeom>
              <a:solidFill>
                <a:schemeClr val="accent6">
                  <a:lumMod val="75000"/>
                </a:schemeClr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149" name="直接箭头连接符 148">
                <a:extLst>
                  <a:ext uri="{FF2B5EF4-FFF2-40B4-BE49-F238E27FC236}">
                    <a16:creationId xmlns:a16="http://schemas.microsoft.com/office/drawing/2014/main" id="{4B48E4BD-B9CB-43FC-88A2-5FFC33707A61}"/>
                  </a:ext>
                </a:extLst>
              </p:cNvPr>
              <p:cNvCxnSpPr>
                <a:cxnSpLocks/>
                <a:endCxn id="147" idx="2"/>
              </p:cNvCxnSpPr>
              <p:nvPr/>
            </p:nvCxnSpPr>
            <p:spPr>
              <a:xfrm flipV="1">
                <a:off x="8083419" y="2256233"/>
                <a:ext cx="779464" cy="640930"/>
              </a:xfrm>
              <a:prstGeom prst="straightConnector1">
                <a:avLst/>
              </a:prstGeom>
              <a:ln w="12700">
                <a:solidFill>
                  <a:schemeClr val="accent6">
                    <a:lumMod val="75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0" name="直接箭头连接符 149">
                <a:extLst>
                  <a:ext uri="{FF2B5EF4-FFF2-40B4-BE49-F238E27FC236}">
                    <a16:creationId xmlns:a16="http://schemas.microsoft.com/office/drawing/2014/main" id="{AE4048E3-A494-46CB-9B70-FC637ACD6306}"/>
                  </a:ext>
                </a:extLst>
              </p:cNvPr>
              <p:cNvCxnSpPr>
                <a:cxnSpLocks/>
                <a:stCxn id="147" idx="4"/>
                <a:endCxn id="148" idx="2"/>
              </p:cNvCxnSpPr>
              <p:nvPr/>
            </p:nvCxnSpPr>
            <p:spPr>
              <a:xfrm flipV="1">
                <a:off x="8973848" y="1616153"/>
                <a:ext cx="391955" cy="555310"/>
              </a:xfrm>
              <a:prstGeom prst="straightConnector1">
                <a:avLst/>
              </a:prstGeom>
              <a:ln w="12700">
                <a:solidFill>
                  <a:schemeClr val="accent6">
                    <a:lumMod val="75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1" name="直接箭头连接符 150">
                <a:extLst>
                  <a:ext uri="{FF2B5EF4-FFF2-40B4-BE49-F238E27FC236}">
                    <a16:creationId xmlns:a16="http://schemas.microsoft.com/office/drawing/2014/main" id="{45C07596-3923-4717-ADA1-BCF00C7D07D7}"/>
                  </a:ext>
                </a:extLst>
              </p:cNvPr>
              <p:cNvCxnSpPr>
                <a:cxnSpLocks/>
                <a:stCxn id="148" idx="4"/>
              </p:cNvCxnSpPr>
              <p:nvPr/>
            </p:nvCxnSpPr>
            <p:spPr>
              <a:xfrm flipV="1">
                <a:off x="9476768" y="1025603"/>
                <a:ext cx="838200" cy="505780"/>
              </a:xfrm>
              <a:prstGeom prst="straightConnector1">
                <a:avLst/>
              </a:prstGeom>
              <a:ln w="12700">
                <a:solidFill>
                  <a:schemeClr val="accent6">
                    <a:lumMod val="75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29" name="组合 128">
              <a:extLst>
                <a:ext uri="{FF2B5EF4-FFF2-40B4-BE49-F238E27FC236}">
                  <a16:creationId xmlns:a16="http://schemas.microsoft.com/office/drawing/2014/main" id="{72C3ADBA-A9F2-4D50-B6B8-DA39A54C09FE}"/>
                </a:ext>
              </a:extLst>
            </p:cNvPr>
            <p:cNvGrpSpPr/>
            <p:nvPr/>
          </p:nvGrpSpPr>
          <p:grpSpPr>
            <a:xfrm>
              <a:off x="7853585" y="1563880"/>
              <a:ext cx="2418459" cy="1196411"/>
              <a:chOff x="8015175" y="999965"/>
              <a:chExt cx="2103240" cy="1990278"/>
            </a:xfrm>
          </p:grpSpPr>
          <p:sp>
            <p:nvSpPr>
              <p:cNvPr id="142" name="星形: 五角 141">
                <a:extLst>
                  <a:ext uri="{FF2B5EF4-FFF2-40B4-BE49-F238E27FC236}">
                    <a16:creationId xmlns:a16="http://schemas.microsoft.com/office/drawing/2014/main" id="{BE7881BC-9A10-47BF-BBCD-E89B3B6BC394}"/>
                  </a:ext>
                </a:extLst>
              </p:cNvPr>
              <p:cNvSpPr/>
              <p:nvPr/>
            </p:nvSpPr>
            <p:spPr>
              <a:xfrm rot="3880281">
                <a:off x="8243895" y="2078195"/>
                <a:ext cx="137160" cy="137160"/>
              </a:xfrm>
              <a:prstGeom prst="star5">
                <a:avLst/>
              </a:prstGeom>
              <a:solidFill>
                <a:schemeClr val="accent6">
                  <a:lumMod val="75000"/>
                </a:schemeClr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43" name="星形: 五角 142">
                <a:extLst>
                  <a:ext uri="{FF2B5EF4-FFF2-40B4-BE49-F238E27FC236}">
                    <a16:creationId xmlns:a16="http://schemas.microsoft.com/office/drawing/2014/main" id="{7A415DE0-0753-4941-A348-9A62275ACF91}"/>
                  </a:ext>
                </a:extLst>
              </p:cNvPr>
              <p:cNvSpPr/>
              <p:nvPr/>
            </p:nvSpPr>
            <p:spPr>
              <a:xfrm>
                <a:off x="8891595" y="1422875"/>
                <a:ext cx="137160" cy="137160"/>
              </a:xfrm>
              <a:prstGeom prst="star5">
                <a:avLst/>
              </a:prstGeom>
              <a:solidFill>
                <a:schemeClr val="accent6">
                  <a:lumMod val="75000"/>
                </a:schemeClr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144" name="直接箭头连接符 143">
                <a:extLst>
                  <a:ext uri="{FF2B5EF4-FFF2-40B4-BE49-F238E27FC236}">
                    <a16:creationId xmlns:a16="http://schemas.microsoft.com/office/drawing/2014/main" id="{4B851153-CE3E-4E5F-ADC8-A7A415C01A8B}"/>
                  </a:ext>
                </a:extLst>
              </p:cNvPr>
              <p:cNvCxnSpPr>
                <a:cxnSpLocks/>
                <a:endCxn id="142" idx="3"/>
              </p:cNvCxnSpPr>
              <p:nvPr/>
            </p:nvCxnSpPr>
            <p:spPr>
              <a:xfrm flipV="1">
                <a:off x="8015175" y="2214425"/>
                <a:ext cx="253445" cy="775818"/>
              </a:xfrm>
              <a:prstGeom prst="straightConnector1">
                <a:avLst/>
              </a:prstGeom>
              <a:ln w="12700">
                <a:solidFill>
                  <a:schemeClr val="accent6">
                    <a:lumMod val="75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5" name="直接箭头连接符 144">
                <a:extLst>
                  <a:ext uri="{FF2B5EF4-FFF2-40B4-BE49-F238E27FC236}">
                    <a16:creationId xmlns:a16="http://schemas.microsoft.com/office/drawing/2014/main" id="{BC08B888-23D2-4AE3-BB6C-4F3CC93B36AA}"/>
                  </a:ext>
                </a:extLst>
              </p:cNvPr>
              <p:cNvCxnSpPr>
                <a:cxnSpLocks/>
                <a:stCxn id="142" idx="0"/>
                <a:endCxn id="143" idx="2"/>
              </p:cNvCxnSpPr>
              <p:nvPr/>
            </p:nvCxnSpPr>
            <p:spPr>
              <a:xfrm flipV="1">
                <a:off x="8374462" y="1560035"/>
                <a:ext cx="543328" cy="557401"/>
              </a:xfrm>
              <a:prstGeom prst="straightConnector1">
                <a:avLst/>
              </a:prstGeom>
              <a:ln w="12700">
                <a:solidFill>
                  <a:schemeClr val="accent6">
                    <a:lumMod val="75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6" name="直接箭头连接符 145">
                <a:extLst>
                  <a:ext uri="{FF2B5EF4-FFF2-40B4-BE49-F238E27FC236}">
                    <a16:creationId xmlns:a16="http://schemas.microsoft.com/office/drawing/2014/main" id="{273091FB-C4B9-4481-9B9C-43FA23EF7E6B}"/>
                  </a:ext>
                </a:extLst>
              </p:cNvPr>
              <p:cNvCxnSpPr>
                <a:cxnSpLocks/>
                <a:stCxn id="143" idx="4"/>
              </p:cNvCxnSpPr>
              <p:nvPr/>
            </p:nvCxnSpPr>
            <p:spPr>
              <a:xfrm flipV="1">
                <a:off x="9028755" y="999965"/>
                <a:ext cx="1089660" cy="475300"/>
              </a:xfrm>
              <a:prstGeom prst="straightConnector1">
                <a:avLst/>
              </a:prstGeom>
              <a:ln w="12700">
                <a:solidFill>
                  <a:schemeClr val="accent6">
                    <a:lumMod val="75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30" name="组合 129">
              <a:extLst>
                <a:ext uri="{FF2B5EF4-FFF2-40B4-BE49-F238E27FC236}">
                  <a16:creationId xmlns:a16="http://schemas.microsoft.com/office/drawing/2014/main" id="{B3E23A2A-2A80-4652-80FA-2E82982FDB29}"/>
                </a:ext>
              </a:extLst>
            </p:cNvPr>
            <p:cNvGrpSpPr/>
            <p:nvPr/>
          </p:nvGrpSpPr>
          <p:grpSpPr>
            <a:xfrm>
              <a:off x="7622849" y="957129"/>
              <a:ext cx="1820254" cy="897308"/>
              <a:chOff x="7585441" y="239389"/>
              <a:chExt cx="2926080" cy="1869760"/>
            </a:xfrm>
            <a:solidFill>
              <a:srgbClr val="C00000"/>
            </a:solidFill>
          </p:grpSpPr>
          <p:sp>
            <p:nvSpPr>
              <p:cNvPr id="137" name="星形: 五角 136">
                <a:extLst>
                  <a:ext uri="{FF2B5EF4-FFF2-40B4-BE49-F238E27FC236}">
                    <a16:creationId xmlns:a16="http://schemas.microsoft.com/office/drawing/2014/main" id="{B106A646-E21A-4B1D-80FB-E64BEE3DD004}"/>
                  </a:ext>
                </a:extLst>
              </p:cNvPr>
              <p:cNvSpPr/>
              <p:nvPr/>
            </p:nvSpPr>
            <p:spPr>
              <a:xfrm>
                <a:off x="8156941" y="1622419"/>
                <a:ext cx="121920" cy="137160"/>
              </a:xfrm>
              <a:prstGeom prst="star5">
                <a:avLst/>
              </a:prstGeom>
              <a:grpFill/>
              <a:ln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38" name="星形: 五角 137">
                <a:extLst>
                  <a:ext uri="{FF2B5EF4-FFF2-40B4-BE49-F238E27FC236}">
                    <a16:creationId xmlns:a16="http://schemas.microsoft.com/office/drawing/2014/main" id="{77BC2300-E772-4F79-B125-E7E230D4F2F6}"/>
                  </a:ext>
                </a:extLst>
              </p:cNvPr>
              <p:cNvSpPr/>
              <p:nvPr/>
            </p:nvSpPr>
            <p:spPr>
              <a:xfrm>
                <a:off x="8843166" y="807079"/>
                <a:ext cx="121920" cy="137160"/>
              </a:xfrm>
              <a:prstGeom prst="star5">
                <a:avLst/>
              </a:prstGeom>
              <a:grpFill/>
              <a:ln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139" name="直接箭头连接符 138">
                <a:extLst>
                  <a:ext uri="{FF2B5EF4-FFF2-40B4-BE49-F238E27FC236}">
                    <a16:creationId xmlns:a16="http://schemas.microsoft.com/office/drawing/2014/main" id="{3DD28D5D-E6C8-4AFA-A889-6E095B63F7D9}"/>
                  </a:ext>
                </a:extLst>
              </p:cNvPr>
              <p:cNvCxnSpPr>
                <a:cxnSpLocks/>
                <a:endCxn id="137" idx="2"/>
              </p:cNvCxnSpPr>
              <p:nvPr/>
            </p:nvCxnSpPr>
            <p:spPr>
              <a:xfrm flipV="1">
                <a:off x="7585441" y="1759579"/>
                <a:ext cx="594785" cy="349570"/>
              </a:xfrm>
              <a:prstGeom prst="straightConnector1">
                <a:avLst/>
              </a:prstGeom>
              <a:grpFill/>
              <a:ln w="12700">
                <a:solidFill>
                  <a:srgbClr val="C0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0" name="直接箭头连接符 139">
                <a:extLst>
                  <a:ext uri="{FF2B5EF4-FFF2-40B4-BE49-F238E27FC236}">
                    <a16:creationId xmlns:a16="http://schemas.microsoft.com/office/drawing/2014/main" id="{E0B202F6-5507-488E-A15F-B5EE9C8DEA4E}"/>
                  </a:ext>
                </a:extLst>
              </p:cNvPr>
              <p:cNvCxnSpPr>
                <a:cxnSpLocks/>
                <a:stCxn id="137" idx="4"/>
                <a:endCxn id="138" idx="2"/>
              </p:cNvCxnSpPr>
              <p:nvPr/>
            </p:nvCxnSpPr>
            <p:spPr>
              <a:xfrm flipV="1">
                <a:off x="8278861" y="944239"/>
                <a:ext cx="587590" cy="730570"/>
              </a:xfrm>
              <a:prstGeom prst="straightConnector1">
                <a:avLst/>
              </a:prstGeom>
              <a:grpFill/>
              <a:ln w="12700">
                <a:solidFill>
                  <a:srgbClr val="C0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1" name="直接箭头连接符 140">
                <a:extLst>
                  <a:ext uri="{FF2B5EF4-FFF2-40B4-BE49-F238E27FC236}">
                    <a16:creationId xmlns:a16="http://schemas.microsoft.com/office/drawing/2014/main" id="{B1EE71A0-3F99-4AB9-B905-C64F4239C87D}"/>
                  </a:ext>
                </a:extLst>
              </p:cNvPr>
              <p:cNvCxnSpPr>
                <a:cxnSpLocks/>
                <a:stCxn id="138" idx="4"/>
              </p:cNvCxnSpPr>
              <p:nvPr/>
            </p:nvCxnSpPr>
            <p:spPr>
              <a:xfrm flipV="1">
                <a:off x="8965086" y="239389"/>
                <a:ext cx="1546435" cy="620080"/>
              </a:xfrm>
              <a:prstGeom prst="straightConnector1">
                <a:avLst/>
              </a:prstGeom>
              <a:grpFill/>
              <a:ln w="12700">
                <a:solidFill>
                  <a:srgbClr val="C0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31" name="组合 130">
              <a:extLst>
                <a:ext uri="{FF2B5EF4-FFF2-40B4-BE49-F238E27FC236}">
                  <a16:creationId xmlns:a16="http://schemas.microsoft.com/office/drawing/2014/main" id="{5834E4F5-C406-45AA-9561-41048900D0CF}"/>
                </a:ext>
              </a:extLst>
            </p:cNvPr>
            <p:cNvGrpSpPr/>
            <p:nvPr/>
          </p:nvGrpSpPr>
          <p:grpSpPr>
            <a:xfrm>
              <a:off x="8595361" y="2042160"/>
              <a:ext cx="1714500" cy="754380"/>
              <a:chOff x="8083419" y="1025603"/>
              <a:chExt cx="2231549" cy="1871560"/>
            </a:xfrm>
          </p:grpSpPr>
          <p:sp>
            <p:nvSpPr>
              <p:cNvPr id="132" name="星形: 五角 131">
                <a:extLst>
                  <a:ext uri="{FF2B5EF4-FFF2-40B4-BE49-F238E27FC236}">
                    <a16:creationId xmlns:a16="http://schemas.microsoft.com/office/drawing/2014/main" id="{9BA5071F-29A5-45CE-8CC8-8F8A5BAC819A}"/>
                  </a:ext>
                </a:extLst>
              </p:cNvPr>
              <p:cNvSpPr/>
              <p:nvPr/>
            </p:nvSpPr>
            <p:spPr>
              <a:xfrm>
                <a:off x="8836688" y="2119073"/>
                <a:ext cx="137160" cy="137160"/>
              </a:xfrm>
              <a:prstGeom prst="star5">
                <a:avLst/>
              </a:prstGeom>
              <a:solidFill>
                <a:schemeClr val="accent6">
                  <a:lumMod val="75000"/>
                </a:schemeClr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33" name="星形: 五角 132">
                <a:extLst>
                  <a:ext uri="{FF2B5EF4-FFF2-40B4-BE49-F238E27FC236}">
                    <a16:creationId xmlns:a16="http://schemas.microsoft.com/office/drawing/2014/main" id="{1E6BB41C-4D83-46A6-B42F-D532D6D0AE6C}"/>
                  </a:ext>
                </a:extLst>
              </p:cNvPr>
              <p:cNvSpPr/>
              <p:nvPr/>
            </p:nvSpPr>
            <p:spPr>
              <a:xfrm>
                <a:off x="9339608" y="1478993"/>
                <a:ext cx="137160" cy="137160"/>
              </a:xfrm>
              <a:prstGeom prst="star5">
                <a:avLst/>
              </a:prstGeom>
              <a:solidFill>
                <a:schemeClr val="accent6">
                  <a:lumMod val="75000"/>
                </a:schemeClr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134" name="直接箭头连接符 133">
                <a:extLst>
                  <a:ext uri="{FF2B5EF4-FFF2-40B4-BE49-F238E27FC236}">
                    <a16:creationId xmlns:a16="http://schemas.microsoft.com/office/drawing/2014/main" id="{3D876996-5A65-449A-B6EE-A48330EF2B41}"/>
                  </a:ext>
                </a:extLst>
              </p:cNvPr>
              <p:cNvCxnSpPr>
                <a:cxnSpLocks/>
                <a:endCxn id="132" idx="2"/>
              </p:cNvCxnSpPr>
              <p:nvPr/>
            </p:nvCxnSpPr>
            <p:spPr>
              <a:xfrm flipV="1">
                <a:off x="8083419" y="2256233"/>
                <a:ext cx="779464" cy="640930"/>
              </a:xfrm>
              <a:prstGeom prst="straightConnector1">
                <a:avLst/>
              </a:prstGeom>
              <a:ln w="12700">
                <a:solidFill>
                  <a:schemeClr val="accent6">
                    <a:lumMod val="75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5" name="直接箭头连接符 134">
                <a:extLst>
                  <a:ext uri="{FF2B5EF4-FFF2-40B4-BE49-F238E27FC236}">
                    <a16:creationId xmlns:a16="http://schemas.microsoft.com/office/drawing/2014/main" id="{BFBBFE9E-AF33-4BE3-9EE7-39A9F125A612}"/>
                  </a:ext>
                </a:extLst>
              </p:cNvPr>
              <p:cNvCxnSpPr>
                <a:cxnSpLocks/>
                <a:stCxn id="132" idx="4"/>
                <a:endCxn id="133" idx="2"/>
              </p:cNvCxnSpPr>
              <p:nvPr/>
            </p:nvCxnSpPr>
            <p:spPr>
              <a:xfrm flipV="1">
                <a:off x="8973848" y="1616153"/>
                <a:ext cx="391955" cy="555310"/>
              </a:xfrm>
              <a:prstGeom prst="straightConnector1">
                <a:avLst/>
              </a:prstGeom>
              <a:ln w="12700">
                <a:solidFill>
                  <a:schemeClr val="accent6">
                    <a:lumMod val="75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6" name="直接箭头连接符 135">
                <a:extLst>
                  <a:ext uri="{FF2B5EF4-FFF2-40B4-BE49-F238E27FC236}">
                    <a16:creationId xmlns:a16="http://schemas.microsoft.com/office/drawing/2014/main" id="{401CCB70-CC65-4FA6-99B5-AC8845B497A0}"/>
                  </a:ext>
                </a:extLst>
              </p:cNvPr>
              <p:cNvCxnSpPr>
                <a:cxnSpLocks/>
                <a:stCxn id="133" idx="4"/>
              </p:cNvCxnSpPr>
              <p:nvPr/>
            </p:nvCxnSpPr>
            <p:spPr>
              <a:xfrm flipV="1">
                <a:off x="9476768" y="1025603"/>
                <a:ext cx="838200" cy="505780"/>
              </a:xfrm>
              <a:prstGeom prst="straightConnector1">
                <a:avLst/>
              </a:prstGeom>
              <a:ln w="12700">
                <a:solidFill>
                  <a:schemeClr val="accent6">
                    <a:lumMod val="75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94" name="文本框 93">
            <a:extLst>
              <a:ext uri="{FF2B5EF4-FFF2-40B4-BE49-F238E27FC236}">
                <a16:creationId xmlns:a16="http://schemas.microsoft.com/office/drawing/2014/main" id="{CF5E9D7D-3B09-45C9-976E-E7A386A20C1B}"/>
              </a:ext>
            </a:extLst>
          </p:cNvPr>
          <p:cNvSpPr txBox="1"/>
          <p:nvPr/>
        </p:nvSpPr>
        <p:spPr>
          <a:xfrm>
            <a:off x="8084329" y="1041939"/>
            <a:ext cx="167526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分簇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RRT*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路径规划</a:t>
            </a:r>
          </a:p>
        </p:txBody>
      </p:sp>
      <p:sp>
        <p:nvSpPr>
          <p:cNvPr id="101" name="文本框 100">
            <a:extLst>
              <a:ext uri="{FF2B5EF4-FFF2-40B4-BE49-F238E27FC236}">
                <a16:creationId xmlns:a16="http://schemas.microsoft.com/office/drawing/2014/main" id="{E50E5049-91D4-4CD3-B9EA-07BC27DB645C}"/>
              </a:ext>
            </a:extLst>
          </p:cNvPr>
          <p:cNvSpPr txBox="1"/>
          <p:nvPr/>
        </p:nvSpPr>
        <p:spPr>
          <a:xfrm>
            <a:off x="8687594" y="1612107"/>
            <a:ext cx="133508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不满足</a:t>
            </a:r>
            <a:r>
              <a:rPr lang="en-US" altLang="zh-CN" sz="1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frechet</a:t>
            </a:r>
            <a:r>
              <a:rPr lang="zh-CN" altLang="en-US" sz="1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约束</a:t>
            </a:r>
            <a:endParaRPr lang="en-US" altLang="zh-CN" sz="1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1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重新规划</a:t>
            </a:r>
          </a:p>
        </p:txBody>
      </p:sp>
      <p:sp>
        <p:nvSpPr>
          <p:cNvPr id="102" name="文本框 101">
            <a:extLst>
              <a:ext uri="{FF2B5EF4-FFF2-40B4-BE49-F238E27FC236}">
                <a16:creationId xmlns:a16="http://schemas.microsoft.com/office/drawing/2014/main" id="{2EC0EFBB-7481-448B-8531-E3CDC0F88729}"/>
              </a:ext>
            </a:extLst>
          </p:cNvPr>
          <p:cNvSpPr txBox="1"/>
          <p:nvPr/>
        </p:nvSpPr>
        <p:spPr>
          <a:xfrm>
            <a:off x="9590881" y="2749550"/>
            <a:ext cx="114935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无需重规划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4" name="文本框 103">
                <a:extLst>
                  <a:ext uri="{FF2B5EF4-FFF2-40B4-BE49-F238E27FC236}">
                    <a16:creationId xmlns:a16="http://schemas.microsoft.com/office/drawing/2014/main" id="{26818623-D06E-42BF-9E0F-67216226424C}"/>
                  </a:ext>
                </a:extLst>
              </p:cNvPr>
              <p:cNvSpPr txBox="1"/>
              <p:nvPr/>
            </p:nvSpPr>
            <p:spPr>
              <a:xfrm>
                <a:off x="7620000" y="2606040"/>
                <a:ext cx="47884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04" name="文本框 103">
                <a:extLst>
                  <a:ext uri="{FF2B5EF4-FFF2-40B4-BE49-F238E27FC236}">
                    <a16:creationId xmlns:a16="http://schemas.microsoft.com/office/drawing/2014/main" id="{26818623-D06E-42BF-9E0F-67216226424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20000" y="2606040"/>
                <a:ext cx="478849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5" name="文本框 104">
                <a:extLst>
                  <a:ext uri="{FF2B5EF4-FFF2-40B4-BE49-F238E27FC236}">
                    <a16:creationId xmlns:a16="http://schemas.microsoft.com/office/drawing/2014/main" id="{FBF16F7B-1598-4143-9DE5-0D438228A5FF}"/>
                  </a:ext>
                </a:extLst>
              </p:cNvPr>
              <p:cNvSpPr txBox="1"/>
              <p:nvPr/>
            </p:nvSpPr>
            <p:spPr>
              <a:xfrm>
                <a:off x="9241154" y="2867977"/>
                <a:ext cx="47884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05" name="文本框 104">
                <a:extLst>
                  <a:ext uri="{FF2B5EF4-FFF2-40B4-BE49-F238E27FC236}">
                    <a16:creationId xmlns:a16="http://schemas.microsoft.com/office/drawing/2014/main" id="{FBF16F7B-1598-4143-9DE5-0D438228A5F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41154" y="2867977"/>
                <a:ext cx="478849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78" name="组合 277">
            <a:extLst>
              <a:ext uri="{FF2B5EF4-FFF2-40B4-BE49-F238E27FC236}">
                <a16:creationId xmlns:a16="http://schemas.microsoft.com/office/drawing/2014/main" id="{0B61966C-EE94-42CE-A008-22BEF9EF1A47}"/>
              </a:ext>
            </a:extLst>
          </p:cNvPr>
          <p:cNvGrpSpPr/>
          <p:nvPr/>
        </p:nvGrpSpPr>
        <p:grpSpPr>
          <a:xfrm>
            <a:off x="7623174" y="2362324"/>
            <a:ext cx="3460811" cy="3517617"/>
            <a:chOff x="7623174" y="2362324"/>
            <a:chExt cx="3460811" cy="3517617"/>
          </a:xfrm>
        </p:grpSpPr>
        <p:grpSp>
          <p:nvGrpSpPr>
            <p:cNvPr id="93" name="组合 92">
              <a:extLst>
                <a:ext uri="{FF2B5EF4-FFF2-40B4-BE49-F238E27FC236}">
                  <a16:creationId xmlns:a16="http://schemas.microsoft.com/office/drawing/2014/main" id="{0A4CF35D-AEF0-4037-804D-5585DF5F9329}"/>
                </a:ext>
              </a:extLst>
            </p:cNvPr>
            <p:cNvGrpSpPr/>
            <p:nvPr/>
          </p:nvGrpSpPr>
          <p:grpSpPr>
            <a:xfrm>
              <a:off x="7629525" y="2362324"/>
              <a:ext cx="3454460" cy="3508251"/>
              <a:chOff x="9448800" y="1371724"/>
              <a:chExt cx="3454460" cy="3508251"/>
            </a:xfrm>
          </p:grpSpPr>
          <p:grpSp>
            <p:nvGrpSpPr>
              <p:cNvPr id="116" name="组合 115">
                <a:extLst>
                  <a:ext uri="{FF2B5EF4-FFF2-40B4-BE49-F238E27FC236}">
                    <a16:creationId xmlns:a16="http://schemas.microsoft.com/office/drawing/2014/main" id="{2B31878B-3811-49CC-8634-C739682090BE}"/>
                  </a:ext>
                </a:extLst>
              </p:cNvPr>
              <p:cNvGrpSpPr/>
              <p:nvPr/>
            </p:nvGrpSpPr>
            <p:grpSpPr>
              <a:xfrm>
                <a:off x="9448800" y="3003550"/>
                <a:ext cx="2743200" cy="1876425"/>
                <a:chOff x="7479847" y="4095750"/>
                <a:chExt cx="2743200" cy="1876425"/>
              </a:xfrm>
            </p:grpSpPr>
            <p:sp>
              <p:nvSpPr>
                <p:cNvPr id="118" name="矩形 117">
                  <a:extLst>
                    <a:ext uri="{FF2B5EF4-FFF2-40B4-BE49-F238E27FC236}">
                      <a16:creationId xmlns:a16="http://schemas.microsoft.com/office/drawing/2014/main" id="{F295DE8D-0615-4F89-954A-585681E43CA5}"/>
                    </a:ext>
                  </a:extLst>
                </p:cNvPr>
                <p:cNvSpPr/>
                <p:nvPr/>
              </p:nvSpPr>
              <p:spPr>
                <a:xfrm>
                  <a:off x="7479847" y="4095750"/>
                  <a:ext cx="2743200" cy="1876425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>
                  <a:prstDash val="dash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119" name="矩形 118">
                  <a:extLst>
                    <a:ext uri="{FF2B5EF4-FFF2-40B4-BE49-F238E27FC236}">
                      <a16:creationId xmlns:a16="http://schemas.microsoft.com/office/drawing/2014/main" id="{6183E9FC-DFAE-448E-AC8C-EDE3832F71F5}"/>
                    </a:ext>
                  </a:extLst>
                </p:cNvPr>
                <p:cNvSpPr/>
                <p:nvPr/>
              </p:nvSpPr>
              <p:spPr>
                <a:xfrm>
                  <a:off x="9126220" y="5034280"/>
                  <a:ext cx="679450" cy="713740"/>
                </a:xfrm>
                <a:prstGeom prst="rect">
                  <a:avLst/>
                </a:prstGeom>
                <a:solidFill>
                  <a:schemeClr val="accent1">
                    <a:lumMod val="60000"/>
                    <a:lumOff val="40000"/>
                  </a:schemeClr>
                </a:solidFill>
                <a:ln>
                  <a:solidFill>
                    <a:schemeClr val="accent1">
                      <a:lumMod val="60000"/>
                      <a:lumOff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pic>
              <p:nvPicPr>
                <p:cNvPr id="120" name="图片 119">
                  <a:extLst>
                    <a:ext uri="{FF2B5EF4-FFF2-40B4-BE49-F238E27FC236}">
                      <a16:creationId xmlns:a16="http://schemas.microsoft.com/office/drawing/2014/main" id="{92DE6F5F-0DD2-4119-B894-8EF35E31187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5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7723683" y="5373685"/>
                  <a:ext cx="260463" cy="260463"/>
                </a:xfrm>
                <a:prstGeom prst="rect">
                  <a:avLst/>
                </a:prstGeom>
              </p:spPr>
            </p:pic>
            <p:pic>
              <p:nvPicPr>
                <p:cNvPr id="121" name="图片 120">
                  <a:extLst>
                    <a:ext uri="{FF2B5EF4-FFF2-40B4-BE49-F238E27FC236}">
                      <a16:creationId xmlns:a16="http://schemas.microsoft.com/office/drawing/2014/main" id="{5DB62CCC-0245-4067-B83D-0738F361532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5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7751309" y="4716624"/>
                  <a:ext cx="268397" cy="268397"/>
                </a:xfrm>
                <a:prstGeom prst="rect">
                  <a:avLst/>
                </a:prstGeom>
              </p:spPr>
            </p:pic>
            <p:pic>
              <p:nvPicPr>
                <p:cNvPr id="122" name="图片 121">
                  <a:extLst>
                    <a:ext uri="{FF2B5EF4-FFF2-40B4-BE49-F238E27FC236}">
                      <a16:creationId xmlns:a16="http://schemas.microsoft.com/office/drawing/2014/main" id="{32FBDCE0-1A87-4909-9660-0989777B66C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5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485797" y="5277122"/>
                  <a:ext cx="304800" cy="304800"/>
                </a:xfrm>
                <a:prstGeom prst="rect">
                  <a:avLst/>
                </a:prstGeom>
              </p:spPr>
            </p:pic>
            <p:cxnSp>
              <p:nvCxnSpPr>
                <p:cNvPr id="123" name="直接箭头连接符 122">
                  <a:extLst>
                    <a:ext uri="{FF2B5EF4-FFF2-40B4-BE49-F238E27FC236}">
                      <a16:creationId xmlns:a16="http://schemas.microsoft.com/office/drawing/2014/main" id="{4A751F47-6DA4-46B8-906D-ECC6EFD1607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8458200" y="5626100"/>
                  <a:ext cx="120650" cy="317500"/>
                </a:xfrm>
                <a:prstGeom prst="straightConnector1">
                  <a:avLst/>
                </a:prstGeom>
                <a:ln w="12700">
                  <a:solidFill>
                    <a:srgbClr val="C00000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4" name="直接箭头连接符 123">
                  <a:extLst>
                    <a:ext uri="{FF2B5EF4-FFF2-40B4-BE49-F238E27FC236}">
                      <a16:creationId xmlns:a16="http://schemas.microsoft.com/office/drawing/2014/main" id="{0233AF92-C266-4BA4-919B-1CC60218C7E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8039100" y="5016500"/>
                  <a:ext cx="453047" cy="298722"/>
                </a:xfrm>
                <a:prstGeom prst="straightConnector1">
                  <a:avLst/>
                </a:prstGeom>
                <a:ln w="12700">
                  <a:solidFill>
                    <a:srgbClr val="00B050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5" name="直接箭头连接符 124">
                  <a:extLst>
                    <a:ext uri="{FF2B5EF4-FFF2-40B4-BE49-F238E27FC236}">
                      <a16:creationId xmlns:a16="http://schemas.microsoft.com/office/drawing/2014/main" id="{E0C6A868-50FE-4C33-A3A1-B97E9B16E59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8064500" y="5473700"/>
                  <a:ext cx="361950" cy="0"/>
                </a:xfrm>
                <a:prstGeom prst="straightConnector1">
                  <a:avLst/>
                </a:prstGeom>
                <a:ln w="12700">
                  <a:solidFill>
                    <a:srgbClr val="C00000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6" name="直接箭头连接符 125">
                  <a:extLst>
                    <a:ext uri="{FF2B5EF4-FFF2-40B4-BE49-F238E27FC236}">
                      <a16:creationId xmlns:a16="http://schemas.microsoft.com/office/drawing/2014/main" id="{144E052B-3856-4F45-B0D7-CDAE8DC18451}"/>
                    </a:ext>
                  </a:extLst>
                </p:cNvPr>
                <p:cNvCxnSpPr>
                  <a:cxnSpLocks/>
                  <a:endCxn id="98" idx="1"/>
                </p:cNvCxnSpPr>
                <p:nvPr/>
              </p:nvCxnSpPr>
              <p:spPr>
                <a:xfrm>
                  <a:off x="8744291" y="5588000"/>
                  <a:ext cx="309562" cy="270431"/>
                </a:xfrm>
                <a:prstGeom prst="straightConnector1">
                  <a:avLst/>
                </a:prstGeom>
                <a:ln w="12700">
                  <a:solidFill>
                    <a:srgbClr val="00B050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117" name="弧形 116">
                <a:extLst>
                  <a:ext uri="{FF2B5EF4-FFF2-40B4-BE49-F238E27FC236}">
                    <a16:creationId xmlns:a16="http://schemas.microsoft.com/office/drawing/2014/main" id="{565F57B7-4BBC-4659-A126-FA4D6AEA8FC5}"/>
                  </a:ext>
                </a:extLst>
              </p:cNvPr>
              <p:cNvSpPr/>
              <p:nvPr/>
            </p:nvSpPr>
            <p:spPr>
              <a:xfrm rot="10598637">
                <a:off x="9962226" y="1371724"/>
                <a:ext cx="2941034" cy="2863850"/>
              </a:xfrm>
              <a:prstGeom prst="arc">
                <a:avLst>
                  <a:gd name="adj1" fmla="val 14444823"/>
                  <a:gd name="adj2" fmla="val 21386217"/>
                </a:avLst>
              </a:prstGeom>
              <a:ln w="12700">
                <a:solidFill>
                  <a:srgbClr val="C00000"/>
                </a:solidFill>
                <a:prstDash val="lg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</p:grpSp>
        <p:sp>
          <p:nvSpPr>
            <p:cNvPr id="95" name="文本框 94">
              <a:extLst>
                <a:ext uri="{FF2B5EF4-FFF2-40B4-BE49-F238E27FC236}">
                  <a16:creationId xmlns:a16="http://schemas.microsoft.com/office/drawing/2014/main" id="{B11A3B0B-5DF5-40EB-9870-6F7A31BE0F07}"/>
                </a:ext>
              </a:extLst>
            </p:cNvPr>
            <p:cNvSpPr txBox="1"/>
            <p:nvPr/>
          </p:nvSpPr>
          <p:spPr>
            <a:xfrm>
              <a:off x="8096046" y="3622407"/>
              <a:ext cx="1694695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MST-APF</a:t>
              </a:r>
              <a:r>
                <a:rPr lang="zh-CN" altLang="en-US" sz="1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单步规划</a:t>
              </a:r>
            </a:p>
          </p:txBody>
        </p:sp>
        <p:sp>
          <p:nvSpPr>
            <p:cNvPr id="96" name="文本框 95">
              <a:extLst>
                <a:ext uri="{FF2B5EF4-FFF2-40B4-BE49-F238E27FC236}">
                  <a16:creationId xmlns:a16="http://schemas.microsoft.com/office/drawing/2014/main" id="{792AD301-733E-4772-90C7-7445192A1680}"/>
                </a:ext>
              </a:extLst>
            </p:cNvPr>
            <p:cNvSpPr txBox="1"/>
            <p:nvPr/>
          </p:nvSpPr>
          <p:spPr>
            <a:xfrm>
              <a:off x="8134350" y="5454650"/>
              <a:ext cx="441146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斥力</a:t>
              </a:r>
            </a:p>
          </p:txBody>
        </p:sp>
        <p:sp>
          <p:nvSpPr>
            <p:cNvPr id="97" name="文本框 96">
              <a:extLst>
                <a:ext uri="{FF2B5EF4-FFF2-40B4-BE49-F238E27FC236}">
                  <a16:creationId xmlns:a16="http://schemas.microsoft.com/office/drawing/2014/main" id="{EF23D4E8-245B-4EB7-8257-1518C1AD1FD1}"/>
                </a:ext>
              </a:extLst>
            </p:cNvPr>
            <p:cNvSpPr txBox="1"/>
            <p:nvPr/>
          </p:nvSpPr>
          <p:spPr>
            <a:xfrm>
              <a:off x="7623174" y="5140166"/>
              <a:ext cx="1185069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MST</a:t>
              </a:r>
              <a:r>
                <a:rPr lang="zh-CN" altLang="en-US" sz="1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通信保持力</a:t>
              </a:r>
            </a:p>
          </p:txBody>
        </p:sp>
        <p:sp>
          <p:nvSpPr>
            <p:cNvPr id="98" name="文本框 97">
              <a:extLst>
                <a:ext uri="{FF2B5EF4-FFF2-40B4-BE49-F238E27FC236}">
                  <a16:creationId xmlns:a16="http://schemas.microsoft.com/office/drawing/2014/main" id="{F8B50573-1A1B-4349-BFAA-A82350D8C1B4}"/>
                </a:ext>
              </a:extLst>
            </p:cNvPr>
            <p:cNvSpPr txBox="1"/>
            <p:nvPr/>
          </p:nvSpPr>
          <p:spPr>
            <a:xfrm>
              <a:off x="9203531" y="5633720"/>
              <a:ext cx="876667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目标吸引力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6" name="文本框 105">
                  <a:extLst>
                    <a:ext uri="{FF2B5EF4-FFF2-40B4-BE49-F238E27FC236}">
                      <a16:creationId xmlns:a16="http://schemas.microsoft.com/office/drawing/2014/main" id="{7B3CD7B4-53CD-44EA-8C13-43E539C8091C}"/>
                    </a:ext>
                  </a:extLst>
                </p:cNvPr>
                <p:cNvSpPr txBox="1"/>
                <p:nvPr/>
              </p:nvSpPr>
              <p:spPr>
                <a:xfrm>
                  <a:off x="8823960" y="5105400"/>
                  <a:ext cx="396240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106" name="文本框 105">
                  <a:extLst>
                    <a:ext uri="{FF2B5EF4-FFF2-40B4-BE49-F238E27FC236}">
                      <a16:creationId xmlns:a16="http://schemas.microsoft.com/office/drawing/2014/main" id="{7B3CD7B4-53CD-44EA-8C13-43E539C8091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823960" y="5105400"/>
                  <a:ext cx="396240" cy="369332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7" name="文本框 106">
                  <a:extLst>
                    <a:ext uri="{FF2B5EF4-FFF2-40B4-BE49-F238E27FC236}">
                      <a16:creationId xmlns:a16="http://schemas.microsoft.com/office/drawing/2014/main" id="{39C8FDF7-C3AA-4E1E-A90F-D223F0622302}"/>
                    </a:ext>
                  </a:extLst>
                </p:cNvPr>
                <p:cNvSpPr txBox="1"/>
                <p:nvPr/>
              </p:nvSpPr>
              <p:spPr>
                <a:xfrm>
                  <a:off x="7627620" y="5471160"/>
                  <a:ext cx="396240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107" name="文本框 106">
                  <a:extLst>
                    <a:ext uri="{FF2B5EF4-FFF2-40B4-BE49-F238E27FC236}">
                      <a16:creationId xmlns:a16="http://schemas.microsoft.com/office/drawing/2014/main" id="{39C8FDF7-C3AA-4E1E-A90F-D223F062230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627620" y="5471160"/>
                  <a:ext cx="396240" cy="369332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11" name="文本框 110">
                <a:extLst>
                  <a:ext uri="{FF2B5EF4-FFF2-40B4-BE49-F238E27FC236}">
                    <a16:creationId xmlns:a16="http://schemas.microsoft.com/office/drawing/2014/main" id="{2999F3FB-3FCE-465F-B63C-C6BF1CEB9E0A}"/>
                  </a:ext>
                </a:extLst>
              </p:cNvPr>
              <p:cNvSpPr txBox="1"/>
              <p:nvPr/>
            </p:nvSpPr>
            <p:spPr>
              <a:xfrm>
                <a:off x="7596752" y="1714887"/>
                <a:ext cx="47352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11" name="文本框 110">
                <a:extLst>
                  <a:ext uri="{FF2B5EF4-FFF2-40B4-BE49-F238E27FC236}">
                    <a16:creationId xmlns:a16="http://schemas.microsoft.com/office/drawing/2014/main" id="{2999F3FB-3FCE-465F-B63C-C6BF1CEB9E0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96752" y="1714887"/>
                <a:ext cx="473528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2" name="文本框 111">
                <a:extLst>
                  <a:ext uri="{FF2B5EF4-FFF2-40B4-BE49-F238E27FC236}">
                    <a16:creationId xmlns:a16="http://schemas.microsoft.com/office/drawing/2014/main" id="{9B449A0F-38EA-4744-87F4-948C3F8E1F5B}"/>
                  </a:ext>
                </a:extLst>
              </p:cNvPr>
              <p:cNvSpPr txBox="1"/>
              <p:nvPr/>
            </p:nvSpPr>
            <p:spPr>
              <a:xfrm>
                <a:off x="8338855" y="2629288"/>
                <a:ext cx="47884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12" name="文本框 111">
                <a:extLst>
                  <a:ext uri="{FF2B5EF4-FFF2-40B4-BE49-F238E27FC236}">
                    <a16:creationId xmlns:a16="http://schemas.microsoft.com/office/drawing/2014/main" id="{9B449A0F-38EA-4744-87F4-948C3F8E1F5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38855" y="2629288"/>
                <a:ext cx="478849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79" name="组合 278">
            <a:extLst>
              <a:ext uri="{FF2B5EF4-FFF2-40B4-BE49-F238E27FC236}">
                <a16:creationId xmlns:a16="http://schemas.microsoft.com/office/drawing/2014/main" id="{080FB40E-F7AB-4971-A33B-D7C0A2D311FF}"/>
              </a:ext>
            </a:extLst>
          </p:cNvPr>
          <p:cNvGrpSpPr/>
          <p:nvPr/>
        </p:nvGrpSpPr>
        <p:grpSpPr>
          <a:xfrm>
            <a:off x="1006494" y="1117480"/>
            <a:ext cx="6433435" cy="4763626"/>
            <a:chOff x="1006494" y="1117480"/>
            <a:chExt cx="6433435" cy="4763626"/>
          </a:xfrm>
        </p:grpSpPr>
        <p:sp>
          <p:nvSpPr>
            <p:cNvPr id="6" name="平行四边形 5">
              <a:extLst>
                <a:ext uri="{FF2B5EF4-FFF2-40B4-BE49-F238E27FC236}">
                  <a16:creationId xmlns:a16="http://schemas.microsoft.com/office/drawing/2014/main" id="{5350794B-70B6-449C-9915-48D754AAEA48}"/>
                </a:ext>
              </a:extLst>
            </p:cNvPr>
            <p:cNvSpPr/>
            <p:nvPr/>
          </p:nvSpPr>
          <p:spPr>
            <a:xfrm>
              <a:off x="1129872" y="3569378"/>
              <a:ext cx="6310057" cy="2289489"/>
            </a:xfrm>
            <a:prstGeom prst="parallelogram">
              <a:avLst>
                <a:gd name="adj" fmla="val 88013"/>
              </a:avLst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accent6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" name="立方体 6">
              <a:extLst>
                <a:ext uri="{FF2B5EF4-FFF2-40B4-BE49-F238E27FC236}">
                  <a16:creationId xmlns:a16="http://schemas.microsoft.com/office/drawing/2014/main" id="{F434B6C9-261E-45D8-BEB7-FD7426ABC67F}"/>
                </a:ext>
              </a:extLst>
            </p:cNvPr>
            <p:cNvSpPr/>
            <p:nvPr/>
          </p:nvSpPr>
          <p:spPr>
            <a:xfrm>
              <a:off x="2577265" y="4158890"/>
              <a:ext cx="481630" cy="566997"/>
            </a:xfrm>
            <a:prstGeom prst="cube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accent1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平行四边形 9">
              <a:extLst>
                <a:ext uri="{FF2B5EF4-FFF2-40B4-BE49-F238E27FC236}">
                  <a16:creationId xmlns:a16="http://schemas.microsoft.com/office/drawing/2014/main" id="{AB40AFDF-FEE6-4134-8205-4ADD45EF6A71}"/>
                </a:ext>
              </a:extLst>
            </p:cNvPr>
            <p:cNvSpPr/>
            <p:nvPr/>
          </p:nvSpPr>
          <p:spPr>
            <a:xfrm>
              <a:off x="1006494" y="1117480"/>
              <a:ext cx="6310057" cy="2289489"/>
            </a:xfrm>
            <a:prstGeom prst="parallelogram">
              <a:avLst>
                <a:gd name="adj" fmla="val 88318"/>
              </a:avLst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chemeClr val="accent4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立方体 11">
              <a:extLst>
                <a:ext uri="{FF2B5EF4-FFF2-40B4-BE49-F238E27FC236}">
                  <a16:creationId xmlns:a16="http://schemas.microsoft.com/office/drawing/2014/main" id="{A4C63F6C-D8A0-44C7-A9FE-6EB566D48BBE}"/>
                </a:ext>
              </a:extLst>
            </p:cNvPr>
            <p:cNvSpPr/>
            <p:nvPr/>
          </p:nvSpPr>
          <p:spPr>
            <a:xfrm>
              <a:off x="4934636" y="3502617"/>
              <a:ext cx="308730" cy="505595"/>
            </a:xfrm>
            <a:prstGeom prst="cube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accent1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14" name="图片 13">
              <a:extLst>
                <a:ext uri="{FF2B5EF4-FFF2-40B4-BE49-F238E27FC236}">
                  <a16:creationId xmlns:a16="http://schemas.microsoft.com/office/drawing/2014/main" id="{898EA2E4-047E-49B1-B9B6-C74D07032AAD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299791" y="4195595"/>
              <a:ext cx="395832" cy="395832"/>
            </a:xfrm>
            <a:prstGeom prst="rect">
              <a:avLst/>
            </a:prstGeom>
          </p:spPr>
        </p:pic>
        <p:pic>
          <p:nvPicPr>
            <p:cNvPr id="15" name="图片 14">
              <a:extLst>
                <a:ext uri="{FF2B5EF4-FFF2-40B4-BE49-F238E27FC236}">
                  <a16:creationId xmlns:a16="http://schemas.microsoft.com/office/drawing/2014/main" id="{E168C0B7-FC32-430C-AA91-EE94D5DF1E8B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526891" y="3605021"/>
              <a:ext cx="298111" cy="298111"/>
            </a:xfrm>
            <a:prstGeom prst="rect">
              <a:avLst/>
            </a:prstGeom>
          </p:spPr>
        </p:pic>
        <p:pic>
          <p:nvPicPr>
            <p:cNvPr id="16" name="图片 15">
              <a:extLst>
                <a:ext uri="{FF2B5EF4-FFF2-40B4-BE49-F238E27FC236}">
                  <a16:creationId xmlns:a16="http://schemas.microsoft.com/office/drawing/2014/main" id="{792A7A0A-1A51-4244-8DD8-1ED52EEC295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749358" y="2486861"/>
              <a:ext cx="304800" cy="304800"/>
            </a:xfrm>
            <a:prstGeom prst="rect">
              <a:avLst/>
            </a:prstGeom>
          </p:spPr>
        </p:pic>
        <p:pic>
          <p:nvPicPr>
            <p:cNvPr id="18" name="图片 17">
              <a:extLst>
                <a:ext uri="{FF2B5EF4-FFF2-40B4-BE49-F238E27FC236}">
                  <a16:creationId xmlns:a16="http://schemas.microsoft.com/office/drawing/2014/main" id="{788ED2AE-053E-4C73-BF1F-63FC189C5D93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248673" y="2142739"/>
              <a:ext cx="304800" cy="304800"/>
            </a:xfrm>
            <a:prstGeom prst="rect">
              <a:avLst/>
            </a:prstGeom>
          </p:spPr>
        </p:pic>
        <p:pic>
          <p:nvPicPr>
            <p:cNvPr id="19" name="图片 18">
              <a:extLst>
                <a:ext uri="{FF2B5EF4-FFF2-40B4-BE49-F238E27FC236}">
                  <a16:creationId xmlns:a16="http://schemas.microsoft.com/office/drawing/2014/main" id="{78E89842-792F-4D88-9AFC-143A74D2C52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522012" y="3015534"/>
              <a:ext cx="304800" cy="304800"/>
            </a:xfrm>
            <a:prstGeom prst="rect">
              <a:avLst/>
            </a:prstGeom>
          </p:spPr>
        </p:pic>
        <p:sp>
          <p:nvSpPr>
            <p:cNvPr id="31" name="椭圆 30">
              <a:extLst>
                <a:ext uri="{FF2B5EF4-FFF2-40B4-BE49-F238E27FC236}">
                  <a16:creationId xmlns:a16="http://schemas.microsoft.com/office/drawing/2014/main" id="{8E0E4418-D000-4A7D-8789-7054444A8D61}"/>
                </a:ext>
              </a:extLst>
            </p:cNvPr>
            <p:cNvSpPr/>
            <p:nvPr/>
          </p:nvSpPr>
          <p:spPr>
            <a:xfrm rot="21014316">
              <a:off x="3339600" y="3745339"/>
              <a:ext cx="2249504" cy="1412781"/>
            </a:xfrm>
            <a:prstGeom prst="ellipse">
              <a:avLst/>
            </a:prstGeom>
            <a:noFill/>
            <a:ln>
              <a:solidFill>
                <a:srgbClr val="C00000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3" name="立方体 32">
              <a:extLst>
                <a:ext uri="{FF2B5EF4-FFF2-40B4-BE49-F238E27FC236}">
                  <a16:creationId xmlns:a16="http://schemas.microsoft.com/office/drawing/2014/main" id="{D0F841B0-AA9A-430D-8B61-747A78A50F6F}"/>
                </a:ext>
              </a:extLst>
            </p:cNvPr>
            <p:cNvSpPr/>
            <p:nvPr/>
          </p:nvSpPr>
          <p:spPr>
            <a:xfrm>
              <a:off x="4067992" y="4762499"/>
              <a:ext cx="348226" cy="551873"/>
            </a:xfrm>
            <a:prstGeom prst="cube">
              <a:avLst>
                <a:gd name="adj" fmla="val 23586"/>
              </a:avLst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accent1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4" name="平行四边形 33">
              <a:extLst>
                <a:ext uri="{FF2B5EF4-FFF2-40B4-BE49-F238E27FC236}">
                  <a16:creationId xmlns:a16="http://schemas.microsoft.com/office/drawing/2014/main" id="{9A0E100C-6CB1-41B3-83F5-F66F6B75E9B4}"/>
                </a:ext>
              </a:extLst>
            </p:cNvPr>
            <p:cNvSpPr/>
            <p:nvPr/>
          </p:nvSpPr>
          <p:spPr>
            <a:xfrm>
              <a:off x="2993572" y="3161143"/>
              <a:ext cx="525780" cy="251460"/>
            </a:xfrm>
            <a:prstGeom prst="parallelogram">
              <a:avLst>
                <a:gd name="adj" fmla="val 73160"/>
              </a:avLst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accent1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5" name="平行四边形 34">
              <a:extLst>
                <a:ext uri="{FF2B5EF4-FFF2-40B4-BE49-F238E27FC236}">
                  <a16:creationId xmlns:a16="http://schemas.microsoft.com/office/drawing/2014/main" id="{06AE12CA-2A48-4F56-B0C1-7FDC22D3B76C}"/>
                </a:ext>
              </a:extLst>
            </p:cNvPr>
            <p:cNvSpPr/>
            <p:nvPr/>
          </p:nvSpPr>
          <p:spPr>
            <a:xfrm>
              <a:off x="4890952" y="2902063"/>
              <a:ext cx="510540" cy="236220"/>
            </a:xfrm>
            <a:prstGeom prst="parallelogram">
              <a:avLst>
                <a:gd name="adj" fmla="val 75724"/>
              </a:avLst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accent1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6" name="平行四边形 35">
              <a:extLst>
                <a:ext uri="{FF2B5EF4-FFF2-40B4-BE49-F238E27FC236}">
                  <a16:creationId xmlns:a16="http://schemas.microsoft.com/office/drawing/2014/main" id="{6291A75C-1144-4300-8426-24F2D516B1A7}"/>
                </a:ext>
              </a:extLst>
            </p:cNvPr>
            <p:cNvSpPr/>
            <p:nvPr/>
          </p:nvSpPr>
          <p:spPr>
            <a:xfrm>
              <a:off x="2315392" y="1903843"/>
              <a:ext cx="373380" cy="205740"/>
            </a:xfrm>
            <a:prstGeom prst="parallelogram">
              <a:avLst>
                <a:gd name="adj" fmla="val 75958"/>
              </a:avLst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accent1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7" name="平行四边形 36">
              <a:extLst>
                <a:ext uri="{FF2B5EF4-FFF2-40B4-BE49-F238E27FC236}">
                  <a16:creationId xmlns:a16="http://schemas.microsoft.com/office/drawing/2014/main" id="{64518FB9-B66F-4A28-8F40-18BAA1C4E4EC}"/>
                </a:ext>
              </a:extLst>
            </p:cNvPr>
            <p:cNvSpPr/>
            <p:nvPr/>
          </p:nvSpPr>
          <p:spPr>
            <a:xfrm>
              <a:off x="5809162" y="2086723"/>
              <a:ext cx="632460" cy="251460"/>
            </a:xfrm>
            <a:prstGeom prst="parallelogram">
              <a:avLst>
                <a:gd name="adj" fmla="val 87845"/>
              </a:avLst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accent1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8" name="平行四边形 37">
              <a:extLst>
                <a:ext uri="{FF2B5EF4-FFF2-40B4-BE49-F238E27FC236}">
                  <a16:creationId xmlns:a16="http://schemas.microsoft.com/office/drawing/2014/main" id="{C91C7023-F1C9-492E-BC80-840C814E986F}"/>
                </a:ext>
              </a:extLst>
            </p:cNvPr>
            <p:cNvSpPr/>
            <p:nvPr/>
          </p:nvSpPr>
          <p:spPr>
            <a:xfrm>
              <a:off x="3328852" y="1560943"/>
              <a:ext cx="464820" cy="251460"/>
            </a:xfrm>
            <a:prstGeom prst="parallelogram">
              <a:avLst>
                <a:gd name="adj" fmla="val 65468"/>
              </a:avLst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accent1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9" name="平行四边形 38">
              <a:extLst>
                <a:ext uri="{FF2B5EF4-FFF2-40B4-BE49-F238E27FC236}">
                  <a16:creationId xmlns:a16="http://schemas.microsoft.com/office/drawing/2014/main" id="{F990A50D-7E85-403F-8C9B-7E414E750C68}"/>
                </a:ext>
              </a:extLst>
            </p:cNvPr>
            <p:cNvSpPr/>
            <p:nvPr/>
          </p:nvSpPr>
          <p:spPr>
            <a:xfrm>
              <a:off x="4723312" y="1408543"/>
              <a:ext cx="236220" cy="137160"/>
            </a:xfrm>
            <a:prstGeom prst="parallelogram">
              <a:avLst>
                <a:gd name="adj" fmla="val 70516"/>
              </a:avLst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accent1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0" name="椭圆 39">
              <a:extLst>
                <a:ext uri="{FF2B5EF4-FFF2-40B4-BE49-F238E27FC236}">
                  <a16:creationId xmlns:a16="http://schemas.microsoft.com/office/drawing/2014/main" id="{636518C8-B957-4AC6-95F1-116595CAF6D5}"/>
                </a:ext>
              </a:extLst>
            </p:cNvPr>
            <p:cNvSpPr/>
            <p:nvPr/>
          </p:nvSpPr>
          <p:spPr>
            <a:xfrm rot="21014316">
              <a:off x="3203060" y="1675572"/>
              <a:ext cx="1790162" cy="1095951"/>
            </a:xfrm>
            <a:prstGeom prst="ellipse">
              <a:avLst/>
            </a:prstGeom>
            <a:noFill/>
            <a:ln>
              <a:solidFill>
                <a:srgbClr val="C00000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1" name="等腰三角形 40">
              <a:extLst>
                <a:ext uri="{FF2B5EF4-FFF2-40B4-BE49-F238E27FC236}">
                  <a16:creationId xmlns:a16="http://schemas.microsoft.com/office/drawing/2014/main" id="{155B7A22-D5C1-47F3-B63C-083D24D4A505}"/>
                </a:ext>
              </a:extLst>
            </p:cNvPr>
            <p:cNvSpPr/>
            <p:nvPr/>
          </p:nvSpPr>
          <p:spPr>
            <a:xfrm>
              <a:off x="4045132" y="2162923"/>
              <a:ext cx="99060" cy="99060"/>
            </a:xfrm>
            <a:prstGeom prst="triangle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2" name="等腰三角形 41">
              <a:extLst>
                <a:ext uri="{FF2B5EF4-FFF2-40B4-BE49-F238E27FC236}">
                  <a16:creationId xmlns:a16="http://schemas.microsoft.com/office/drawing/2014/main" id="{85CD51E6-70C1-4435-A465-0B7EEFE76E1B}"/>
                </a:ext>
              </a:extLst>
            </p:cNvPr>
            <p:cNvSpPr/>
            <p:nvPr/>
          </p:nvSpPr>
          <p:spPr>
            <a:xfrm>
              <a:off x="6811192" y="1237093"/>
              <a:ext cx="99060" cy="99060"/>
            </a:xfrm>
            <a:prstGeom prst="triangle">
              <a:avLst/>
            </a:prstGeom>
            <a:solidFill>
              <a:srgbClr val="92D050"/>
            </a:solidFill>
            <a:ln>
              <a:solidFill>
                <a:srgbClr val="92D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3" name="平行四边形 42">
              <a:extLst>
                <a:ext uri="{FF2B5EF4-FFF2-40B4-BE49-F238E27FC236}">
                  <a16:creationId xmlns:a16="http://schemas.microsoft.com/office/drawing/2014/main" id="{EF73436D-CF1B-4113-8CA3-03F4C22BFFF6}"/>
                </a:ext>
              </a:extLst>
            </p:cNvPr>
            <p:cNvSpPr/>
            <p:nvPr/>
          </p:nvSpPr>
          <p:spPr>
            <a:xfrm>
              <a:off x="3869872" y="2566783"/>
              <a:ext cx="388620" cy="220980"/>
            </a:xfrm>
            <a:prstGeom prst="parallelogram">
              <a:avLst>
                <a:gd name="adj" fmla="val 55212"/>
              </a:avLst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accent1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45" name="直接连接符 44">
              <a:extLst>
                <a:ext uri="{FF2B5EF4-FFF2-40B4-BE49-F238E27FC236}">
                  <a16:creationId xmlns:a16="http://schemas.microsoft.com/office/drawing/2014/main" id="{20A36AC5-68DB-4736-9F57-568E9675F92C}"/>
                </a:ext>
              </a:extLst>
            </p:cNvPr>
            <p:cNvCxnSpPr>
              <a:cxnSpLocks/>
              <a:stCxn id="21" idx="2"/>
              <a:endCxn id="25" idx="0"/>
            </p:cNvCxnSpPr>
            <p:nvPr/>
          </p:nvCxnSpPr>
          <p:spPr>
            <a:xfrm>
              <a:off x="2529957" y="3246810"/>
              <a:ext cx="478392" cy="2210191"/>
            </a:xfrm>
            <a:prstGeom prst="line">
              <a:avLst/>
            </a:prstGeom>
            <a:ln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直接连接符 45">
              <a:extLst>
                <a:ext uri="{FF2B5EF4-FFF2-40B4-BE49-F238E27FC236}">
                  <a16:creationId xmlns:a16="http://schemas.microsoft.com/office/drawing/2014/main" id="{D9033683-E692-45DD-B42D-2117D013FD84}"/>
                </a:ext>
              </a:extLst>
            </p:cNvPr>
            <p:cNvCxnSpPr>
              <a:cxnSpLocks/>
              <a:stCxn id="19" idx="2"/>
              <a:endCxn id="9" idx="4"/>
            </p:cNvCxnSpPr>
            <p:nvPr/>
          </p:nvCxnSpPr>
          <p:spPr>
            <a:xfrm flipH="1">
              <a:off x="1415332" y="3320334"/>
              <a:ext cx="259080" cy="2311461"/>
            </a:xfrm>
            <a:prstGeom prst="line">
              <a:avLst/>
            </a:prstGeom>
            <a:ln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直接连接符 47">
              <a:extLst>
                <a:ext uri="{FF2B5EF4-FFF2-40B4-BE49-F238E27FC236}">
                  <a16:creationId xmlns:a16="http://schemas.microsoft.com/office/drawing/2014/main" id="{D06389BF-D915-4F81-9809-354F5698414C}"/>
                </a:ext>
              </a:extLst>
            </p:cNvPr>
            <p:cNvCxnSpPr>
              <a:cxnSpLocks/>
              <a:stCxn id="16" idx="2"/>
              <a:endCxn id="8" idx="4"/>
            </p:cNvCxnSpPr>
            <p:nvPr/>
          </p:nvCxnSpPr>
          <p:spPr>
            <a:xfrm flipH="1">
              <a:off x="1543482" y="2791661"/>
              <a:ext cx="358276" cy="2379371"/>
            </a:xfrm>
            <a:prstGeom prst="line">
              <a:avLst/>
            </a:prstGeom>
            <a:ln>
              <a:solidFill>
                <a:schemeClr val="accent3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直接连接符 48">
              <a:extLst>
                <a:ext uri="{FF2B5EF4-FFF2-40B4-BE49-F238E27FC236}">
                  <a16:creationId xmlns:a16="http://schemas.microsoft.com/office/drawing/2014/main" id="{6DD4395F-8E63-46F0-9EE7-1E2EB2A65A99}"/>
                </a:ext>
              </a:extLst>
            </p:cNvPr>
            <p:cNvCxnSpPr>
              <a:cxnSpLocks/>
              <a:stCxn id="16" idx="2"/>
              <a:endCxn id="8" idx="0"/>
            </p:cNvCxnSpPr>
            <p:nvPr/>
          </p:nvCxnSpPr>
          <p:spPr>
            <a:xfrm>
              <a:off x="1901758" y="2791661"/>
              <a:ext cx="326285" cy="2326767"/>
            </a:xfrm>
            <a:prstGeom prst="line">
              <a:avLst/>
            </a:prstGeom>
            <a:ln>
              <a:solidFill>
                <a:schemeClr val="accent3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直接连接符 49">
              <a:extLst>
                <a:ext uri="{FF2B5EF4-FFF2-40B4-BE49-F238E27FC236}">
                  <a16:creationId xmlns:a16="http://schemas.microsoft.com/office/drawing/2014/main" id="{05EDE404-D54B-43A8-8727-E26C2D18CAA8}"/>
                </a:ext>
              </a:extLst>
            </p:cNvPr>
            <p:cNvCxnSpPr>
              <a:cxnSpLocks/>
              <a:stCxn id="18" idx="2"/>
              <a:endCxn id="11" idx="4"/>
            </p:cNvCxnSpPr>
            <p:nvPr/>
          </p:nvCxnSpPr>
          <p:spPr>
            <a:xfrm flipH="1">
              <a:off x="2150023" y="2447539"/>
              <a:ext cx="251050" cy="2362731"/>
            </a:xfrm>
            <a:prstGeom prst="line">
              <a:avLst/>
            </a:prstGeom>
            <a:ln>
              <a:solidFill>
                <a:schemeClr val="accent3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直接连接符 50">
              <a:extLst>
                <a:ext uri="{FF2B5EF4-FFF2-40B4-BE49-F238E27FC236}">
                  <a16:creationId xmlns:a16="http://schemas.microsoft.com/office/drawing/2014/main" id="{4784E249-C408-41B4-AD32-08CC687C6EF0}"/>
                </a:ext>
              </a:extLst>
            </p:cNvPr>
            <p:cNvCxnSpPr>
              <a:cxnSpLocks/>
              <a:stCxn id="18" idx="2"/>
              <a:endCxn id="11" idx="0"/>
            </p:cNvCxnSpPr>
            <p:nvPr/>
          </p:nvCxnSpPr>
          <p:spPr>
            <a:xfrm>
              <a:off x="2401073" y="2447539"/>
              <a:ext cx="433893" cy="2315375"/>
            </a:xfrm>
            <a:prstGeom prst="line">
              <a:avLst/>
            </a:prstGeom>
            <a:ln>
              <a:solidFill>
                <a:schemeClr val="accent3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2" name="星形: 五角 51">
              <a:extLst>
                <a:ext uri="{FF2B5EF4-FFF2-40B4-BE49-F238E27FC236}">
                  <a16:creationId xmlns:a16="http://schemas.microsoft.com/office/drawing/2014/main" id="{1E39D3C8-6E31-469B-9F38-AD8BB0EE584B}"/>
                </a:ext>
              </a:extLst>
            </p:cNvPr>
            <p:cNvSpPr/>
            <p:nvPr/>
          </p:nvSpPr>
          <p:spPr>
            <a:xfrm rot="20997962">
              <a:off x="3267892" y="2947782"/>
              <a:ext cx="137160" cy="137160"/>
            </a:xfrm>
            <a:prstGeom prst="star5">
              <a:avLst/>
            </a:prstGeom>
            <a:solidFill>
              <a:schemeClr val="accent6">
                <a:lumMod val="75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3" name="星形: 五角 52">
              <a:extLst>
                <a:ext uri="{FF2B5EF4-FFF2-40B4-BE49-F238E27FC236}">
                  <a16:creationId xmlns:a16="http://schemas.microsoft.com/office/drawing/2014/main" id="{25199169-04F6-426A-8DB4-DB3978E4434A}"/>
                </a:ext>
              </a:extLst>
            </p:cNvPr>
            <p:cNvSpPr/>
            <p:nvPr/>
          </p:nvSpPr>
          <p:spPr>
            <a:xfrm rot="1976744">
              <a:off x="4444707" y="3115423"/>
              <a:ext cx="137160" cy="137160"/>
            </a:xfrm>
            <a:prstGeom prst="star5">
              <a:avLst/>
            </a:prstGeom>
            <a:solidFill>
              <a:schemeClr val="accent6">
                <a:lumMod val="75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4" name="星形: 五角 53">
              <a:extLst>
                <a:ext uri="{FF2B5EF4-FFF2-40B4-BE49-F238E27FC236}">
                  <a16:creationId xmlns:a16="http://schemas.microsoft.com/office/drawing/2014/main" id="{80CE1F68-5A46-4996-A0A5-FA278A24C986}"/>
                </a:ext>
              </a:extLst>
            </p:cNvPr>
            <p:cNvSpPr/>
            <p:nvPr/>
          </p:nvSpPr>
          <p:spPr>
            <a:xfrm>
              <a:off x="5332912" y="2429623"/>
              <a:ext cx="137160" cy="137160"/>
            </a:xfrm>
            <a:prstGeom prst="star5">
              <a:avLst/>
            </a:prstGeom>
            <a:solidFill>
              <a:schemeClr val="accent6">
                <a:lumMod val="75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5" name="星形: 五角 54">
              <a:extLst>
                <a:ext uri="{FF2B5EF4-FFF2-40B4-BE49-F238E27FC236}">
                  <a16:creationId xmlns:a16="http://schemas.microsoft.com/office/drawing/2014/main" id="{64F9C698-55EC-495A-AFF4-8DAD4926FB78}"/>
                </a:ext>
              </a:extLst>
            </p:cNvPr>
            <p:cNvSpPr/>
            <p:nvPr/>
          </p:nvSpPr>
          <p:spPr>
            <a:xfrm>
              <a:off x="5835832" y="1789543"/>
              <a:ext cx="137160" cy="137160"/>
            </a:xfrm>
            <a:prstGeom prst="star5">
              <a:avLst/>
            </a:prstGeom>
            <a:solidFill>
              <a:schemeClr val="accent6">
                <a:lumMod val="75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6" name="星形: 五角 55">
              <a:extLst>
                <a:ext uri="{FF2B5EF4-FFF2-40B4-BE49-F238E27FC236}">
                  <a16:creationId xmlns:a16="http://schemas.microsoft.com/office/drawing/2014/main" id="{36853B56-D616-45A9-A609-CF86332E93A2}"/>
                </a:ext>
              </a:extLst>
            </p:cNvPr>
            <p:cNvSpPr/>
            <p:nvPr/>
          </p:nvSpPr>
          <p:spPr>
            <a:xfrm rot="1548584">
              <a:off x="2963092" y="2749663"/>
              <a:ext cx="137160" cy="137160"/>
            </a:xfrm>
            <a:prstGeom prst="star5">
              <a:avLst/>
            </a:prstGeom>
            <a:solidFill>
              <a:schemeClr val="accent6">
                <a:lumMod val="75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7" name="星形: 五角 56">
              <a:extLst>
                <a:ext uri="{FF2B5EF4-FFF2-40B4-BE49-F238E27FC236}">
                  <a16:creationId xmlns:a16="http://schemas.microsoft.com/office/drawing/2014/main" id="{0B32179D-936A-4BBC-965A-97A621D18048}"/>
                </a:ext>
              </a:extLst>
            </p:cNvPr>
            <p:cNvSpPr/>
            <p:nvPr/>
          </p:nvSpPr>
          <p:spPr>
            <a:xfrm rot="5609243">
              <a:off x="3742797" y="2886823"/>
              <a:ext cx="137160" cy="137160"/>
            </a:xfrm>
            <a:prstGeom prst="star5">
              <a:avLst/>
            </a:prstGeom>
            <a:solidFill>
              <a:schemeClr val="accent6">
                <a:lumMod val="75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8" name="星形: 五角 57">
              <a:extLst>
                <a:ext uri="{FF2B5EF4-FFF2-40B4-BE49-F238E27FC236}">
                  <a16:creationId xmlns:a16="http://schemas.microsoft.com/office/drawing/2014/main" id="{38BC1CB4-D5B9-4E1F-ACDB-8D3B6A193278}"/>
                </a:ext>
              </a:extLst>
            </p:cNvPr>
            <p:cNvSpPr/>
            <p:nvPr/>
          </p:nvSpPr>
          <p:spPr>
            <a:xfrm rot="3880281">
              <a:off x="4936672" y="2414383"/>
              <a:ext cx="137160" cy="137160"/>
            </a:xfrm>
            <a:prstGeom prst="star5">
              <a:avLst/>
            </a:prstGeom>
            <a:solidFill>
              <a:schemeClr val="accent6">
                <a:lumMod val="75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9" name="星形: 五角 58">
              <a:extLst>
                <a:ext uri="{FF2B5EF4-FFF2-40B4-BE49-F238E27FC236}">
                  <a16:creationId xmlns:a16="http://schemas.microsoft.com/office/drawing/2014/main" id="{9190444B-5608-4361-B22D-3AAFBAF92D00}"/>
                </a:ext>
              </a:extLst>
            </p:cNvPr>
            <p:cNvSpPr/>
            <p:nvPr/>
          </p:nvSpPr>
          <p:spPr>
            <a:xfrm>
              <a:off x="5584372" y="1759063"/>
              <a:ext cx="137160" cy="137160"/>
            </a:xfrm>
            <a:prstGeom prst="star5">
              <a:avLst/>
            </a:prstGeom>
            <a:solidFill>
              <a:schemeClr val="accent6">
                <a:lumMod val="75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0" name="星形: 五角 59">
              <a:extLst>
                <a:ext uri="{FF2B5EF4-FFF2-40B4-BE49-F238E27FC236}">
                  <a16:creationId xmlns:a16="http://schemas.microsoft.com/office/drawing/2014/main" id="{E7BECDF4-8AA2-49BB-8C74-A0FA73C9EDDA}"/>
                </a:ext>
              </a:extLst>
            </p:cNvPr>
            <p:cNvSpPr/>
            <p:nvPr/>
          </p:nvSpPr>
          <p:spPr>
            <a:xfrm>
              <a:off x="2818312" y="2604883"/>
              <a:ext cx="121920" cy="137160"/>
            </a:xfrm>
            <a:prstGeom prst="star5">
              <a:avLst/>
            </a:prstGeom>
            <a:solidFill>
              <a:schemeClr val="accent6">
                <a:lumMod val="75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61" name="直接箭头连接符 60">
              <a:extLst>
                <a:ext uri="{FF2B5EF4-FFF2-40B4-BE49-F238E27FC236}">
                  <a16:creationId xmlns:a16="http://schemas.microsoft.com/office/drawing/2014/main" id="{389F7CD9-5061-4884-ADDE-5CE17150B600}"/>
                </a:ext>
              </a:extLst>
            </p:cNvPr>
            <p:cNvCxnSpPr>
              <a:cxnSpLocks/>
              <a:endCxn id="52" idx="1"/>
            </p:cNvCxnSpPr>
            <p:nvPr/>
          </p:nvCxnSpPr>
          <p:spPr>
            <a:xfrm flipV="1">
              <a:off x="2673532" y="3012368"/>
              <a:ext cx="592588" cy="125914"/>
            </a:xfrm>
            <a:prstGeom prst="straightConnector1">
              <a:avLst/>
            </a:prstGeom>
            <a:ln w="6350">
              <a:solidFill>
                <a:schemeClr val="accent6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直接箭头连接符 61">
              <a:extLst>
                <a:ext uri="{FF2B5EF4-FFF2-40B4-BE49-F238E27FC236}">
                  <a16:creationId xmlns:a16="http://schemas.microsoft.com/office/drawing/2014/main" id="{2972F847-6E2D-4D44-BF62-484DE7D1B30C}"/>
                </a:ext>
              </a:extLst>
            </p:cNvPr>
            <p:cNvCxnSpPr>
              <a:cxnSpLocks/>
              <a:stCxn id="52" idx="4"/>
              <a:endCxn id="53" idx="2"/>
            </p:cNvCxnSpPr>
            <p:nvPr/>
          </p:nvCxnSpPr>
          <p:spPr>
            <a:xfrm>
              <a:off x="3401182" y="2988471"/>
              <a:ext cx="1039239" cy="230033"/>
            </a:xfrm>
            <a:prstGeom prst="straightConnector1">
              <a:avLst/>
            </a:prstGeom>
            <a:ln w="6350">
              <a:solidFill>
                <a:schemeClr val="accent6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直接箭头连接符 62">
              <a:extLst>
                <a:ext uri="{FF2B5EF4-FFF2-40B4-BE49-F238E27FC236}">
                  <a16:creationId xmlns:a16="http://schemas.microsoft.com/office/drawing/2014/main" id="{0E070494-79A4-4B1B-A6A5-0652E5647005}"/>
                </a:ext>
              </a:extLst>
            </p:cNvPr>
            <p:cNvCxnSpPr>
              <a:cxnSpLocks/>
              <a:stCxn id="53" idx="4"/>
              <a:endCxn id="54" idx="2"/>
            </p:cNvCxnSpPr>
            <p:nvPr/>
          </p:nvCxnSpPr>
          <p:spPr>
            <a:xfrm flipV="1">
              <a:off x="4579643" y="2566783"/>
              <a:ext cx="779464" cy="640930"/>
            </a:xfrm>
            <a:prstGeom prst="straightConnector1">
              <a:avLst/>
            </a:prstGeom>
            <a:ln w="6350">
              <a:solidFill>
                <a:schemeClr val="accent6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直接箭头连接符 63">
              <a:extLst>
                <a:ext uri="{FF2B5EF4-FFF2-40B4-BE49-F238E27FC236}">
                  <a16:creationId xmlns:a16="http://schemas.microsoft.com/office/drawing/2014/main" id="{42A620EF-452E-4C9C-BF50-EB949AF9A496}"/>
                </a:ext>
              </a:extLst>
            </p:cNvPr>
            <p:cNvCxnSpPr>
              <a:cxnSpLocks/>
              <a:stCxn id="54" idx="4"/>
              <a:endCxn id="55" idx="2"/>
            </p:cNvCxnSpPr>
            <p:nvPr/>
          </p:nvCxnSpPr>
          <p:spPr>
            <a:xfrm flipV="1">
              <a:off x="5470072" y="1926703"/>
              <a:ext cx="391955" cy="555310"/>
            </a:xfrm>
            <a:prstGeom prst="straightConnector1">
              <a:avLst/>
            </a:prstGeom>
            <a:ln w="6350">
              <a:solidFill>
                <a:schemeClr val="accent6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直接箭头连接符 64">
              <a:extLst>
                <a:ext uri="{FF2B5EF4-FFF2-40B4-BE49-F238E27FC236}">
                  <a16:creationId xmlns:a16="http://schemas.microsoft.com/office/drawing/2014/main" id="{D5945901-A93A-42C8-B60A-2A807B08A85F}"/>
                </a:ext>
              </a:extLst>
            </p:cNvPr>
            <p:cNvCxnSpPr>
              <a:cxnSpLocks/>
              <a:stCxn id="55" idx="4"/>
              <a:endCxn id="42" idx="2"/>
            </p:cNvCxnSpPr>
            <p:nvPr/>
          </p:nvCxnSpPr>
          <p:spPr>
            <a:xfrm flipV="1">
              <a:off x="5972992" y="1336153"/>
              <a:ext cx="838200" cy="505780"/>
            </a:xfrm>
            <a:prstGeom prst="straightConnector1">
              <a:avLst/>
            </a:prstGeom>
            <a:ln w="6350">
              <a:solidFill>
                <a:schemeClr val="accent6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直接箭头连接符 65">
              <a:extLst>
                <a:ext uri="{FF2B5EF4-FFF2-40B4-BE49-F238E27FC236}">
                  <a16:creationId xmlns:a16="http://schemas.microsoft.com/office/drawing/2014/main" id="{2DA33CE2-5CBB-46C0-B0CF-CD05E74A6ED6}"/>
                </a:ext>
              </a:extLst>
            </p:cNvPr>
            <p:cNvCxnSpPr>
              <a:cxnSpLocks/>
              <a:stCxn id="19" idx="3"/>
              <a:endCxn id="56" idx="2"/>
            </p:cNvCxnSpPr>
            <p:nvPr/>
          </p:nvCxnSpPr>
          <p:spPr>
            <a:xfrm flipV="1">
              <a:off x="1826812" y="2861528"/>
              <a:ext cx="1136844" cy="306406"/>
            </a:xfrm>
            <a:prstGeom prst="straightConnector1">
              <a:avLst/>
            </a:prstGeom>
            <a:ln w="6350">
              <a:solidFill>
                <a:schemeClr val="accent6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直接箭头连接符 66">
              <a:extLst>
                <a:ext uri="{FF2B5EF4-FFF2-40B4-BE49-F238E27FC236}">
                  <a16:creationId xmlns:a16="http://schemas.microsoft.com/office/drawing/2014/main" id="{20053B62-6531-453C-BB79-ABD91A80B8BF}"/>
                </a:ext>
              </a:extLst>
            </p:cNvPr>
            <p:cNvCxnSpPr>
              <a:cxnSpLocks/>
              <a:stCxn id="56" idx="4"/>
              <a:endCxn id="57" idx="2"/>
            </p:cNvCxnSpPr>
            <p:nvPr/>
          </p:nvCxnSpPr>
          <p:spPr>
            <a:xfrm>
              <a:off x="3100460" y="2833527"/>
              <a:ext cx="645042" cy="75398"/>
            </a:xfrm>
            <a:prstGeom prst="straightConnector1">
              <a:avLst/>
            </a:prstGeom>
            <a:ln w="6350">
              <a:solidFill>
                <a:schemeClr val="accent6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8" name="星形: 五角 67">
              <a:extLst>
                <a:ext uri="{FF2B5EF4-FFF2-40B4-BE49-F238E27FC236}">
                  <a16:creationId xmlns:a16="http://schemas.microsoft.com/office/drawing/2014/main" id="{82804274-E8D6-4247-AA68-F88429E3653F}"/>
                </a:ext>
              </a:extLst>
            </p:cNvPr>
            <p:cNvSpPr/>
            <p:nvPr/>
          </p:nvSpPr>
          <p:spPr>
            <a:xfrm rot="372011">
              <a:off x="4569445" y="3266539"/>
              <a:ext cx="137160" cy="137160"/>
            </a:xfrm>
            <a:prstGeom prst="star5">
              <a:avLst/>
            </a:prstGeom>
            <a:solidFill>
              <a:schemeClr val="accent6">
                <a:lumMod val="75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69" name="直接箭头连接符 68">
              <a:extLst>
                <a:ext uri="{FF2B5EF4-FFF2-40B4-BE49-F238E27FC236}">
                  <a16:creationId xmlns:a16="http://schemas.microsoft.com/office/drawing/2014/main" id="{2F66E3E0-6854-434D-B50B-84C1EE06F805}"/>
                </a:ext>
              </a:extLst>
            </p:cNvPr>
            <p:cNvCxnSpPr>
              <a:cxnSpLocks/>
              <a:stCxn id="57" idx="0"/>
              <a:endCxn id="68" idx="1"/>
            </p:cNvCxnSpPr>
            <p:nvPr/>
          </p:nvCxnSpPr>
          <p:spPr>
            <a:xfrm>
              <a:off x="3879830" y="2959575"/>
              <a:ext cx="691765" cy="352042"/>
            </a:xfrm>
            <a:prstGeom prst="straightConnector1">
              <a:avLst/>
            </a:prstGeom>
            <a:ln w="12700">
              <a:solidFill>
                <a:schemeClr val="accent6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直接箭头连接符 69">
              <a:extLst>
                <a:ext uri="{FF2B5EF4-FFF2-40B4-BE49-F238E27FC236}">
                  <a16:creationId xmlns:a16="http://schemas.microsoft.com/office/drawing/2014/main" id="{78D2BDF5-CEC6-40E2-B23F-F505ABFE0801}"/>
                </a:ext>
              </a:extLst>
            </p:cNvPr>
            <p:cNvCxnSpPr>
              <a:cxnSpLocks/>
              <a:stCxn id="68" idx="4"/>
              <a:endCxn id="58" idx="3"/>
            </p:cNvCxnSpPr>
            <p:nvPr/>
          </p:nvCxnSpPr>
          <p:spPr>
            <a:xfrm flipV="1">
              <a:off x="4707952" y="2550613"/>
              <a:ext cx="253445" cy="775818"/>
            </a:xfrm>
            <a:prstGeom prst="straightConnector1">
              <a:avLst/>
            </a:prstGeom>
            <a:ln w="6350">
              <a:solidFill>
                <a:schemeClr val="accent6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直接箭头连接符 70">
              <a:extLst>
                <a:ext uri="{FF2B5EF4-FFF2-40B4-BE49-F238E27FC236}">
                  <a16:creationId xmlns:a16="http://schemas.microsoft.com/office/drawing/2014/main" id="{3551EDC3-8BF0-41B9-902B-3ED84979DE7B}"/>
                </a:ext>
              </a:extLst>
            </p:cNvPr>
            <p:cNvCxnSpPr>
              <a:cxnSpLocks/>
              <a:stCxn id="58" idx="0"/>
              <a:endCxn id="59" idx="2"/>
            </p:cNvCxnSpPr>
            <p:nvPr/>
          </p:nvCxnSpPr>
          <p:spPr>
            <a:xfrm flipV="1">
              <a:off x="5067239" y="1896223"/>
              <a:ext cx="543328" cy="557401"/>
            </a:xfrm>
            <a:prstGeom prst="straightConnector1">
              <a:avLst/>
            </a:prstGeom>
            <a:ln w="6350">
              <a:solidFill>
                <a:schemeClr val="accent6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直接箭头连接符 71">
              <a:extLst>
                <a:ext uri="{FF2B5EF4-FFF2-40B4-BE49-F238E27FC236}">
                  <a16:creationId xmlns:a16="http://schemas.microsoft.com/office/drawing/2014/main" id="{F1DA070E-EE4F-4D01-BA7B-6F6FABE7701C}"/>
                </a:ext>
              </a:extLst>
            </p:cNvPr>
            <p:cNvCxnSpPr>
              <a:cxnSpLocks/>
              <a:stCxn id="59" idx="4"/>
              <a:endCxn id="42" idx="2"/>
            </p:cNvCxnSpPr>
            <p:nvPr/>
          </p:nvCxnSpPr>
          <p:spPr>
            <a:xfrm flipV="1">
              <a:off x="5721532" y="1336153"/>
              <a:ext cx="1089660" cy="475300"/>
            </a:xfrm>
            <a:prstGeom prst="straightConnector1">
              <a:avLst/>
            </a:prstGeom>
            <a:ln w="12700">
              <a:solidFill>
                <a:schemeClr val="accent6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3" name="星形: 五角 72">
              <a:extLst>
                <a:ext uri="{FF2B5EF4-FFF2-40B4-BE49-F238E27FC236}">
                  <a16:creationId xmlns:a16="http://schemas.microsoft.com/office/drawing/2014/main" id="{1F53388B-90F4-4B82-9537-235FCF7289D3}"/>
                </a:ext>
              </a:extLst>
            </p:cNvPr>
            <p:cNvSpPr/>
            <p:nvPr/>
          </p:nvSpPr>
          <p:spPr>
            <a:xfrm>
              <a:off x="4456612" y="2719183"/>
              <a:ext cx="121920" cy="137160"/>
            </a:xfrm>
            <a:prstGeom prst="star5">
              <a:avLst/>
            </a:prstGeom>
            <a:solidFill>
              <a:schemeClr val="accent6">
                <a:lumMod val="75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4" name="星形: 五角 73">
              <a:extLst>
                <a:ext uri="{FF2B5EF4-FFF2-40B4-BE49-F238E27FC236}">
                  <a16:creationId xmlns:a16="http://schemas.microsoft.com/office/drawing/2014/main" id="{E90D0571-D712-4FDE-A541-8CF27208B103}"/>
                </a:ext>
              </a:extLst>
            </p:cNvPr>
            <p:cNvSpPr/>
            <p:nvPr/>
          </p:nvSpPr>
          <p:spPr>
            <a:xfrm>
              <a:off x="5142837" y="1903843"/>
              <a:ext cx="121920" cy="137160"/>
            </a:xfrm>
            <a:prstGeom prst="star5">
              <a:avLst/>
            </a:prstGeom>
            <a:solidFill>
              <a:schemeClr val="accent6">
                <a:lumMod val="75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5" name="星形: 五角 74">
              <a:extLst>
                <a:ext uri="{FF2B5EF4-FFF2-40B4-BE49-F238E27FC236}">
                  <a16:creationId xmlns:a16="http://schemas.microsoft.com/office/drawing/2014/main" id="{3B67B534-BB70-4701-BA77-9CE978237A6B}"/>
                </a:ext>
              </a:extLst>
            </p:cNvPr>
            <p:cNvSpPr/>
            <p:nvPr/>
          </p:nvSpPr>
          <p:spPr>
            <a:xfrm rot="3317061">
              <a:off x="3249810" y="1366917"/>
              <a:ext cx="121920" cy="137160"/>
            </a:xfrm>
            <a:prstGeom prst="star5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6" name="星形: 五角 75">
              <a:extLst>
                <a:ext uri="{FF2B5EF4-FFF2-40B4-BE49-F238E27FC236}">
                  <a16:creationId xmlns:a16="http://schemas.microsoft.com/office/drawing/2014/main" id="{03768369-1A9E-4D66-93EF-F1637611AF11}"/>
                </a:ext>
              </a:extLst>
            </p:cNvPr>
            <p:cNvSpPr/>
            <p:nvPr/>
          </p:nvSpPr>
          <p:spPr>
            <a:xfrm>
              <a:off x="3763192" y="3153523"/>
              <a:ext cx="121920" cy="137160"/>
            </a:xfrm>
            <a:prstGeom prst="star5">
              <a:avLst/>
            </a:prstGeom>
            <a:solidFill>
              <a:schemeClr val="accent6">
                <a:lumMod val="75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77" name="直接箭头连接符 76">
              <a:extLst>
                <a:ext uri="{FF2B5EF4-FFF2-40B4-BE49-F238E27FC236}">
                  <a16:creationId xmlns:a16="http://schemas.microsoft.com/office/drawing/2014/main" id="{42A8A0F2-413B-4AAF-8DE6-B81EECAC2794}"/>
                </a:ext>
              </a:extLst>
            </p:cNvPr>
            <p:cNvCxnSpPr>
              <a:cxnSpLocks/>
              <a:stCxn id="16" idx="3"/>
              <a:endCxn id="60" idx="1"/>
            </p:cNvCxnSpPr>
            <p:nvPr/>
          </p:nvCxnSpPr>
          <p:spPr>
            <a:xfrm>
              <a:off x="2054158" y="2639261"/>
              <a:ext cx="764154" cy="18012"/>
            </a:xfrm>
            <a:prstGeom prst="straightConnector1">
              <a:avLst/>
            </a:prstGeom>
            <a:ln w="6350">
              <a:solidFill>
                <a:schemeClr val="accent6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直接箭头连接符 77">
              <a:extLst>
                <a:ext uri="{FF2B5EF4-FFF2-40B4-BE49-F238E27FC236}">
                  <a16:creationId xmlns:a16="http://schemas.microsoft.com/office/drawing/2014/main" id="{D3E58EAA-3529-42B3-A3E1-533FCD97DB79}"/>
                </a:ext>
              </a:extLst>
            </p:cNvPr>
            <p:cNvCxnSpPr>
              <a:cxnSpLocks/>
              <a:stCxn id="60" idx="4"/>
              <a:endCxn id="76" idx="1"/>
            </p:cNvCxnSpPr>
            <p:nvPr/>
          </p:nvCxnSpPr>
          <p:spPr>
            <a:xfrm>
              <a:off x="2940232" y="2657273"/>
              <a:ext cx="822960" cy="548640"/>
            </a:xfrm>
            <a:prstGeom prst="straightConnector1">
              <a:avLst/>
            </a:prstGeom>
            <a:ln w="6350">
              <a:solidFill>
                <a:schemeClr val="accent6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直接箭头连接符 78">
              <a:extLst>
                <a:ext uri="{FF2B5EF4-FFF2-40B4-BE49-F238E27FC236}">
                  <a16:creationId xmlns:a16="http://schemas.microsoft.com/office/drawing/2014/main" id="{889C6868-FCA3-4849-BB66-FE5D0D14E424}"/>
                </a:ext>
              </a:extLst>
            </p:cNvPr>
            <p:cNvCxnSpPr>
              <a:cxnSpLocks/>
              <a:stCxn id="76" idx="4"/>
              <a:endCxn id="73" idx="2"/>
            </p:cNvCxnSpPr>
            <p:nvPr/>
          </p:nvCxnSpPr>
          <p:spPr>
            <a:xfrm flipV="1">
              <a:off x="3885112" y="2856343"/>
              <a:ext cx="594785" cy="349570"/>
            </a:xfrm>
            <a:prstGeom prst="straightConnector1">
              <a:avLst/>
            </a:prstGeom>
            <a:ln w="6350">
              <a:solidFill>
                <a:schemeClr val="accent6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直接箭头连接符 79">
              <a:extLst>
                <a:ext uri="{FF2B5EF4-FFF2-40B4-BE49-F238E27FC236}">
                  <a16:creationId xmlns:a16="http://schemas.microsoft.com/office/drawing/2014/main" id="{722A1695-CAF5-4128-9220-64F68BFD1CA9}"/>
                </a:ext>
              </a:extLst>
            </p:cNvPr>
            <p:cNvCxnSpPr>
              <a:cxnSpLocks/>
              <a:stCxn id="73" idx="4"/>
              <a:endCxn id="74" idx="2"/>
            </p:cNvCxnSpPr>
            <p:nvPr/>
          </p:nvCxnSpPr>
          <p:spPr>
            <a:xfrm flipV="1">
              <a:off x="4578532" y="2041003"/>
              <a:ext cx="587590" cy="730570"/>
            </a:xfrm>
            <a:prstGeom prst="straightConnector1">
              <a:avLst/>
            </a:prstGeom>
            <a:ln w="6350">
              <a:solidFill>
                <a:schemeClr val="accent6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直接箭头连接符 80">
              <a:extLst>
                <a:ext uri="{FF2B5EF4-FFF2-40B4-BE49-F238E27FC236}">
                  <a16:creationId xmlns:a16="http://schemas.microsoft.com/office/drawing/2014/main" id="{A0E1E465-76B2-4902-8CD3-967FA28E7AFE}"/>
                </a:ext>
              </a:extLst>
            </p:cNvPr>
            <p:cNvCxnSpPr>
              <a:cxnSpLocks/>
              <a:stCxn id="74" idx="4"/>
              <a:endCxn id="42" idx="2"/>
            </p:cNvCxnSpPr>
            <p:nvPr/>
          </p:nvCxnSpPr>
          <p:spPr>
            <a:xfrm flipV="1">
              <a:off x="5264757" y="1336153"/>
              <a:ext cx="1546435" cy="620080"/>
            </a:xfrm>
            <a:prstGeom prst="straightConnector1">
              <a:avLst/>
            </a:prstGeom>
            <a:solidFill>
              <a:schemeClr val="accent6">
                <a:lumMod val="75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82" name="直接箭头连接符 81">
              <a:extLst>
                <a:ext uri="{FF2B5EF4-FFF2-40B4-BE49-F238E27FC236}">
                  <a16:creationId xmlns:a16="http://schemas.microsoft.com/office/drawing/2014/main" id="{1321BF8F-E436-4EF9-A4BB-ED46EDB60C3A}"/>
                </a:ext>
              </a:extLst>
            </p:cNvPr>
            <p:cNvCxnSpPr>
              <a:cxnSpLocks/>
              <a:stCxn id="18" idx="3"/>
              <a:endCxn id="75" idx="2"/>
            </p:cNvCxnSpPr>
            <p:nvPr/>
          </p:nvCxnSpPr>
          <p:spPr>
            <a:xfrm flipV="1">
              <a:off x="2553473" y="1443585"/>
              <a:ext cx="679469" cy="851554"/>
            </a:xfrm>
            <a:prstGeom prst="straightConnector1">
              <a:avLst/>
            </a:prstGeom>
            <a:ln w="6350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3" name="立方体 82">
              <a:extLst>
                <a:ext uri="{FF2B5EF4-FFF2-40B4-BE49-F238E27FC236}">
                  <a16:creationId xmlns:a16="http://schemas.microsoft.com/office/drawing/2014/main" id="{23548DD2-AC8C-42DC-ABA6-010A3378C344}"/>
                </a:ext>
              </a:extLst>
            </p:cNvPr>
            <p:cNvSpPr/>
            <p:nvPr/>
          </p:nvSpPr>
          <p:spPr>
            <a:xfrm>
              <a:off x="4980385" y="5068943"/>
              <a:ext cx="504174" cy="594917"/>
            </a:xfrm>
            <a:prstGeom prst="cube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accent1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4" name="立方体 83">
              <a:extLst>
                <a:ext uri="{FF2B5EF4-FFF2-40B4-BE49-F238E27FC236}">
                  <a16:creationId xmlns:a16="http://schemas.microsoft.com/office/drawing/2014/main" id="{E249118E-0F98-464D-BE49-198FDFF71272}"/>
                </a:ext>
              </a:extLst>
            </p:cNvPr>
            <p:cNvSpPr/>
            <p:nvPr/>
          </p:nvSpPr>
          <p:spPr>
            <a:xfrm>
              <a:off x="5059304" y="4104473"/>
              <a:ext cx="348226" cy="551873"/>
            </a:xfrm>
            <a:prstGeom prst="cube">
              <a:avLst>
                <a:gd name="adj" fmla="val 23586"/>
              </a:avLst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accent1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5" name="星形: 五角 84">
              <a:extLst>
                <a:ext uri="{FF2B5EF4-FFF2-40B4-BE49-F238E27FC236}">
                  <a16:creationId xmlns:a16="http://schemas.microsoft.com/office/drawing/2014/main" id="{A14777C8-233B-4A29-83E1-E3521F474532}"/>
                </a:ext>
              </a:extLst>
            </p:cNvPr>
            <p:cNvSpPr/>
            <p:nvPr/>
          </p:nvSpPr>
          <p:spPr>
            <a:xfrm rot="622673">
              <a:off x="4265798" y="1485577"/>
              <a:ext cx="121920" cy="137160"/>
            </a:xfrm>
            <a:prstGeom prst="star5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86" name="直接箭头连接符 85">
              <a:extLst>
                <a:ext uri="{FF2B5EF4-FFF2-40B4-BE49-F238E27FC236}">
                  <a16:creationId xmlns:a16="http://schemas.microsoft.com/office/drawing/2014/main" id="{E803D034-F087-40C2-95CB-25A22B8C63CA}"/>
                </a:ext>
              </a:extLst>
            </p:cNvPr>
            <p:cNvCxnSpPr>
              <a:cxnSpLocks/>
              <a:stCxn id="75" idx="4"/>
              <a:endCxn id="85" idx="1"/>
            </p:cNvCxnSpPr>
            <p:nvPr/>
          </p:nvCxnSpPr>
          <p:spPr>
            <a:xfrm>
              <a:off x="3358795" y="1476385"/>
              <a:ext cx="910917" cy="50866"/>
            </a:xfrm>
            <a:prstGeom prst="straightConnector1">
              <a:avLst/>
            </a:prstGeom>
            <a:ln w="6350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直接箭头连接符 86">
              <a:extLst>
                <a:ext uri="{FF2B5EF4-FFF2-40B4-BE49-F238E27FC236}">
                  <a16:creationId xmlns:a16="http://schemas.microsoft.com/office/drawing/2014/main" id="{C381F52A-F1C0-4551-A360-10E8039ED3CA}"/>
                </a:ext>
              </a:extLst>
            </p:cNvPr>
            <p:cNvCxnSpPr>
              <a:cxnSpLocks/>
              <a:stCxn id="85" idx="4"/>
              <a:endCxn id="88" idx="1"/>
            </p:cNvCxnSpPr>
            <p:nvPr/>
          </p:nvCxnSpPr>
          <p:spPr>
            <a:xfrm>
              <a:off x="4389637" y="1549213"/>
              <a:ext cx="748879" cy="111815"/>
            </a:xfrm>
            <a:prstGeom prst="straightConnector1">
              <a:avLst/>
            </a:prstGeom>
            <a:ln w="6350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8" name="星形: 五角 87">
              <a:extLst>
                <a:ext uri="{FF2B5EF4-FFF2-40B4-BE49-F238E27FC236}">
                  <a16:creationId xmlns:a16="http://schemas.microsoft.com/office/drawing/2014/main" id="{4292A6C0-8627-4B96-8C99-29A80E9FB597}"/>
                </a:ext>
              </a:extLst>
            </p:cNvPr>
            <p:cNvSpPr/>
            <p:nvPr/>
          </p:nvSpPr>
          <p:spPr>
            <a:xfrm rot="804682">
              <a:off x="5133098" y="1622336"/>
              <a:ext cx="121920" cy="137160"/>
            </a:xfrm>
            <a:prstGeom prst="star5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89" name="直接箭头连接符 88">
              <a:extLst>
                <a:ext uri="{FF2B5EF4-FFF2-40B4-BE49-F238E27FC236}">
                  <a16:creationId xmlns:a16="http://schemas.microsoft.com/office/drawing/2014/main" id="{9E685AC8-F26C-4E6B-8157-04A37FD04998}"/>
                </a:ext>
              </a:extLst>
            </p:cNvPr>
            <p:cNvCxnSpPr>
              <a:cxnSpLocks/>
              <a:stCxn id="88" idx="4"/>
              <a:endCxn id="42" idx="2"/>
            </p:cNvCxnSpPr>
            <p:nvPr/>
          </p:nvCxnSpPr>
          <p:spPr>
            <a:xfrm flipV="1">
              <a:off x="5257111" y="1336153"/>
              <a:ext cx="1554081" cy="353154"/>
            </a:xfrm>
            <a:prstGeom prst="straightConnector1">
              <a:avLst/>
            </a:prstGeom>
            <a:ln w="6350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2" name="任意多边形: 形状 91">
              <a:extLst>
                <a:ext uri="{FF2B5EF4-FFF2-40B4-BE49-F238E27FC236}">
                  <a16:creationId xmlns:a16="http://schemas.microsoft.com/office/drawing/2014/main" id="{BC8C40A0-B6BF-4400-A9D6-7B3BCA8F3B65}"/>
                </a:ext>
              </a:extLst>
            </p:cNvPr>
            <p:cNvSpPr/>
            <p:nvPr/>
          </p:nvSpPr>
          <p:spPr>
            <a:xfrm>
              <a:off x="2300288" y="3914775"/>
              <a:ext cx="4281488" cy="1393031"/>
            </a:xfrm>
            <a:custGeom>
              <a:avLst/>
              <a:gdLst>
                <a:gd name="connsiteX0" fmla="*/ 0 w 3552825"/>
                <a:gd name="connsiteY0" fmla="*/ 1485900 h 1563817"/>
                <a:gd name="connsiteX1" fmla="*/ 466725 w 3552825"/>
                <a:gd name="connsiteY1" fmla="*/ 1047750 h 1563817"/>
                <a:gd name="connsiteX2" fmla="*/ 923925 w 3552825"/>
                <a:gd name="connsiteY2" fmla="*/ 1543050 h 1563817"/>
                <a:gd name="connsiteX3" fmla="*/ 1781175 w 3552825"/>
                <a:gd name="connsiteY3" fmla="*/ 1371600 h 1563817"/>
                <a:gd name="connsiteX4" fmla="*/ 2752725 w 3552825"/>
                <a:gd name="connsiteY4" fmla="*/ 485775 h 1563817"/>
                <a:gd name="connsiteX5" fmla="*/ 2952750 w 3552825"/>
                <a:gd name="connsiteY5" fmla="*/ 238125 h 1563817"/>
                <a:gd name="connsiteX6" fmla="*/ 3552825 w 3552825"/>
                <a:gd name="connsiteY6" fmla="*/ 0 h 15638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552825" h="1563817">
                  <a:moveTo>
                    <a:pt x="0" y="1485900"/>
                  </a:moveTo>
                  <a:cubicBezTo>
                    <a:pt x="156369" y="1262062"/>
                    <a:pt x="312738" y="1038225"/>
                    <a:pt x="466725" y="1047750"/>
                  </a:cubicBezTo>
                  <a:cubicBezTo>
                    <a:pt x="620712" y="1057275"/>
                    <a:pt x="704850" y="1489075"/>
                    <a:pt x="923925" y="1543050"/>
                  </a:cubicBezTo>
                  <a:cubicBezTo>
                    <a:pt x="1143000" y="1597025"/>
                    <a:pt x="1476375" y="1547813"/>
                    <a:pt x="1781175" y="1371600"/>
                  </a:cubicBezTo>
                  <a:cubicBezTo>
                    <a:pt x="2085975" y="1195387"/>
                    <a:pt x="2557463" y="674687"/>
                    <a:pt x="2752725" y="485775"/>
                  </a:cubicBezTo>
                  <a:cubicBezTo>
                    <a:pt x="2947987" y="296863"/>
                    <a:pt x="2819400" y="319087"/>
                    <a:pt x="2952750" y="238125"/>
                  </a:cubicBezTo>
                  <a:cubicBezTo>
                    <a:pt x="3086100" y="157163"/>
                    <a:pt x="3402012" y="23813"/>
                    <a:pt x="3552825" y="0"/>
                  </a:cubicBezTo>
                </a:path>
              </a:pathLst>
            </a:custGeom>
            <a:noFill/>
            <a:ln w="19050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0" name="立方体 89">
              <a:extLst>
                <a:ext uri="{FF2B5EF4-FFF2-40B4-BE49-F238E27FC236}">
                  <a16:creationId xmlns:a16="http://schemas.microsoft.com/office/drawing/2014/main" id="{ABED74AD-FF84-4D67-A2B8-4AADE8996109}"/>
                </a:ext>
              </a:extLst>
            </p:cNvPr>
            <p:cNvSpPr/>
            <p:nvPr/>
          </p:nvSpPr>
          <p:spPr>
            <a:xfrm>
              <a:off x="3629348" y="3680847"/>
              <a:ext cx="434373" cy="732215"/>
            </a:xfrm>
            <a:prstGeom prst="cube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accent1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250" name="组合 249">
              <a:extLst>
                <a:ext uri="{FF2B5EF4-FFF2-40B4-BE49-F238E27FC236}">
                  <a16:creationId xmlns:a16="http://schemas.microsoft.com/office/drawing/2014/main" id="{5E5404CD-601A-4FAE-AC39-03FB8A62E27F}"/>
                </a:ext>
              </a:extLst>
            </p:cNvPr>
            <p:cNvGrpSpPr/>
            <p:nvPr/>
          </p:nvGrpSpPr>
          <p:grpSpPr>
            <a:xfrm>
              <a:off x="1412935" y="4481852"/>
              <a:ext cx="1596047" cy="1399254"/>
              <a:chOff x="1412935" y="4481852"/>
              <a:chExt cx="1596047" cy="1399254"/>
            </a:xfrm>
          </p:grpSpPr>
          <p:sp>
            <p:nvSpPr>
              <p:cNvPr id="8" name="椭圆 7">
                <a:extLst>
                  <a:ext uri="{FF2B5EF4-FFF2-40B4-BE49-F238E27FC236}">
                    <a16:creationId xmlns:a16="http://schemas.microsoft.com/office/drawing/2014/main" id="{B49AFE68-FAF1-4095-9354-CDD1544AA005}"/>
                  </a:ext>
                </a:extLst>
              </p:cNvPr>
              <p:cNvSpPr/>
              <p:nvPr/>
            </p:nvSpPr>
            <p:spPr>
              <a:xfrm rot="5136353">
                <a:off x="1595955" y="4801440"/>
                <a:ext cx="579615" cy="686579"/>
              </a:xfrm>
              <a:prstGeom prst="ellipse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solidFill>
                  <a:schemeClr val="accent4">
                    <a:lumMod val="20000"/>
                    <a:lumOff val="80000"/>
                  </a:schemeClr>
                </a:solidFill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" name="椭圆 8">
                <a:extLst>
                  <a:ext uri="{FF2B5EF4-FFF2-40B4-BE49-F238E27FC236}">
                    <a16:creationId xmlns:a16="http://schemas.microsoft.com/office/drawing/2014/main" id="{3BAE9D16-3194-4426-983A-8E4C5F346938}"/>
                  </a:ext>
                </a:extLst>
              </p:cNvPr>
              <p:cNvSpPr/>
              <p:nvPr/>
            </p:nvSpPr>
            <p:spPr>
              <a:xfrm rot="4993526">
                <a:off x="1466417" y="5248009"/>
                <a:ext cx="579615" cy="686579"/>
              </a:xfrm>
              <a:prstGeom prst="ellipse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solidFill>
                  <a:schemeClr val="accent4">
                    <a:lumMod val="60000"/>
                    <a:lumOff val="40000"/>
                  </a:schemeClr>
                </a:solidFill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1" name="椭圆 10">
                <a:extLst>
                  <a:ext uri="{FF2B5EF4-FFF2-40B4-BE49-F238E27FC236}">
                    <a16:creationId xmlns:a16="http://schemas.microsoft.com/office/drawing/2014/main" id="{91F827E5-5EC5-40E7-8E4C-551F12DC5BDE}"/>
                  </a:ext>
                </a:extLst>
              </p:cNvPr>
              <p:cNvSpPr/>
              <p:nvPr/>
            </p:nvSpPr>
            <p:spPr>
              <a:xfrm rot="5162698">
                <a:off x="2202687" y="4443302"/>
                <a:ext cx="579615" cy="686579"/>
              </a:xfrm>
              <a:prstGeom prst="ellipse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solidFill>
                  <a:schemeClr val="accent4">
                    <a:lumMod val="20000"/>
                    <a:lumOff val="80000"/>
                  </a:schemeClr>
                </a:solidFill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pic>
            <p:nvPicPr>
              <p:cNvPr id="17" name="图片 16">
                <a:extLst>
                  <a:ext uri="{FF2B5EF4-FFF2-40B4-BE49-F238E27FC236}">
                    <a16:creationId xmlns:a16="http://schemas.microsoft.com/office/drawing/2014/main" id="{37B41E28-8F4C-4C2E-BD02-8E96DF16172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557892" y="5231044"/>
                <a:ext cx="304800" cy="304800"/>
              </a:xfrm>
              <a:prstGeom prst="rect">
                <a:avLst/>
              </a:prstGeom>
            </p:spPr>
          </p:pic>
          <p:pic>
            <p:nvPicPr>
              <p:cNvPr id="20" name="图片 19">
                <a:extLst>
                  <a:ext uri="{FF2B5EF4-FFF2-40B4-BE49-F238E27FC236}">
                    <a16:creationId xmlns:a16="http://schemas.microsoft.com/office/drawing/2014/main" id="{B85EC5A3-BD35-45DC-A157-E512D702590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622431" y="5642725"/>
                <a:ext cx="237849" cy="237849"/>
              </a:xfrm>
              <a:prstGeom prst="rect">
                <a:avLst/>
              </a:prstGeom>
            </p:spPr>
          </p:pic>
          <p:pic>
            <p:nvPicPr>
              <p:cNvPr id="22" name="图片 21">
                <a:extLst>
                  <a:ext uri="{FF2B5EF4-FFF2-40B4-BE49-F238E27FC236}">
                    <a16:creationId xmlns:a16="http://schemas.microsoft.com/office/drawing/2014/main" id="{22120F88-F804-4519-AD50-A302AB030A9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446947" y="4709432"/>
                <a:ext cx="304800" cy="304800"/>
              </a:xfrm>
              <a:prstGeom prst="rect">
                <a:avLst/>
              </a:prstGeom>
            </p:spPr>
          </p:pic>
          <p:pic>
            <p:nvPicPr>
              <p:cNvPr id="23" name="图片 22">
                <a:extLst>
                  <a:ext uri="{FF2B5EF4-FFF2-40B4-BE49-F238E27FC236}">
                    <a16:creationId xmlns:a16="http://schemas.microsoft.com/office/drawing/2014/main" id="{477B02C3-EAE6-450A-BD5B-C7A475FC5CF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799500" y="5338244"/>
                <a:ext cx="239596" cy="239596"/>
              </a:xfrm>
              <a:prstGeom prst="rect">
                <a:avLst/>
              </a:prstGeom>
            </p:spPr>
          </p:pic>
          <p:pic>
            <p:nvPicPr>
              <p:cNvPr id="24" name="图片 23">
                <a:extLst>
                  <a:ext uri="{FF2B5EF4-FFF2-40B4-BE49-F238E27FC236}">
                    <a16:creationId xmlns:a16="http://schemas.microsoft.com/office/drawing/2014/main" id="{6BD2D58C-2960-4D57-A327-395FFC0A6FD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185501" y="4537026"/>
                <a:ext cx="304800" cy="304800"/>
              </a:xfrm>
              <a:prstGeom prst="rect">
                <a:avLst/>
              </a:prstGeom>
            </p:spPr>
          </p:pic>
          <p:sp>
            <p:nvSpPr>
              <p:cNvPr id="25" name="椭圆 24">
                <a:extLst>
                  <a:ext uri="{FF2B5EF4-FFF2-40B4-BE49-F238E27FC236}">
                    <a16:creationId xmlns:a16="http://schemas.microsoft.com/office/drawing/2014/main" id="{0F1825D9-6DA4-4DFB-BD8F-49B53B1995A1}"/>
                  </a:ext>
                </a:extLst>
              </p:cNvPr>
              <p:cNvSpPr/>
              <p:nvPr/>
            </p:nvSpPr>
            <p:spPr>
              <a:xfrm rot="5210808">
                <a:off x="2263341" y="5061647"/>
                <a:ext cx="654549" cy="836733"/>
              </a:xfrm>
              <a:prstGeom prst="ellipse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  <a:ln>
                <a:solidFill>
                  <a:schemeClr val="accent4"/>
                </a:solidFill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pic>
            <p:nvPicPr>
              <p:cNvPr id="26" name="图片 25">
                <a:extLst>
                  <a:ext uri="{FF2B5EF4-FFF2-40B4-BE49-F238E27FC236}">
                    <a16:creationId xmlns:a16="http://schemas.microsoft.com/office/drawing/2014/main" id="{A8CB10F5-C7BA-4D77-ABCF-88408A777D3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177203" y="5395949"/>
                <a:ext cx="304800" cy="304800"/>
              </a:xfrm>
              <a:prstGeom prst="rect">
                <a:avLst/>
              </a:prstGeom>
            </p:spPr>
          </p:pic>
          <p:pic>
            <p:nvPicPr>
              <p:cNvPr id="27" name="图片 26">
                <a:extLst>
                  <a:ext uri="{FF2B5EF4-FFF2-40B4-BE49-F238E27FC236}">
                    <a16:creationId xmlns:a16="http://schemas.microsoft.com/office/drawing/2014/main" id="{D9EC2437-FAEF-48DB-B54C-A48CD45B9FA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438510" y="5402928"/>
                <a:ext cx="281592" cy="281592"/>
              </a:xfrm>
              <a:prstGeom prst="rect">
                <a:avLst/>
              </a:prstGeom>
            </p:spPr>
          </p:pic>
          <p:pic>
            <p:nvPicPr>
              <p:cNvPr id="28" name="图片 27">
                <a:extLst>
                  <a:ext uri="{FF2B5EF4-FFF2-40B4-BE49-F238E27FC236}">
                    <a16:creationId xmlns:a16="http://schemas.microsoft.com/office/drawing/2014/main" id="{C36F2EFD-8F5F-4C5C-A4FE-12B431BF2DE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903678" y="4916934"/>
                <a:ext cx="304800" cy="304800"/>
              </a:xfrm>
              <a:prstGeom prst="rect">
                <a:avLst/>
              </a:prstGeom>
            </p:spPr>
          </p:pic>
          <p:pic>
            <p:nvPicPr>
              <p:cNvPr id="29" name="图片 28">
                <a:extLst>
                  <a:ext uri="{FF2B5EF4-FFF2-40B4-BE49-F238E27FC236}">
                    <a16:creationId xmlns:a16="http://schemas.microsoft.com/office/drawing/2014/main" id="{C1E852A2-C1B8-47C2-8025-B0F167888DF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552053" y="5047696"/>
                <a:ext cx="304800" cy="304800"/>
              </a:xfrm>
              <a:prstGeom prst="rect">
                <a:avLst/>
              </a:prstGeom>
            </p:spPr>
          </p:pic>
          <p:pic>
            <p:nvPicPr>
              <p:cNvPr id="30" name="图片 29">
                <a:extLst>
                  <a:ext uri="{FF2B5EF4-FFF2-40B4-BE49-F238E27FC236}">
                    <a16:creationId xmlns:a16="http://schemas.microsoft.com/office/drawing/2014/main" id="{50DF5886-0A87-421F-9BDF-8C234676F9D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624959" y="5199340"/>
                <a:ext cx="304800" cy="304800"/>
              </a:xfrm>
              <a:prstGeom prst="rect">
                <a:avLst/>
              </a:prstGeom>
            </p:spPr>
          </p:pic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03" name="文本框 102">
                    <a:extLst>
                      <a:ext uri="{FF2B5EF4-FFF2-40B4-BE49-F238E27FC236}">
                        <a16:creationId xmlns:a16="http://schemas.microsoft.com/office/drawing/2014/main" id="{AFA15B39-33B4-4E80-9686-2DC8785D7FEC}"/>
                      </a:ext>
                    </a:extLst>
                  </p:cNvPr>
                  <p:cNvSpPr txBox="1"/>
                  <p:nvPr/>
                </p:nvSpPr>
                <p:spPr>
                  <a:xfrm>
                    <a:off x="2450411" y="4481852"/>
                    <a:ext cx="377218" cy="276999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sz="12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oMath>
                      </m:oMathPara>
                    </a14:m>
                    <a:endParaRPr lang="zh-CN" altLang="en-US" sz="1200" dirty="0"/>
                  </a:p>
                </p:txBody>
              </p:sp>
            </mc:Choice>
            <mc:Fallback xmlns="">
              <p:sp>
                <p:nvSpPr>
                  <p:cNvPr id="103" name="文本框 102">
                    <a:extLst>
                      <a:ext uri="{FF2B5EF4-FFF2-40B4-BE49-F238E27FC236}">
                        <a16:creationId xmlns:a16="http://schemas.microsoft.com/office/drawing/2014/main" id="{AFA15B39-33B4-4E80-9686-2DC8785D7FEC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450411" y="4481852"/>
                    <a:ext cx="377218" cy="276999"/>
                  </a:xfrm>
                  <a:prstGeom prst="rect">
                    <a:avLst/>
                  </a:prstGeom>
                  <a:blipFill>
                    <a:blip r:embed="rId12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08" name="文本框 107">
                    <a:extLst>
                      <a:ext uri="{FF2B5EF4-FFF2-40B4-BE49-F238E27FC236}">
                        <a16:creationId xmlns:a16="http://schemas.microsoft.com/office/drawing/2014/main" id="{BC0233ED-BA7B-4DC6-96B4-8D6D5E6D855A}"/>
                      </a:ext>
                    </a:extLst>
                  </p:cNvPr>
                  <p:cNvSpPr txBox="1"/>
                  <p:nvPr/>
                </p:nvSpPr>
                <p:spPr>
                  <a:xfrm>
                    <a:off x="1598004" y="4846062"/>
                    <a:ext cx="380810" cy="276999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sz="12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oMath>
                      </m:oMathPara>
                    </a14:m>
                    <a:endParaRPr lang="zh-CN" altLang="en-US" sz="1200" dirty="0"/>
                  </a:p>
                </p:txBody>
              </p:sp>
            </mc:Choice>
            <mc:Fallback xmlns="">
              <p:sp>
                <p:nvSpPr>
                  <p:cNvPr id="108" name="文本框 107">
                    <a:extLst>
                      <a:ext uri="{FF2B5EF4-FFF2-40B4-BE49-F238E27FC236}">
                        <a16:creationId xmlns:a16="http://schemas.microsoft.com/office/drawing/2014/main" id="{BC0233ED-BA7B-4DC6-96B4-8D6D5E6D855A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598004" y="4846062"/>
                    <a:ext cx="380810" cy="276999"/>
                  </a:xfrm>
                  <a:prstGeom prst="rect">
                    <a:avLst/>
                  </a:prstGeom>
                  <a:blipFill>
                    <a:blip r:embed="rId13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09" name="文本框 108">
                    <a:extLst>
                      <a:ext uri="{FF2B5EF4-FFF2-40B4-BE49-F238E27FC236}">
                        <a16:creationId xmlns:a16="http://schemas.microsoft.com/office/drawing/2014/main" id="{5CA4676B-D56B-41D2-8332-112DD5B68A7B}"/>
                      </a:ext>
                    </a:extLst>
                  </p:cNvPr>
                  <p:cNvSpPr txBox="1"/>
                  <p:nvPr/>
                </p:nvSpPr>
                <p:spPr>
                  <a:xfrm>
                    <a:off x="1805415" y="5552446"/>
                    <a:ext cx="380810" cy="276999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sz="12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oMath>
                      </m:oMathPara>
                    </a14:m>
                    <a:endParaRPr lang="zh-CN" altLang="en-US" sz="1200" dirty="0"/>
                  </a:p>
                </p:txBody>
              </p:sp>
            </mc:Choice>
            <mc:Fallback xmlns="">
              <p:sp>
                <p:nvSpPr>
                  <p:cNvPr id="109" name="文本框 108">
                    <a:extLst>
                      <a:ext uri="{FF2B5EF4-FFF2-40B4-BE49-F238E27FC236}">
                        <a16:creationId xmlns:a16="http://schemas.microsoft.com/office/drawing/2014/main" id="{5CA4676B-D56B-41D2-8332-112DD5B68A7B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805415" y="5552446"/>
                    <a:ext cx="380810" cy="276999"/>
                  </a:xfrm>
                  <a:prstGeom prst="rect">
                    <a:avLst/>
                  </a:prstGeom>
                  <a:blipFill>
                    <a:blip r:embed="rId14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10" name="文本框 109">
                    <a:extLst>
                      <a:ext uri="{FF2B5EF4-FFF2-40B4-BE49-F238E27FC236}">
                        <a16:creationId xmlns:a16="http://schemas.microsoft.com/office/drawing/2014/main" id="{E59A5E0F-DFD0-4EF8-ACAB-E9A77F757FA7}"/>
                      </a:ext>
                    </a:extLst>
                  </p:cNvPr>
                  <p:cNvSpPr txBox="1"/>
                  <p:nvPr/>
                </p:nvSpPr>
                <p:spPr>
                  <a:xfrm>
                    <a:off x="2558900" y="5434998"/>
                    <a:ext cx="380810" cy="276999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sz="12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b>
                          </m:sSub>
                        </m:oMath>
                      </m:oMathPara>
                    </a14:m>
                    <a:endParaRPr lang="zh-CN" altLang="en-US" sz="1200" dirty="0"/>
                  </a:p>
                </p:txBody>
              </p:sp>
            </mc:Choice>
            <mc:Fallback xmlns="">
              <p:sp>
                <p:nvSpPr>
                  <p:cNvPr id="110" name="文本框 109">
                    <a:extLst>
                      <a:ext uri="{FF2B5EF4-FFF2-40B4-BE49-F238E27FC236}">
                        <a16:creationId xmlns:a16="http://schemas.microsoft.com/office/drawing/2014/main" id="{E59A5E0F-DFD0-4EF8-ACAB-E9A77F757FA7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558900" y="5434998"/>
                    <a:ext cx="380810" cy="276999"/>
                  </a:xfrm>
                  <a:prstGeom prst="rect">
                    <a:avLst/>
                  </a:prstGeom>
                  <a:blipFill>
                    <a:blip r:embed="rId15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5" name="文本框 114">
                  <a:extLst>
                    <a:ext uri="{FF2B5EF4-FFF2-40B4-BE49-F238E27FC236}">
                      <a16:creationId xmlns:a16="http://schemas.microsoft.com/office/drawing/2014/main" id="{B20EF986-A321-429F-BF39-3B5733F853A7}"/>
                    </a:ext>
                  </a:extLst>
                </p:cNvPr>
                <p:cNvSpPr txBox="1"/>
                <p:nvPr/>
              </p:nvSpPr>
              <p:spPr>
                <a:xfrm>
                  <a:off x="1847418" y="1999364"/>
                  <a:ext cx="473528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2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115" name="文本框 114">
                  <a:extLst>
                    <a:ext uri="{FF2B5EF4-FFF2-40B4-BE49-F238E27FC236}">
                      <a16:creationId xmlns:a16="http://schemas.microsoft.com/office/drawing/2014/main" id="{B20EF986-A321-429F-BF39-3B5733F853A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847418" y="1999364"/>
                  <a:ext cx="473528" cy="276999"/>
                </a:xfrm>
                <a:prstGeom prst="rect">
                  <a:avLst/>
                </a:prstGeom>
                <a:blipFill>
                  <a:blip r:embed="rId1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3" name="文本框 152">
                  <a:extLst>
                    <a:ext uri="{FF2B5EF4-FFF2-40B4-BE49-F238E27FC236}">
                      <a16:creationId xmlns:a16="http://schemas.microsoft.com/office/drawing/2014/main" id="{2550A384-E13A-4710-A426-1510D0B30C18}"/>
                    </a:ext>
                  </a:extLst>
                </p:cNvPr>
                <p:cNvSpPr txBox="1"/>
                <p:nvPr/>
              </p:nvSpPr>
              <p:spPr>
                <a:xfrm>
                  <a:off x="1433081" y="2599439"/>
                  <a:ext cx="473528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2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153" name="文本框 152">
                  <a:extLst>
                    <a:ext uri="{FF2B5EF4-FFF2-40B4-BE49-F238E27FC236}">
                      <a16:creationId xmlns:a16="http://schemas.microsoft.com/office/drawing/2014/main" id="{2550A384-E13A-4710-A426-1510D0B30C1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33081" y="2599439"/>
                  <a:ext cx="473528" cy="276999"/>
                </a:xfrm>
                <a:prstGeom prst="rect">
                  <a:avLst/>
                </a:prstGeom>
                <a:blipFill>
                  <a:blip r:embed="rId1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8" name="文本框 247">
                  <a:extLst>
                    <a:ext uri="{FF2B5EF4-FFF2-40B4-BE49-F238E27FC236}">
                      <a16:creationId xmlns:a16="http://schemas.microsoft.com/office/drawing/2014/main" id="{C40B7236-486C-42A5-999A-0E797C8C6CBD}"/>
                    </a:ext>
                  </a:extLst>
                </p:cNvPr>
                <p:cNvSpPr txBox="1"/>
                <p:nvPr/>
              </p:nvSpPr>
              <p:spPr>
                <a:xfrm>
                  <a:off x="1183049" y="3042353"/>
                  <a:ext cx="473528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2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248" name="文本框 247">
                  <a:extLst>
                    <a:ext uri="{FF2B5EF4-FFF2-40B4-BE49-F238E27FC236}">
                      <a16:creationId xmlns:a16="http://schemas.microsoft.com/office/drawing/2014/main" id="{C40B7236-486C-42A5-999A-0E797C8C6CB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83049" y="3042353"/>
                  <a:ext cx="473528" cy="276999"/>
                </a:xfrm>
                <a:prstGeom prst="rect">
                  <a:avLst/>
                </a:prstGeom>
                <a:blipFill>
                  <a:blip r:embed="rId1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9" name="文本框 248">
                  <a:extLst>
                    <a:ext uri="{FF2B5EF4-FFF2-40B4-BE49-F238E27FC236}">
                      <a16:creationId xmlns:a16="http://schemas.microsoft.com/office/drawing/2014/main" id="{0538D9A4-BB3B-46A2-B49F-F6CDF15A2B57}"/>
                    </a:ext>
                  </a:extLst>
                </p:cNvPr>
                <p:cNvSpPr txBox="1"/>
                <p:nvPr/>
              </p:nvSpPr>
              <p:spPr>
                <a:xfrm>
                  <a:off x="1961717" y="3035210"/>
                  <a:ext cx="473528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2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249" name="文本框 248">
                  <a:extLst>
                    <a:ext uri="{FF2B5EF4-FFF2-40B4-BE49-F238E27FC236}">
                      <a16:creationId xmlns:a16="http://schemas.microsoft.com/office/drawing/2014/main" id="{0538D9A4-BB3B-46A2-B49F-F6CDF15A2B5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61717" y="3035210"/>
                  <a:ext cx="473528" cy="276999"/>
                </a:xfrm>
                <a:prstGeom prst="rect">
                  <a:avLst/>
                </a:prstGeom>
                <a:blipFill>
                  <a:blip r:embed="rId1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52" name="椭圆 251">
              <a:extLst>
                <a:ext uri="{FF2B5EF4-FFF2-40B4-BE49-F238E27FC236}">
                  <a16:creationId xmlns:a16="http://schemas.microsoft.com/office/drawing/2014/main" id="{744552CA-AF6C-4E2A-A88A-C19DE6620710}"/>
                </a:ext>
              </a:extLst>
            </p:cNvPr>
            <p:cNvSpPr/>
            <p:nvPr/>
          </p:nvSpPr>
          <p:spPr>
            <a:xfrm rot="5136353">
              <a:off x="4641574" y="4432347"/>
              <a:ext cx="579615" cy="686579"/>
            </a:xfrm>
            <a:prstGeom prst="ellipse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chemeClr val="accent4">
                  <a:lumMod val="20000"/>
                  <a:lumOff val="80000"/>
                </a:schemeClr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263" name="图片 262">
              <a:extLst>
                <a:ext uri="{FF2B5EF4-FFF2-40B4-BE49-F238E27FC236}">
                  <a16:creationId xmlns:a16="http://schemas.microsoft.com/office/drawing/2014/main" id="{60490B0E-11A0-49D2-AE15-7F71CB4F9F6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949297" y="4547841"/>
              <a:ext cx="304800" cy="304800"/>
            </a:xfrm>
            <a:prstGeom prst="rect">
              <a:avLst/>
            </a:prstGeom>
          </p:spPr>
        </p:pic>
        <p:pic>
          <p:nvPicPr>
            <p:cNvPr id="264" name="图片 263">
              <a:extLst>
                <a:ext uri="{FF2B5EF4-FFF2-40B4-BE49-F238E27FC236}">
                  <a16:creationId xmlns:a16="http://schemas.microsoft.com/office/drawing/2014/main" id="{709AC305-9570-4D8E-A843-2BA8B65C396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597672" y="4678603"/>
              <a:ext cx="304800" cy="304800"/>
            </a:xfrm>
            <a:prstGeom prst="rect">
              <a:avLst/>
            </a:prstGeom>
          </p:spPr>
        </p:pic>
        <p:grpSp>
          <p:nvGrpSpPr>
            <p:cNvPr id="274" name="组合 273">
              <a:extLst>
                <a:ext uri="{FF2B5EF4-FFF2-40B4-BE49-F238E27FC236}">
                  <a16:creationId xmlns:a16="http://schemas.microsoft.com/office/drawing/2014/main" id="{45603F75-868A-4C4A-A900-292C13D9771D}"/>
                </a:ext>
              </a:extLst>
            </p:cNvPr>
            <p:cNvGrpSpPr/>
            <p:nvPr/>
          </p:nvGrpSpPr>
          <p:grpSpPr>
            <a:xfrm>
              <a:off x="5273406" y="4091327"/>
              <a:ext cx="686579" cy="594547"/>
              <a:chOff x="5266262" y="3984171"/>
              <a:chExt cx="686579" cy="594547"/>
            </a:xfrm>
          </p:grpSpPr>
          <p:sp>
            <p:nvSpPr>
              <p:cNvPr id="254" name="椭圆 253">
                <a:extLst>
                  <a:ext uri="{FF2B5EF4-FFF2-40B4-BE49-F238E27FC236}">
                    <a16:creationId xmlns:a16="http://schemas.microsoft.com/office/drawing/2014/main" id="{C162C9E3-C199-4AEF-866C-16814153AAC3}"/>
                  </a:ext>
                </a:extLst>
              </p:cNvPr>
              <p:cNvSpPr/>
              <p:nvPr/>
            </p:nvSpPr>
            <p:spPr>
              <a:xfrm rot="5162698">
                <a:off x="5319744" y="3945621"/>
                <a:ext cx="579615" cy="686579"/>
              </a:xfrm>
              <a:prstGeom prst="ellipse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solidFill>
                  <a:schemeClr val="accent4">
                    <a:lumMod val="20000"/>
                    <a:lumOff val="80000"/>
                  </a:schemeClr>
                </a:solidFill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pic>
            <p:nvPicPr>
              <p:cNvPr id="257" name="图片 256">
                <a:extLst>
                  <a:ext uri="{FF2B5EF4-FFF2-40B4-BE49-F238E27FC236}">
                    <a16:creationId xmlns:a16="http://schemas.microsoft.com/office/drawing/2014/main" id="{6EA17B0A-61FD-47DC-B404-E7FF8D8DD93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564004" y="4211751"/>
                <a:ext cx="304800" cy="304800"/>
              </a:xfrm>
              <a:prstGeom prst="rect">
                <a:avLst/>
              </a:prstGeom>
            </p:spPr>
          </p:pic>
          <p:pic>
            <p:nvPicPr>
              <p:cNvPr id="259" name="图片 258">
                <a:extLst>
                  <a:ext uri="{FF2B5EF4-FFF2-40B4-BE49-F238E27FC236}">
                    <a16:creationId xmlns:a16="http://schemas.microsoft.com/office/drawing/2014/main" id="{4C67AF48-B0CA-48D5-9984-40643C93E0D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302558" y="4039345"/>
                <a:ext cx="304800" cy="304800"/>
              </a:xfrm>
              <a:prstGeom prst="rect">
                <a:avLst/>
              </a:prstGeom>
            </p:spPr>
          </p:pic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66" name="文本框 265">
                    <a:extLst>
                      <a:ext uri="{FF2B5EF4-FFF2-40B4-BE49-F238E27FC236}">
                        <a16:creationId xmlns:a16="http://schemas.microsoft.com/office/drawing/2014/main" id="{AB1CF618-8ED6-4D62-9FC3-7FD3C37D9B3B}"/>
                      </a:ext>
                    </a:extLst>
                  </p:cNvPr>
                  <p:cNvSpPr txBox="1"/>
                  <p:nvPr/>
                </p:nvSpPr>
                <p:spPr>
                  <a:xfrm>
                    <a:off x="5567468" y="3984171"/>
                    <a:ext cx="377218" cy="276999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sz="12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oMath>
                      </m:oMathPara>
                    </a14:m>
                    <a:endParaRPr lang="zh-CN" altLang="en-US" sz="1200" dirty="0"/>
                  </a:p>
                </p:txBody>
              </p:sp>
            </mc:Choice>
            <mc:Fallback xmlns="">
              <p:sp>
                <p:nvSpPr>
                  <p:cNvPr id="266" name="文本框 265">
                    <a:extLst>
                      <a:ext uri="{FF2B5EF4-FFF2-40B4-BE49-F238E27FC236}">
                        <a16:creationId xmlns:a16="http://schemas.microsoft.com/office/drawing/2014/main" id="{AB1CF618-8ED6-4D62-9FC3-7FD3C37D9B3B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567468" y="3984171"/>
                    <a:ext cx="377218" cy="276999"/>
                  </a:xfrm>
                  <a:prstGeom prst="rect">
                    <a:avLst/>
                  </a:prstGeom>
                  <a:blipFill>
                    <a:blip r:embed="rId20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7" name="文本框 266">
                  <a:extLst>
                    <a:ext uri="{FF2B5EF4-FFF2-40B4-BE49-F238E27FC236}">
                      <a16:creationId xmlns:a16="http://schemas.microsoft.com/office/drawing/2014/main" id="{8F11FD21-491E-4FAA-B644-24525D6C1A94}"/>
                    </a:ext>
                  </a:extLst>
                </p:cNvPr>
                <p:cNvSpPr txBox="1"/>
                <p:nvPr/>
              </p:nvSpPr>
              <p:spPr>
                <a:xfrm>
                  <a:off x="4643623" y="4476969"/>
                  <a:ext cx="380810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2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267" name="文本框 266">
                  <a:extLst>
                    <a:ext uri="{FF2B5EF4-FFF2-40B4-BE49-F238E27FC236}">
                      <a16:creationId xmlns:a16="http://schemas.microsoft.com/office/drawing/2014/main" id="{8F11FD21-491E-4FAA-B644-24525D6C1A9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643623" y="4476969"/>
                  <a:ext cx="380810" cy="276999"/>
                </a:xfrm>
                <a:prstGeom prst="rect">
                  <a:avLst/>
                </a:prstGeom>
                <a:blipFill>
                  <a:blip r:embed="rId2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270" name="组合 269">
              <a:extLst>
                <a:ext uri="{FF2B5EF4-FFF2-40B4-BE49-F238E27FC236}">
                  <a16:creationId xmlns:a16="http://schemas.microsoft.com/office/drawing/2014/main" id="{DD2C858E-0C65-4F2D-8B21-5C2CF5929BAD}"/>
                </a:ext>
              </a:extLst>
            </p:cNvPr>
            <p:cNvGrpSpPr/>
            <p:nvPr/>
          </p:nvGrpSpPr>
          <p:grpSpPr>
            <a:xfrm>
              <a:off x="4251386" y="5153854"/>
              <a:ext cx="773290" cy="579615"/>
              <a:chOff x="4529992" y="4803810"/>
              <a:chExt cx="773290" cy="579615"/>
            </a:xfrm>
          </p:grpSpPr>
          <p:sp>
            <p:nvSpPr>
              <p:cNvPr id="253" name="椭圆 252">
                <a:extLst>
                  <a:ext uri="{FF2B5EF4-FFF2-40B4-BE49-F238E27FC236}">
                    <a16:creationId xmlns:a16="http://schemas.microsoft.com/office/drawing/2014/main" id="{E600C3D3-9932-454A-A2A6-F726A8AB5853}"/>
                  </a:ext>
                </a:extLst>
              </p:cNvPr>
              <p:cNvSpPr/>
              <p:nvPr/>
            </p:nvSpPr>
            <p:spPr>
              <a:xfrm rot="4993526">
                <a:off x="4583474" y="4750328"/>
                <a:ext cx="579615" cy="686579"/>
              </a:xfrm>
              <a:prstGeom prst="ellipse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solidFill>
                  <a:schemeClr val="accent4">
                    <a:lumMod val="60000"/>
                    <a:lumOff val="40000"/>
                  </a:schemeClr>
                </a:solidFill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pic>
            <p:nvPicPr>
              <p:cNvPr id="256" name="图片 255">
                <a:extLst>
                  <a:ext uri="{FF2B5EF4-FFF2-40B4-BE49-F238E27FC236}">
                    <a16:creationId xmlns:a16="http://schemas.microsoft.com/office/drawing/2014/main" id="{FC32D520-1123-4D15-991D-494D785360A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4739488" y="5145044"/>
                <a:ext cx="237849" cy="237849"/>
              </a:xfrm>
              <a:prstGeom prst="rect">
                <a:avLst/>
              </a:prstGeom>
            </p:spPr>
          </p:pic>
          <p:pic>
            <p:nvPicPr>
              <p:cNvPr id="258" name="图片 257">
                <a:extLst>
                  <a:ext uri="{FF2B5EF4-FFF2-40B4-BE49-F238E27FC236}">
                    <a16:creationId xmlns:a16="http://schemas.microsoft.com/office/drawing/2014/main" id="{4A061580-CA0F-4F6F-ADCA-8BE253A379F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4916557" y="4840563"/>
                <a:ext cx="239596" cy="239596"/>
              </a:xfrm>
              <a:prstGeom prst="rect">
                <a:avLst/>
              </a:prstGeom>
            </p:spPr>
          </p:pic>
          <p:pic>
            <p:nvPicPr>
              <p:cNvPr id="262" name="图片 261">
                <a:extLst>
                  <a:ext uri="{FF2B5EF4-FFF2-40B4-BE49-F238E27FC236}">
                    <a16:creationId xmlns:a16="http://schemas.microsoft.com/office/drawing/2014/main" id="{B728797D-0E21-4F9B-A045-34A59695419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4555567" y="4905247"/>
                <a:ext cx="281592" cy="281592"/>
              </a:xfrm>
              <a:prstGeom prst="rect">
                <a:avLst/>
              </a:prstGeom>
            </p:spPr>
          </p:pic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68" name="文本框 267">
                    <a:extLst>
                      <a:ext uri="{FF2B5EF4-FFF2-40B4-BE49-F238E27FC236}">
                        <a16:creationId xmlns:a16="http://schemas.microsoft.com/office/drawing/2014/main" id="{49547055-3909-4411-8235-EEDA7799FB95}"/>
                      </a:ext>
                    </a:extLst>
                  </p:cNvPr>
                  <p:cNvSpPr txBox="1"/>
                  <p:nvPr/>
                </p:nvSpPr>
                <p:spPr>
                  <a:xfrm>
                    <a:off x="4922472" y="5054765"/>
                    <a:ext cx="380810" cy="276999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sz="12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oMath>
                      </m:oMathPara>
                    </a14:m>
                    <a:endParaRPr lang="zh-CN" altLang="en-US" sz="1200" dirty="0"/>
                  </a:p>
                </p:txBody>
              </p:sp>
            </mc:Choice>
            <mc:Fallback xmlns="">
              <p:sp>
                <p:nvSpPr>
                  <p:cNvPr id="268" name="文本框 267">
                    <a:extLst>
                      <a:ext uri="{FF2B5EF4-FFF2-40B4-BE49-F238E27FC236}">
                        <a16:creationId xmlns:a16="http://schemas.microsoft.com/office/drawing/2014/main" id="{49547055-3909-4411-8235-EEDA7799FB95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922472" y="5054765"/>
                    <a:ext cx="380810" cy="276999"/>
                  </a:xfrm>
                  <a:prstGeom prst="rect">
                    <a:avLst/>
                  </a:prstGeom>
                  <a:blipFill>
                    <a:blip r:embed="rId22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272" name="组合 271">
              <a:extLst>
                <a:ext uri="{FF2B5EF4-FFF2-40B4-BE49-F238E27FC236}">
                  <a16:creationId xmlns:a16="http://schemas.microsoft.com/office/drawing/2014/main" id="{0CB03EB6-7E6F-4143-8832-0A94A7214F64}"/>
                </a:ext>
              </a:extLst>
            </p:cNvPr>
            <p:cNvGrpSpPr/>
            <p:nvPr/>
          </p:nvGrpSpPr>
          <p:grpSpPr>
            <a:xfrm>
              <a:off x="5225012" y="4712208"/>
              <a:ext cx="836733" cy="654549"/>
              <a:chOff x="5289306" y="4655058"/>
              <a:chExt cx="836733" cy="654549"/>
            </a:xfrm>
          </p:grpSpPr>
          <p:pic>
            <p:nvPicPr>
              <p:cNvPr id="255" name="图片 254">
                <a:extLst>
                  <a:ext uri="{FF2B5EF4-FFF2-40B4-BE49-F238E27FC236}">
                    <a16:creationId xmlns:a16="http://schemas.microsoft.com/office/drawing/2014/main" id="{6B3E3E47-CBE8-4B8D-9CA9-D147BBC013F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674949" y="4733363"/>
                <a:ext cx="304800" cy="304800"/>
              </a:xfrm>
              <a:prstGeom prst="rect">
                <a:avLst/>
              </a:prstGeom>
            </p:spPr>
          </p:pic>
          <p:sp>
            <p:nvSpPr>
              <p:cNvPr id="260" name="椭圆 259">
                <a:extLst>
                  <a:ext uri="{FF2B5EF4-FFF2-40B4-BE49-F238E27FC236}">
                    <a16:creationId xmlns:a16="http://schemas.microsoft.com/office/drawing/2014/main" id="{48B78510-3CDA-4FD6-AF0F-09A70654FFF4}"/>
                  </a:ext>
                </a:extLst>
              </p:cNvPr>
              <p:cNvSpPr/>
              <p:nvPr/>
            </p:nvSpPr>
            <p:spPr>
              <a:xfrm rot="5210808">
                <a:off x="5380398" y="4563966"/>
                <a:ext cx="654549" cy="836733"/>
              </a:xfrm>
              <a:prstGeom prst="ellipse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  <a:ln>
                <a:solidFill>
                  <a:schemeClr val="accent4"/>
                </a:solidFill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pic>
            <p:nvPicPr>
              <p:cNvPr id="261" name="图片 260">
                <a:extLst>
                  <a:ext uri="{FF2B5EF4-FFF2-40B4-BE49-F238E27FC236}">
                    <a16:creationId xmlns:a16="http://schemas.microsoft.com/office/drawing/2014/main" id="{2312D4D8-FFE5-415D-8F06-53B86F93DE4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294260" y="4898268"/>
                <a:ext cx="304800" cy="304800"/>
              </a:xfrm>
              <a:prstGeom prst="rect">
                <a:avLst/>
              </a:prstGeom>
            </p:spPr>
          </p:pic>
          <p:pic>
            <p:nvPicPr>
              <p:cNvPr id="265" name="图片 264">
                <a:extLst>
                  <a:ext uri="{FF2B5EF4-FFF2-40B4-BE49-F238E27FC236}">
                    <a16:creationId xmlns:a16="http://schemas.microsoft.com/office/drawing/2014/main" id="{B7088D67-AB14-4FCB-9B00-408507F7EE0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742016" y="4701659"/>
                <a:ext cx="304800" cy="304800"/>
              </a:xfrm>
              <a:prstGeom prst="rect">
                <a:avLst/>
              </a:prstGeom>
            </p:spPr>
          </p:pic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69" name="文本框 268">
                    <a:extLst>
                      <a:ext uri="{FF2B5EF4-FFF2-40B4-BE49-F238E27FC236}">
                        <a16:creationId xmlns:a16="http://schemas.microsoft.com/office/drawing/2014/main" id="{4BF83F81-EEE8-4901-B797-0367B56BFC6C}"/>
                      </a:ext>
                    </a:extLst>
                  </p:cNvPr>
                  <p:cNvSpPr txBox="1"/>
                  <p:nvPr/>
                </p:nvSpPr>
                <p:spPr>
                  <a:xfrm>
                    <a:off x="5675957" y="4937317"/>
                    <a:ext cx="380810" cy="276999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sz="12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b>
                          </m:sSub>
                        </m:oMath>
                      </m:oMathPara>
                    </a14:m>
                    <a:endParaRPr lang="zh-CN" altLang="en-US" sz="1200" dirty="0"/>
                  </a:p>
                </p:txBody>
              </p:sp>
            </mc:Choice>
            <mc:Fallback xmlns="">
              <p:sp>
                <p:nvSpPr>
                  <p:cNvPr id="269" name="文本框 268">
                    <a:extLst>
                      <a:ext uri="{FF2B5EF4-FFF2-40B4-BE49-F238E27FC236}">
                        <a16:creationId xmlns:a16="http://schemas.microsoft.com/office/drawing/2014/main" id="{4BF83F81-EEE8-4901-B797-0367B56BFC6C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675957" y="4937317"/>
                    <a:ext cx="380810" cy="276999"/>
                  </a:xfrm>
                  <a:prstGeom prst="rect">
                    <a:avLst/>
                  </a:prstGeom>
                  <a:blipFill>
                    <a:blip r:embed="rId23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13" name="立方体 12">
              <a:extLst>
                <a:ext uri="{FF2B5EF4-FFF2-40B4-BE49-F238E27FC236}">
                  <a16:creationId xmlns:a16="http://schemas.microsoft.com/office/drawing/2014/main" id="{CA621CB2-39E0-4683-85D0-9B5F677F43F1}"/>
                </a:ext>
              </a:extLst>
            </p:cNvPr>
            <p:cNvSpPr/>
            <p:nvPr/>
          </p:nvSpPr>
          <p:spPr>
            <a:xfrm>
              <a:off x="3160861" y="5178633"/>
              <a:ext cx="539077" cy="699620"/>
            </a:xfrm>
            <a:prstGeom prst="cube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accent1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2" name="立方体 31">
              <a:extLst>
                <a:ext uri="{FF2B5EF4-FFF2-40B4-BE49-F238E27FC236}">
                  <a16:creationId xmlns:a16="http://schemas.microsoft.com/office/drawing/2014/main" id="{300DE34E-B1ED-4A0D-A003-98CF53631FE4}"/>
                </a:ext>
              </a:extLst>
            </p:cNvPr>
            <p:cNvSpPr/>
            <p:nvPr/>
          </p:nvSpPr>
          <p:spPr>
            <a:xfrm>
              <a:off x="5927272" y="4168430"/>
              <a:ext cx="496637" cy="594917"/>
            </a:xfrm>
            <a:prstGeom prst="cube">
              <a:avLst>
                <a:gd name="adj" fmla="val 19877"/>
              </a:avLst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accent1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47" name="直接连接符 46">
              <a:extLst>
                <a:ext uri="{FF2B5EF4-FFF2-40B4-BE49-F238E27FC236}">
                  <a16:creationId xmlns:a16="http://schemas.microsoft.com/office/drawing/2014/main" id="{BFF06FB4-2644-41F4-9281-C4EAD872E15A}"/>
                </a:ext>
              </a:extLst>
            </p:cNvPr>
            <p:cNvCxnSpPr>
              <a:cxnSpLocks/>
              <a:stCxn id="19" idx="2"/>
              <a:endCxn id="9" idx="0"/>
            </p:cNvCxnSpPr>
            <p:nvPr/>
          </p:nvCxnSpPr>
          <p:spPr>
            <a:xfrm>
              <a:off x="1674412" y="3320334"/>
              <a:ext cx="422705" cy="2230469"/>
            </a:xfrm>
            <a:prstGeom prst="line">
              <a:avLst/>
            </a:prstGeom>
            <a:ln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直接连接符 43">
              <a:extLst>
                <a:ext uri="{FF2B5EF4-FFF2-40B4-BE49-F238E27FC236}">
                  <a16:creationId xmlns:a16="http://schemas.microsoft.com/office/drawing/2014/main" id="{3AF7FCF5-606A-4051-B5AE-1599A00BCA36}"/>
                </a:ext>
              </a:extLst>
            </p:cNvPr>
            <p:cNvCxnSpPr>
              <a:cxnSpLocks/>
              <a:stCxn id="21" idx="2"/>
              <a:endCxn id="25" idx="4"/>
            </p:cNvCxnSpPr>
            <p:nvPr/>
          </p:nvCxnSpPr>
          <p:spPr>
            <a:xfrm flipH="1">
              <a:off x="2172882" y="3246810"/>
              <a:ext cx="357075" cy="2256217"/>
            </a:xfrm>
            <a:prstGeom prst="line">
              <a:avLst/>
            </a:prstGeom>
            <a:ln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21" name="图片 20">
              <a:extLst>
                <a:ext uri="{FF2B5EF4-FFF2-40B4-BE49-F238E27FC236}">
                  <a16:creationId xmlns:a16="http://schemas.microsoft.com/office/drawing/2014/main" id="{F4C87ECF-7EBE-4D8C-9DCB-F3E83E71A54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377557" y="2942010"/>
              <a:ext cx="304800" cy="304800"/>
            </a:xfrm>
            <a:prstGeom prst="rect">
              <a:avLst/>
            </a:prstGeom>
          </p:spPr>
        </p:pic>
        <p:sp>
          <p:nvSpPr>
            <p:cNvPr id="189" name="星形: 五角 188">
              <a:extLst>
                <a:ext uri="{FF2B5EF4-FFF2-40B4-BE49-F238E27FC236}">
                  <a16:creationId xmlns:a16="http://schemas.microsoft.com/office/drawing/2014/main" id="{B591F2C3-FFDB-4223-AE22-5703F48DB6AB}"/>
                </a:ext>
              </a:extLst>
            </p:cNvPr>
            <p:cNvSpPr/>
            <p:nvPr/>
          </p:nvSpPr>
          <p:spPr>
            <a:xfrm rot="20997962">
              <a:off x="3674132" y="5062519"/>
              <a:ext cx="135842" cy="120339"/>
            </a:xfrm>
            <a:prstGeom prst="star5">
              <a:avLst/>
            </a:prstGeom>
            <a:solidFill>
              <a:schemeClr val="accent6">
                <a:lumMod val="75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0" name="星形: 五角 189">
              <a:extLst>
                <a:ext uri="{FF2B5EF4-FFF2-40B4-BE49-F238E27FC236}">
                  <a16:creationId xmlns:a16="http://schemas.microsoft.com/office/drawing/2014/main" id="{054DB1E0-290F-4687-9188-A8BF8BCE9C8B}"/>
                </a:ext>
              </a:extLst>
            </p:cNvPr>
            <p:cNvSpPr/>
            <p:nvPr/>
          </p:nvSpPr>
          <p:spPr>
            <a:xfrm rot="1548584">
              <a:off x="3242046" y="4931305"/>
              <a:ext cx="108897" cy="93072"/>
            </a:xfrm>
            <a:prstGeom prst="star5">
              <a:avLst/>
            </a:prstGeom>
            <a:solidFill>
              <a:schemeClr val="accent6">
                <a:lumMod val="75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1" name="星形: 五角 190">
              <a:extLst>
                <a:ext uri="{FF2B5EF4-FFF2-40B4-BE49-F238E27FC236}">
                  <a16:creationId xmlns:a16="http://schemas.microsoft.com/office/drawing/2014/main" id="{D3570DDF-D531-41EC-A4D3-6DF5FAF2CBA9}"/>
                </a:ext>
              </a:extLst>
            </p:cNvPr>
            <p:cNvSpPr/>
            <p:nvPr/>
          </p:nvSpPr>
          <p:spPr>
            <a:xfrm>
              <a:off x="3083442" y="4749208"/>
              <a:ext cx="85059" cy="76817"/>
            </a:xfrm>
            <a:prstGeom prst="star5">
              <a:avLst/>
            </a:prstGeom>
            <a:solidFill>
              <a:schemeClr val="accent6">
                <a:lumMod val="75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2" name="星形: 五角 191">
              <a:extLst>
                <a:ext uri="{FF2B5EF4-FFF2-40B4-BE49-F238E27FC236}">
                  <a16:creationId xmlns:a16="http://schemas.microsoft.com/office/drawing/2014/main" id="{41877BE6-43E3-4B3B-ACB1-0E493C43AA91}"/>
                </a:ext>
              </a:extLst>
            </p:cNvPr>
            <p:cNvSpPr/>
            <p:nvPr/>
          </p:nvSpPr>
          <p:spPr>
            <a:xfrm rot="3317061">
              <a:off x="3381607" y="3779803"/>
              <a:ext cx="104287" cy="124711"/>
            </a:xfrm>
            <a:prstGeom prst="star5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8680071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: 圆角 3">
            <a:extLst>
              <a:ext uri="{FF2B5EF4-FFF2-40B4-BE49-F238E27FC236}">
                <a16:creationId xmlns:a16="http://schemas.microsoft.com/office/drawing/2014/main" id="{E2A91DBF-43F5-4F2D-9D61-6DB9180B3CAF}"/>
              </a:ext>
            </a:extLst>
          </p:cNvPr>
          <p:cNvSpPr/>
          <p:nvPr/>
        </p:nvSpPr>
        <p:spPr>
          <a:xfrm>
            <a:off x="6667501" y="637221"/>
            <a:ext cx="5086350" cy="2407443"/>
          </a:xfrm>
          <a:prstGeom prst="roundRect">
            <a:avLst>
              <a:gd name="adj" fmla="val 8398"/>
            </a:avLst>
          </a:prstGeom>
          <a:solidFill>
            <a:schemeClr val="bg1">
              <a:lumMod val="95000"/>
            </a:schemeClr>
          </a:solidFill>
          <a:ln cap="rnd">
            <a:solidFill>
              <a:srgbClr val="C00000"/>
            </a:solidFill>
            <a:prstDash val="dash"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258E4C17-8E72-49F6-8BE2-56F017C6983E}"/>
              </a:ext>
            </a:extLst>
          </p:cNvPr>
          <p:cNvSpPr/>
          <p:nvPr/>
        </p:nvSpPr>
        <p:spPr>
          <a:xfrm>
            <a:off x="6681787" y="3637596"/>
            <a:ext cx="5050631" cy="2400300"/>
          </a:xfrm>
          <a:prstGeom prst="roundRect">
            <a:avLst>
              <a:gd name="adj" fmla="val 8398"/>
            </a:avLst>
          </a:prstGeom>
          <a:solidFill>
            <a:schemeClr val="bg1">
              <a:lumMod val="95000"/>
            </a:schemeClr>
          </a:solidFill>
          <a:ln cap="rnd">
            <a:solidFill>
              <a:srgbClr val="0070C0"/>
            </a:solidFill>
            <a:prstDash val="dash"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pSp>
        <p:nvGrpSpPr>
          <p:cNvPr id="33" name="组合 32">
            <a:extLst>
              <a:ext uri="{FF2B5EF4-FFF2-40B4-BE49-F238E27FC236}">
                <a16:creationId xmlns:a16="http://schemas.microsoft.com/office/drawing/2014/main" id="{BC0ACF3A-16D0-4818-83C2-58234A934322}"/>
              </a:ext>
            </a:extLst>
          </p:cNvPr>
          <p:cNvGrpSpPr/>
          <p:nvPr/>
        </p:nvGrpSpPr>
        <p:grpSpPr>
          <a:xfrm>
            <a:off x="6864183" y="1108712"/>
            <a:ext cx="1903574" cy="560544"/>
            <a:chOff x="3864767" y="657225"/>
            <a:chExt cx="1729349" cy="592931"/>
          </a:xfrm>
        </p:grpSpPr>
        <p:sp>
          <p:nvSpPr>
            <p:cNvPr id="8" name="矩形: 圆角 7">
              <a:extLst>
                <a:ext uri="{FF2B5EF4-FFF2-40B4-BE49-F238E27FC236}">
                  <a16:creationId xmlns:a16="http://schemas.microsoft.com/office/drawing/2014/main" id="{8EDEDC3E-65C2-4C62-A027-CA3DCBD4E5CA}"/>
                </a:ext>
              </a:extLst>
            </p:cNvPr>
            <p:cNvSpPr/>
            <p:nvPr/>
          </p:nvSpPr>
          <p:spPr>
            <a:xfrm>
              <a:off x="3864767" y="657225"/>
              <a:ext cx="1571627" cy="592931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B634F6D6-316A-4890-A8A5-3DEF27414910}"/>
                </a:ext>
              </a:extLst>
            </p:cNvPr>
            <p:cNvSpPr txBox="1"/>
            <p:nvPr/>
          </p:nvSpPr>
          <p:spPr>
            <a:xfrm>
              <a:off x="3958944" y="703518"/>
              <a:ext cx="1635172" cy="4883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200" b="1" dirty="0"/>
                <a:t>①</a:t>
              </a:r>
              <a:r>
                <a:rPr lang="zh-CN" altLang="en-US" sz="1200" dirty="0"/>
                <a:t>分簇、初始化各簇</a:t>
              </a:r>
              <a:r>
                <a:rPr lang="en-US" altLang="zh-CN" sz="1200" dirty="0"/>
                <a:t>RRT*</a:t>
              </a:r>
              <a:r>
                <a:rPr lang="zh-CN" altLang="en-US" sz="1200" dirty="0"/>
                <a:t>全局路径</a:t>
              </a:r>
            </a:p>
          </p:txBody>
        </p:sp>
      </p:grpSp>
      <p:grpSp>
        <p:nvGrpSpPr>
          <p:cNvPr id="34" name="组合 33">
            <a:extLst>
              <a:ext uri="{FF2B5EF4-FFF2-40B4-BE49-F238E27FC236}">
                <a16:creationId xmlns:a16="http://schemas.microsoft.com/office/drawing/2014/main" id="{AAE1A2CF-45F8-4F19-B922-0D15FC2BE002}"/>
              </a:ext>
            </a:extLst>
          </p:cNvPr>
          <p:cNvGrpSpPr/>
          <p:nvPr/>
        </p:nvGrpSpPr>
        <p:grpSpPr>
          <a:xfrm>
            <a:off x="7549980" y="2255280"/>
            <a:ext cx="1571627" cy="592931"/>
            <a:chOff x="5514973" y="1496612"/>
            <a:chExt cx="1571627" cy="592931"/>
          </a:xfrm>
        </p:grpSpPr>
        <p:sp>
          <p:nvSpPr>
            <p:cNvPr id="20" name="矩形: 圆角 19">
              <a:extLst>
                <a:ext uri="{FF2B5EF4-FFF2-40B4-BE49-F238E27FC236}">
                  <a16:creationId xmlns:a16="http://schemas.microsoft.com/office/drawing/2014/main" id="{398677C6-36C1-442E-B370-72E7623B0856}"/>
                </a:ext>
              </a:extLst>
            </p:cNvPr>
            <p:cNvSpPr/>
            <p:nvPr/>
          </p:nvSpPr>
          <p:spPr>
            <a:xfrm>
              <a:off x="5514973" y="1496612"/>
              <a:ext cx="1571627" cy="592931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3866E5EE-48CF-4959-8D70-2C9D42474549}"/>
                </a:ext>
              </a:extLst>
            </p:cNvPr>
            <p:cNvSpPr txBox="1"/>
            <p:nvPr/>
          </p:nvSpPr>
          <p:spPr>
            <a:xfrm>
              <a:off x="5561174" y="1535907"/>
              <a:ext cx="149304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200" b="1" dirty="0"/>
                <a:t>⑤</a:t>
              </a:r>
              <a:r>
                <a:rPr lang="zh-CN" altLang="en-US" sz="1200" dirty="0"/>
                <a:t>检测各簇全局路径是否发生碰撞</a:t>
              </a:r>
            </a:p>
          </p:txBody>
        </p:sp>
      </p:grpSp>
      <p:grpSp>
        <p:nvGrpSpPr>
          <p:cNvPr id="36" name="组合 35">
            <a:extLst>
              <a:ext uri="{FF2B5EF4-FFF2-40B4-BE49-F238E27FC236}">
                <a16:creationId xmlns:a16="http://schemas.microsoft.com/office/drawing/2014/main" id="{AFA4CA34-2DF5-426D-B355-65EAC6AC5487}"/>
              </a:ext>
            </a:extLst>
          </p:cNvPr>
          <p:cNvGrpSpPr/>
          <p:nvPr/>
        </p:nvGrpSpPr>
        <p:grpSpPr>
          <a:xfrm>
            <a:off x="9793119" y="2258855"/>
            <a:ext cx="1550195" cy="542926"/>
            <a:chOff x="7365204" y="1607343"/>
            <a:chExt cx="1550195" cy="542926"/>
          </a:xfrm>
        </p:grpSpPr>
        <p:sp>
          <p:nvSpPr>
            <p:cNvPr id="21" name="矩形: 圆角 20">
              <a:extLst>
                <a:ext uri="{FF2B5EF4-FFF2-40B4-BE49-F238E27FC236}">
                  <a16:creationId xmlns:a16="http://schemas.microsoft.com/office/drawing/2014/main" id="{997B6BCF-401A-492A-9B43-624AFB8EB604}"/>
                </a:ext>
              </a:extLst>
            </p:cNvPr>
            <p:cNvSpPr/>
            <p:nvPr/>
          </p:nvSpPr>
          <p:spPr>
            <a:xfrm>
              <a:off x="7365204" y="1607343"/>
              <a:ext cx="1550195" cy="542926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844E6608-561E-4B1D-992B-275B6BC46B69}"/>
                </a:ext>
              </a:extLst>
            </p:cNvPr>
            <p:cNvSpPr txBox="1"/>
            <p:nvPr/>
          </p:nvSpPr>
          <p:spPr>
            <a:xfrm>
              <a:off x="7375683" y="1657351"/>
              <a:ext cx="1457325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200" b="1" dirty="0"/>
                <a:t>⑥</a:t>
              </a:r>
              <a:r>
                <a:rPr lang="zh-CN" altLang="en-US" sz="1200" dirty="0"/>
                <a:t>重新规划碰撞的</a:t>
              </a:r>
              <a:r>
                <a:rPr lang="en-US" altLang="zh-CN" sz="1200" dirty="0"/>
                <a:t>RRT*</a:t>
              </a:r>
              <a:r>
                <a:rPr lang="zh-CN" altLang="en-US" sz="1200" dirty="0"/>
                <a:t>路径</a:t>
              </a:r>
            </a:p>
          </p:txBody>
        </p:sp>
      </p:grpSp>
      <p:grpSp>
        <p:nvGrpSpPr>
          <p:cNvPr id="30" name="组合 29">
            <a:extLst>
              <a:ext uri="{FF2B5EF4-FFF2-40B4-BE49-F238E27FC236}">
                <a16:creationId xmlns:a16="http://schemas.microsoft.com/office/drawing/2014/main" id="{62C123F5-D00B-4627-8F8A-22891D530D67}"/>
              </a:ext>
            </a:extLst>
          </p:cNvPr>
          <p:cNvGrpSpPr/>
          <p:nvPr/>
        </p:nvGrpSpPr>
        <p:grpSpPr>
          <a:xfrm>
            <a:off x="6803044" y="3820472"/>
            <a:ext cx="1678964" cy="434818"/>
            <a:chOff x="1382212" y="3857624"/>
            <a:chExt cx="1631022" cy="592931"/>
          </a:xfrm>
        </p:grpSpPr>
        <p:sp>
          <p:nvSpPr>
            <p:cNvPr id="23" name="矩形: 圆角 22">
              <a:extLst>
                <a:ext uri="{FF2B5EF4-FFF2-40B4-BE49-F238E27FC236}">
                  <a16:creationId xmlns:a16="http://schemas.microsoft.com/office/drawing/2014/main" id="{7F48C4FB-9A14-4A24-8636-637D638F7FF8}"/>
                </a:ext>
              </a:extLst>
            </p:cNvPr>
            <p:cNvSpPr/>
            <p:nvPr/>
          </p:nvSpPr>
          <p:spPr>
            <a:xfrm>
              <a:off x="1393029" y="3857624"/>
              <a:ext cx="1571627" cy="592931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7" name="文本框 16">
              <a:extLst>
                <a:ext uri="{FF2B5EF4-FFF2-40B4-BE49-F238E27FC236}">
                  <a16:creationId xmlns:a16="http://schemas.microsoft.com/office/drawing/2014/main" id="{01DE8413-E4AA-4E7C-924B-78F23AB4DC42}"/>
                </a:ext>
              </a:extLst>
            </p:cNvPr>
            <p:cNvSpPr txBox="1"/>
            <p:nvPr/>
          </p:nvSpPr>
          <p:spPr>
            <a:xfrm>
              <a:off x="1382212" y="3958936"/>
              <a:ext cx="1631022" cy="37772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200" b="1" dirty="0"/>
                <a:t>②</a:t>
              </a:r>
              <a:r>
                <a:rPr lang="zh-CN" altLang="en-US" sz="1200" dirty="0"/>
                <a:t>计算</a:t>
              </a:r>
              <a:r>
                <a:rPr lang="en-US" altLang="zh-CN" sz="1200" dirty="0"/>
                <a:t>SINR,</a:t>
              </a:r>
              <a:r>
                <a:rPr lang="zh-CN" altLang="en-US" sz="1200" dirty="0"/>
                <a:t>构建</a:t>
              </a:r>
              <a:r>
                <a:rPr lang="en-US" altLang="zh-CN" sz="1200" dirty="0"/>
                <a:t>MST</a:t>
              </a:r>
              <a:endParaRPr lang="zh-CN" altLang="en-US" sz="1200" dirty="0"/>
            </a:p>
          </p:txBody>
        </p:sp>
      </p:grp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0A87FB2A-9FA0-4801-918D-F2DFF71C8694}"/>
              </a:ext>
            </a:extLst>
          </p:cNvPr>
          <p:cNvGrpSpPr/>
          <p:nvPr/>
        </p:nvGrpSpPr>
        <p:grpSpPr>
          <a:xfrm>
            <a:off x="9260667" y="3880485"/>
            <a:ext cx="2000264" cy="410528"/>
            <a:chOff x="1243010" y="5029200"/>
            <a:chExt cx="1571627" cy="592931"/>
          </a:xfrm>
        </p:grpSpPr>
        <p:sp>
          <p:nvSpPr>
            <p:cNvPr id="24" name="矩形: 圆角 23">
              <a:extLst>
                <a:ext uri="{FF2B5EF4-FFF2-40B4-BE49-F238E27FC236}">
                  <a16:creationId xmlns:a16="http://schemas.microsoft.com/office/drawing/2014/main" id="{83CBAE65-1077-4520-98C7-D239F2AFD1EB}"/>
                </a:ext>
              </a:extLst>
            </p:cNvPr>
            <p:cNvSpPr/>
            <p:nvPr/>
          </p:nvSpPr>
          <p:spPr>
            <a:xfrm>
              <a:off x="1243010" y="5029200"/>
              <a:ext cx="1571627" cy="592931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5" name="文本框 24">
              <a:extLst>
                <a:ext uri="{FF2B5EF4-FFF2-40B4-BE49-F238E27FC236}">
                  <a16:creationId xmlns:a16="http://schemas.microsoft.com/office/drawing/2014/main" id="{492CB19E-7261-4708-B922-0434A6E8969D}"/>
                </a:ext>
              </a:extLst>
            </p:cNvPr>
            <p:cNvSpPr txBox="1"/>
            <p:nvPr/>
          </p:nvSpPr>
          <p:spPr>
            <a:xfrm>
              <a:off x="1316121" y="5134768"/>
              <a:ext cx="1464468" cy="40007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200" b="1" dirty="0"/>
                <a:t>④</a:t>
              </a:r>
              <a:r>
                <a:rPr lang="zh-CN" altLang="en-US" sz="1200" dirty="0"/>
                <a:t>更新障碍物等环境信息</a:t>
              </a:r>
            </a:p>
          </p:txBody>
        </p:sp>
      </p:grpSp>
      <p:cxnSp>
        <p:nvCxnSpPr>
          <p:cNvPr id="38" name="直接箭头连接符 37">
            <a:extLst>
              <a:ext uri="{FF2B5EF4-FFF2-40B4-BE49-F238E27FC236}">
                <a16:creationId xmlns:a16="http://schemas.microsoft.com/office/drawing/2014/main" id="{AE2FC89B-DA16-4E79-AA1A-F9D400BC881E}"/>
              </a:ext>
            </a:extLst>
          </p:cNvPr>
          <p:cNvCxnSpPr>
            <a:stCxn id="24" idx="0"/>
            <a:endCxn id="20" idx="2"/>
          </p:cNvCxnSpPr>
          <p:nvPr/>
        </p:nvCxnSpPr>
        <p:spPr>
          <a:xfrm flipH="1" flipV="1">
            <a:off x="8335794" y="2848211"/>
            <a:ext cx="1925005" cy="1032274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直接箭头连接符 38">
            <a:extLst>
              <a:ext uri="{FF2B5EF4-FFF2-40B4-BE49-F238E27FC236}">
                <a16:creationId xmlns:a16="http://schemas.microsoft.com/office/drawing/2014/main" id="{B79E0543-B87C-4CC4-B532-D878BE1F5873}"/>
              </a:ext>
            </a:extLst>
          </p:cNvPr>
          <p:cNvCxnSpPr>
            <a:cxnSpLocks/>
          </p:cNvCxnSpPr>
          <p:nvPr/>
        </p:nvCxnSpPr>
        <p:spPr>
          <a:xfrm>
            <a:off x="9121607" y="2501740"/>
            <a:ext cx="639136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直接箭头连接符 51">
            <a:extLst>
              <a:ext uri="{FF2B5EF4-FFF2-40B4-BE49-F238E27FC236}">
                <a16:creationId xmlns:a16="http://schemas.microsoft.com/office/drawing/2014/main" id="{F583C7B1-209E-4892-9EBB-5931AEB4A7A8}"/>
              </a:ext>
            </a:extLst>
          </p:cNvPr>
          <p:cNvCxnSpPr>
            <a:cxnSpLocks/>
          </p:cNvCxnSpPr>
          <p:nvPr/>
        </p:nvCxnSpPr>
        <p:spPr>
          <a:xfrm>
            <a:off x="7374729" y="1690687"/>
            <a:ext cx="0" cy="2107406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直接箭头连接符 63">
            <a:extLst>
              <a:ext uri="{FF2B5EF4-FFF2-40B4-BE49-F238E27FC236}">
                <a16:creationId xmlns:a16="http://schemas.microsoft.com/office/drawing/2014/main" id="{9276549B-A5B4-49F6-AC87-D1270895E456}"/>
              </a:ext>
            </a:extLst>
          </p:cNvPr>
          <p:cNvCxnSpPr>
            <a:cxnSpLocks/>
          </p:cNvCxnSpPr>
          <p:nvPr/>
        </p:nvCxnSpPr>
        <p:spPr>
          <a:xfrm>
            <a:off x="7917650" y="2869406"/>
            <a:ext cx="0" cy="928687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文本框 66">
            <a:extLst>
              <a:ext uri="{FF2B5EF4-FFF2-40B4-BE49-F238E27FC236}">
                <a16:creationId xmlns:a16="http://schemas.microsoft.com/office/drawing/2014/main" id="{57D06EE6-192F-45DC-B502-6DC8ACDC767C}"/>
              </a:ext>
            </a:extLst>
          </p:cNvPr>
          <p:cNvSpPr txBox="1"/>
          <p:nvPr/>
        </p:nvSpPr>
        <p:spPr>
          <a:xfrm>
            <a:off x="6857046" y="644368"/>
            <a:ext cx="17127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/>
              <a:t>顶层全局规划</a:t>
            </a:r>
          </a:p>
        </p:txBody>
      </p:sp>
      <p:sp>
        <p:nvSpPr>
          <p:cNvPr id="68" name="文本框 67">
            <a:extLst>
              <a:ext uri="{FF2B5EF4-FFF2-40B4-BE49-F238E27FC236}">
                <a16:creationId xmlns:a16="http://schemas.microsoft.com/office/drawing/2014/main" id="{0D776B5B-7D47-4A58-97E1-148B4D750841}"/>
              </a:ext>
            </a:extLst>
          </p:cNvPr>
          <p:cNvSpPr txBox="1"/>
          <p:nvPr/>
        </p:nvSpPr>
        <p:spPr>
          <a:xfrm>
            <a:off x="6663070" y="5529973"/>
            <a:ext cx="16445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/>
              <a:t>底层局部规划</a:t>
            </a:r>
          </a:p>
        </p:txBody>
      </p:sp>
      <p:grpSp>
        <p:nvGrpSpPr>
          <p:cNvPr id="498" name="组合 497">
            <a:extLst>
              <a:ext uri="{FF2B5EF4-FFF2-40B4-BE49-F238E27FC236}">
                <a16:creationId xmlns:a16="http://schemas.microsoft.com/office/drawing/2014/main" id="{72F19A79-5990-4710-920E-DCA16FD4267E}"/>
              </a:ext>
            </a:extLst>
          </p:cNvPr>
          <p:cNvGrpSpPr/>
          <p:nvPr/>
        </p:nvGrpSpPr>
        <p:grpSpPr>
          <a:xfrm>
            <a:off x="8855862" y="701992"/>
            <a:ext cx="2512219" cy="1381601"/>
            <a:chOff x="7017544" y="725805"/>
            <a:chExt cx="2512219" cy="1381601"/>
          </a:xfrm>
        </p:grpSpPr>
        <p:grpSp>
          <p:nvGrpSpPr>
            <p:cNvPr id="35" name="组合 34">
              <a:extLst>
                <a:ext uri="{FF2B5EF4-FFF2-40B4-BE49-F238E27FC236}">
                  <a16:creationId xmlns:a16="http://schemas.microsoft.com/office/drawing/2014/main" id="{C81F6904-E6DD-4A0C-B0E6-A4CC433B9DD0}"/>
                </a:ext>
              </a:extLst>
            </p:cNvPr>
            <p:cNvGrpSpPr/>
            <p:nvPr/>
          </p:nvGrpSpPr>
          <p:grpSpPr>
            <a:xfrm>
              <a:off x="7017544" y="725805"/>
              <a:ext cx="2512219" cy="1381601"/>
              <a:chOff x="9930313" y="2196110"/>
              <a:chExt cx="2613234" cy="708382"/>
            </a:xfrm>
          </p:grpSpPr>
          <p:sp>
            <p:nvSpPr>
              <p:cNvPr id="22" name="矩形: 圆角 21">
                <a:extLst>
                  <a:ext uri="{FF2B5EF4-FFF2-40B4-BE49-F238E27FC236}">
                    <a16:creationId xmlns:a16="http://schemas.microsoft.com/office/drawing/2014/main" id="{D3374A74-DB25-49C0-AF36-D59A9CBA8CDD}"/>
                  </a:ext>
                </a:extLst>
              </p:cNvPr>
              <p:cNvSpPr/>
              <p:nvPr/>
            </p:nvSpPr>
            <p:spPr>
              <a:xfrm>
                <a:off x="9930313" y="2196110"/>
                <a:ext cx="2613234" cy="708382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3140C2F8-5568-4B16-82ED-AF1F99001073}"/>
                  </a:ext>
                </a:extLst>
              </p:cNvPr>
              <p:cNvSpPr txBox="1"/>
              <p:nvPr/>
            </p:nvSpPr>
            <p:spPr>
              <a:xfrm>
                <a:off x="9951622" y="2268032"/>
                <a:ext cx="673775" cy="5374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1200" b="1" dirty="0"/>
                  <a:t>⑦</a:t>
                </a:r>
                <a:r>
                  <a:rPr lang="zh-CN" altLang="en-US" sz="1200" dirty="0"/>
                  <a:t>计算</a:t>
                </a:r>
                <a:r>
                  <a:rPr lang="en-US" altLang="zh-CN" sz="1200" dirty="0"/>
                  <a:t>frechet</a:t>
                </a:r>
                <a:r>
                  <a:rPr lang="zh-CN" altLang="en-US" sz="1200" dirty="0"/>
                  <a:t>距离是否满足要求</a:t>
                </a:r>
              </a:p>
            </p:txBody>
          </p:sp>
        </p:grpSp>
        <p:grpSp>
          <p:nvGrpSpPr>
            <p:cNvPr id="307" name="组合 306">
              <a:extLst>
                <a:ext uri="{FF2B5EF4-FFF2-40B4-BE49-F238E27FC236}">
                  <a16:creationId xmlns:a16="http://schemas.microsoft.com/office/drawing/2014/main" id="{A01F8B7C-9C7A-4927-8127-5243A07FFE71}"/>
                </a:ext>
              </a:extLst>
            </p:cNvPr>
            <p:cNvGrpSpPr/>
            <p:nvPr/>
          </p:nvGrpSpPr>
          <p:grpSpPr>
            <a:xfrm>
              <a:off x="7729534" y="800101"/>
              <a:ext cx="1764508" cy="1254103"/>
              <a:chOff x="7596752" y="1373267"/>
              <a:chExt cx="3030873" cy="1911107"/>
            </a:xfrm>
          </p:grpSpPr>
          <p:grpSp>
            <p:nvGrpSpPr>
              <p:cNvPr id="308" name="组合 307">
                <a:extLst>
                  <a:ext uri="{FF2B5EF4-FFF2-40B4-BE49-F238E27FC236}">
                    <a16:creationId xmlns:a16="http://schemas.microsoft.com/office/drawing/2014/main" id="{9B009CC8-B441-4310-8768-6FEC69511B42}"/>
                  </a:ext>
                </a:extLst>
              </p:cNvPr>
              <p:cNvGrpSpPr/>
              <p:nvPr/>
            </p:nvGrpSpPr>
            <p:grpSpPr>
              <a:xfrm>
                <a:off x="7656840" y="1373267"/>
                <a:ext cx="2733676" cy="1876425"/>
                <a:chOff x="7593497" y="938346"/>
                <a:chExt cx="2733676" cy="1876425"/>
              </a:xfrm>
            </p:grpSpPr>
            <p:sp>
              <p:nvSpPr>
                <p:cNvPr id="315" name="矩形 314">
                  <a:extLst>
                    <a:ext uri="{FF2B5EF4-FFF2-40B4-BE49-F238E27FC236}">
                      <a16:creationId xmlns:a16="http://schemas.microsoft.com/office/drawing/2014/main" id="{F32FAF7C-C472-4930-A959-A115608E8E90}"/>
                    </a:ext>
                  </a:extLst>
                </p:cNvPr>
                <p:cNvSpPr/>
                <p:nvPr/>
              </p:nvSpPr>
              <p:spPr>
                <a:xfrm>
                  <a:off x="7593497" y="938346"/>
                  <a:ext cx="2733676" cy="1876425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>
                  <a:prstDash val="dash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900" dirty="0"/>
                </a:p>
              </p:txBody>
            </p:sp>
            <p:grpSp>
              <p:nvGrpSpPr>
                <p:cNvPr id="316" name="组合 315">
                  <a:extLst>
                    <a:ext uri="{FF2B5EF4-FFF2-40B4-BE49-F238E27FC236}">
                      <a16:creationId xmlns:a16="http://schemas.microsoft.com/office/drawing/2014/main" id="{2BA7DEAA-F75D-4219-826E-DE1E8B1FD5EB}"/>
                    </a:ext>
                  </a:extLst>
                </p:cNvPr>
                <p:cNvGrpSpPr/>
                <p:nvPr/>
              </p:nvGrpSpPr>
              <p:grpSpPr>
                <a:xfrm>
                  <a:off x="8144142" y="1803163"/>
                  <a:ext cx="2102265" cy="982768"/>
                  <a:chOff x="8083419" y="1025603"/>
                  <a:chExt cx="2231549" cy="1871560"/>
                </a:xfrm>
              </p:grpSpPr>
              <p:sp>
                <p:nvSpPr>
                  <p:cNvPr id="335" name="星形: 五角 334">
                    <a:extLst>
                      <a:ext uri="{FF2B5EF4-FFF2-40B4-BE49-F238E27FC236}">
                        <a16:creationId xmlns:a16="http://schemas.microsoft.com/office/drawing/2014/main" id="{FFFEE9DA-1385-4C1F-852A-FE30FB63D8F4}"/>
                      </a:ext>
                    </a:extLst>
                  </p:cNvPr>
                  <p:cNvSpPr/>
                  <p:nvPr/>
                </p:nvSpPr>
                <p:spPr>
                  <a:xfrm>
                    <a:off x="8836688" y="2119073"/>
                    <a:ext cx="137160" cy="137160"/>
                  </a:xfrm>
                  <a:prstGeom prst="star5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sz="900"/>
                  </a:p>
                </p:txBody>
              </p:sp>
              <p:sp>
                <p:nvSpPr>
                  <p:cNvPr id="336" name="星形: 五角 335">
                    <a:extLst>
                      <a:ext uri="{FF2B5EF4-FFF2-40B4-BE49-F238E27FC236}">
                        <a16:creationId xmlns:a16="http://schemas.microsoft.com/office/drawing/2014/main" id="{51F9640B-4708-40B5-8148-04F269E9A367}"/>
                      </a:ext>
                    </a:extLst>
                  </p:cNvPr>
                  <p:cNvSpPr/>
                  <p:nvPr/>
                </p:nvSpPr>
                <p:spPr>
                  <a:xfrm>
                    <a:off x="9339608" y="1478993"/>
                    <a:ext cx="137160" cy="137160"/>
                  </a:xfrm>
                  <a:prstGeom prst="star5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sz="900"/>
                  </a:p>
                </p:txBody>
              </p:sp>
              <p:cxnSp>
                <p:nvCxnSpPr>
                  <p:cNvPr id="337" name="直接箭头连接符 336">
                    <a:extLst>
                      <a:ext uri="{FF2B5EF4-FFF2-40B4-BE49-F238E27FC236}">
                        <a16:creationId xmlns:a16="http://schemas.microsoft.com/office/drawing/2014/main" id="{1E5CC842-EA89-46D5-A697-92D8CAE91E7A}"/>
                      </a:ext>
                    </a:extLst>
                  </p:cNvPr>
                  <p:cNvCxnSpPr>
                    <a:cxnSpLocks/>
                    <a:endCxn id="335" idx="2"/>
                  </p:cNvCxnSpPr>
                  <p:nvPr/>
                </p:nvCxnSpPr>
                <p:spPr>
                  <a:xfrm flipV="1">
                    <a:off x="8083419" y="2256233"/>
                    <a:ext cx="779464" cy="640930"/>
                  </a:xfrm>
                  <a:prstGeom prst="straightConnector1">
                    <a:avLst/>
                  </a:prstGeom>
                  <a:ln w="12700">
                    <a:solidFill>
                      <a:schemeClr val="accent6">
                        <a:lumMod val="75000"/>
                      </a:schemeClr>
                    </a:solidFill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38" name="直接箭头连接符 337">
                    <a:extLst>
                      <a:ext uri="{FF2B5EF4-FFF2-40B4-BE49-F238E27FC236}">
                        <a16:creationId xmlns:a16="http://schemas.microsoft.com/office/drawing/2014/main" id="{33E500BF-F64B-4908-B9F6-1044241165BA}"/>
                      </a:ext>
                    </a:extLst>
                  </p:cNvPr>
                  <p:cNvCxnSpPr>
                    <a:cxnSpLocks/>
                    <a:stCxn id="335" idx="4"/>
                    <a:endCxn id="336" idx="2"/>
                  </p:cNvCxnSpPr>
                  <p:nvPr/>
                </p:nvCxnSpPr>
                <p:spPr>
                  <a:xfrm flipV="1">
                    <a:off x="8973848" y="1616153"/>
                    <a:ext cx="391955" cy="555310"/>
                  </a:xfrm>
                  <a:prstGeom prst="straightConnector1">
                    <a:avLst/>
                  </a:prstGeom>
                  <a:ln w="12700">
                    <a:solidFill>
                      <a:schemeClr val="accent6">
                        <a:lumMod val="75000"/>
                      </a:schemeClr>
                    </a:solidFill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39" name="直接箭头连接符 338">
                    <a:extLst>
                      <a:ext uri="{FF2B5EF4-FFF2-40B4-BE49-F238E27FC236}">
                        <a16:creationId xmlns:a16="http://schemas.microsoft.com/office/drawing/2014/main" id="{2991BFEB-4D72-4023-8804-3BD626EF0848}"/>
                      </a:ext>
                    </a:extLst>
                  </p:cNvPr>
                  <p:cNvCxnSpPr>
                    <a:cxnSpLocks/>
                    <a:stCxn id="336" idx="4"/>
                  </p:cNvCxnSpPr>
                  <p:nvPr/>
                </p:nvCxnSpPr>
                <p:spPr>
                  <a:xfrm flipV="1">
                    <a:off x="9476768" y="1025603"/>
                    <a:ext cx="838200" cy="505780"/>
                  </a:xfrm>
                  <a:prstGeom prst="straightConnector1">
                    <a:avLst/>
                  </a:prstGeom>
                  <a:ln w="12700">
                    <a:solidFill>
                      <a:schemeClr val="accent6">
                        <a:lumMod val="75000"/>
                      </a:schemeClr>
                    </a:solidFill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317" name="组合 316">
                  <a:extLst>
                    <a:ext uri="{FF2B5EF4-FFF2-40B4-BE49-F238E27FC236}">
                      <a16:creationId xmlns:a16="http://schemas.microsoft.com/office/drawing/2014/main" id="{6DD2015F-D327-43AC-ABFD-C79BF4CD3CCA}"/>
                    </a:ext>
                  </a:extLst>
                </p:cNvPr>
                <p:cNvGrpSpPr/>
                <p:nvPr/>
              </p:nvGrpSpPr>
              <p:grpSpPr>
                <a:xfrm>
                  <a:off x="7853585" y="1563880"/>
                  <a:ext cx="2418459" cy="1196411"/>
                  <a:chOff x="8015175" y="999965"/>
                  <a:chExt cx="2103240" cy="1990278"/>
                </a:xfrm>
              </p:grpSpPr>
              <p:sp>
                <p:nvSpPr>
                  <p:cNvPr id="330" name="星形: 五角 329">
                    <a:extLst>
                      <a:ext uri="{FF2B5EF4-FFF2-40B4-BE49-F238E27FC236}">
                        <a16:creationId xmlns:a16="http://schemas.microsoft.com/office/drawing/2014/main" id="{B6E6699F-DD16-4B22-BD3F-0C9B0833A01A}"/>
                      </a:ext>
                    </a:extLst>
                  </p:cNvPr>
                  <p:cNvSpPr/>
                  <p:nvPr/>
                </p:nvSpPr>
                <p:spPr>
                  <a:xfrm rot="3880281">
                    <a:off x="8243895" y="2078195"/>
                    <a:ext cx="137160" cy="137160"/>
                  </a:xfrm>
                  <a:prstGeom prst="star5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sz="900"/>
                  </a:p>
                </p:txBody>
              </p:sp>
              <p:sp>
                <p:nvSpPr>
                  <p:cNvPr id="331" name="星形: 五角 330">
                    <a:extLst>
                      <a:ext uri="{FF2B5EF4-FFF2-40B4-BE49-F238E27FC236}">
                        <a16:creationId xmlns:a16="http://schemas.microsoft.com/office/drawing/2014/main" id="{649DDA53-C2FE-4238-89C1-799A4265D63A}"/>
                      </a:ext>
                    </a:extLst>
                  </p:cNvPr>
                  <p:cNvSpPr/>
                  <p:nvPr/>
                </p:nvSpPr>
                <p:spPr>
                  <a:xfrm>
                    <a:off x="8891595" y="1422875"/>
                    <a:ext cx="137160" cy="137160"/>
                  </a:xfrm>
                  <a:prstGeom prst="star5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sz="900"/>
                  </a:p>
                </p:txBody>
              </p:sp>
              <p:cxnSp>
                <p:nvCxnSpPr>
                  <p:cNvPr id="332" name="直接箭头连接符 331">
                    <a:extLst>
                      <a:ext uri="{FF2B5EF4-FFF2-40B4-BE49-F238E27FC236}">
                        <a16:creationId xmlns:a16="http://schemas.microsoft.com/office/drawing/2014/main" id="{30C40080-90E2-45CD-BA58-2AEE32A10010}"/>
                      </a:ext>
                    </a:extLst>
                  </p:cNvPr>
                  <p:cNvCxnSpPr>
                    <a:cxnSpLocks/>
                    <a:endCxn id="330" idx="3"/>
                  </p:cNvCxnSpPr>
                  <p:nvPr/>
                </p:nvCxnSpPr>
                <p:spPr>
                  <a:xfrm flipV="1">
                    <a:off x="8015175" y="2214425"/>
                    <a:ext cx="253445" cy="775818"/>
                  </a:xfrm>
                  <a:prstGeom prst="straightConnector1">
                    <a:avLst/>
                  </a:prstGeom>
                  <a:ln w="12700">
                    <a:solidFill>
                      <a:schemeClr val="accent6">
                        <a:lumMod val="75000"/>
                      </a:schemeClr>
                    </a:solidFill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33" name="直接箭头连接符 332">
                    <a:extLst>
                      <a:ext uri="{FF2B5EF4-FFF2-40B4-BE49-F238E27FC236}">
                        <a16:creationId xmlns:a16="http://schemas.microsoft.com/office/drawing/2014/main" id="{D05674E3-A2AD-4C67-BB43-30920C99AA66}"/>
                      </a:ext>
                    </a:extLst>
                  </p:cNvPr>
                  <p:cNvCxnSpPr>
                    <a:cxnSpLocks/>
                    <a:stCxn id="330" idx="0"/>
                    <a:endCxn id="331" idx="2"/>
                  </p:cNvCxnSpPr>
                  <p:nvPr/>
                </p:nvCxnSpPr>
                <p:spPr>
                  <a:xfrm flipV="1">
                    <a:off x="8374462" y="1560035"/>
                    <a:ext cx="543328" cy="557401"/>
                  </a:xfrm>
                  <a:prstGeom prst="straightConnector1">
                    <a:avLst/>
                  </a:prstGeom>
                  <a:ln w="12700">
                    <a:solidFill>
                      <a:schemeClr val="accent6">
                        <a:lumMod val="75000"/>
                      </a:schemeClr>
                    </a:solidFill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34" name="直接箭头连接符 333">
                    <a:extLst>
                      <a:ext uri="{FF2B5EF4-FFF2-40B4-BE49-F238E27FC236}">
                        <a16:creationId xmlns:a16="http://schemas.microsoft.com/office/drawing/2014/main" id="{8991C756-F948-4F04-B3A5-8CA3FDF782E6}"/>
                      </a:ext>
                    </a:extLst>
                  </p:cNvPr>
                  <p:cNvCxnSpPr>
                    <a:cxnSpLocks/>
                    <a:stCxn id="331" idx="4"/>
                  </p:cNvCxnSpPr>
                  <p:nvPr/>
                </p:nvCxnSpPr>
                <p:spPr>
                  <a:xfrm flipV="1">
                    <a:off x="9028755" y="999965"/>
                    <a:ext cx="1089660" cy="475300"/>
                  </a:xfrm>
                  <a:prstGeom prst="straightConnector1">
                    <a:avLst/>
                  </a:prstGeom>
                  <a:ln w="12700">
                    <a:solidFill>
                      <a:schemeClr val="accent6">
                        <a:lumMod val="75000"/>
                      </a:schemeClr>
                    </a:solidFill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318" name="组合 317">
                  <a:extLst>
                    <a:ext uri="{FF2B5EF4-FFF2-40B4-BE49-F238E27FC236}">
                      <a16:creationId xmlns:a16="http://schemas.microsoft.com/office/drawing/2014/main" id="{A963604F-4C39-4140-B08E-5E33097E1370}"/>
                    </a:ext>
                  </a:extLst>
                </p:cNvPr>
                <p:cNvGrpSpPr/>
                <p:nvPr/>
              </p:nvGrpSpPr>
              <p:grpSpPr>
                <a:xfrm>
                  <a:off x="7622849" y="957129"/>
                  <a:ext cx="1820254" cy="897308"/>
                  <a:chOff x="7585441" y="239389"/>
                  <a:chExt cx="2926080" cy="1869760"/>
                </a:xfrm>
                <a:solidFill>
                  <a:srgbClr val="C00000"/>
                </a:solidFill>
              </p:grpSpPr>
              <p:sp>
                <p:nvSpPr>
                  <p:cNvPr id="325" name="星形: 五角 324">
                    <a:extLst>
                      <a:ext uri="{FF2B5EF4-FFF2-40B4-BE49-F238E27FC236}">
                        <a16:creationId xmlns:a16="http://schemas.microsoft.com/office/drawing/2014/main" id="{C65E6E85-0919-4022-B9B4-3CE73D0696B2}"/>
                      </a:ext>
                    </a:extLst>
                  </p:cNvPr>
                  <p:cNvSpPr/>
                  <p:nvPr/>
                </p:nvSpPr>
                <p:spPr>
                  <a:xfrm>
                    <a:off x="8156941" y="1622419"/>
                    <a:ext cx="121920" cy="137160"/>
                  </a:xfrm>
                  <a:prstGeom prst="star5">
                    <a:avLst/>
                  </a:prstGeom>
                  <a:grpFill/>
                  <a:ln>
                    <a:solidFill>
                      <a:srgbClr val="C0000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sz="900"/>
                  </a:p>
                </p:txBody>
              </p:sp>
              <p:sp>
                <p:nvSpPr>
                  <p:cNvPr id="326" name="星形: 五角 325">
                    <a:extLst>
                      <a:ext uri="{FF2B5EF4-FFF2-40B4-BE49-F238E27FC236}">
                        <a16:creationId xmlns:a16="http://schemas.microsoft.com/office/drawing/2014/main" id="{35634E1D-0376-4067-88DF-A34F8D7175DE}"/>
                      </a:ext>
                    </a:extLst>
                  </p:cNvPr>
                  <p:cNvSpPr/>
                  <p:nvPr/>
                </p:nvSpPr>
                <p:spPr>
                  <a:xfrm>
                    <a:off x="8843166" y="807079"/>
                    <a:ext cx="121920" cy="137160"/>
                  </a:xfrm>
                  <a:prstGeom prst="star5">
                    <a:avLst/>
                  </a:prstGeom>
                  <a:grpFill/>
                  <a:ln>
                    <a:solidFill>
                      <a:srgbClr val="C0000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sz="900"/>
                  </a:p>
                </p:txBody>
              </p:sp>
              <p:cxnSp>
                <p:nvCxnSpPr>
                  <p:cNvPr id="327" name="直接箭头连接符 326">
                    <a:extLst>
                      <a:ext uri="{FF2B5EF4-FFF2-40B4-BE49-F238E27FC236}">
                        <a16:creationId xmlns:a16="http://schemas.microsoft.com/office/drawing/2014/main" id="{2FD0CAD3-A227-4D0C-8834-763F217EC165}"/>
                      </a:ext>
                    </a:extLst>
                  </p:cNvPr>
                  <p:cNvCxnSpPr>
                    <a:cxnSpLocks/>
                    <a:endCxn id="325" idx="2"/>
                  </p:cNvCxnSpPr>
                  <p:nvPr/>
                </p:nvCxnSpPr>
                <p:spPr>
                  <a:xfrm flipV="1">
                    <a:off x="7585441" y="1759579"/>
                    <a:ext cx="594785" cy="349570"/>
                  </a:xfrm>
                  <a:prstGeom prst="straightConnector1">
                    <a:avLst/>
                  </a:prstGeom>
                  <a:grpFill/>
                  <a:ln w="12700">
                    <a:solidFill>
                      <a:srgbClr val="C00000"/>
                    </a:solidFill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28" name="直接箭头连接符 327">
                    <a:extLst>
                      <a:ext uri="{FF2B5EF4-FFF2-40B4-BE49-F238E27FC236}">
                        <a16:creationId xmlns:a16="http://schemas.microsoft.com/office/drawing/2014/main" id="{97A0CD3C-4715-46D2-AE45-DE3B5A9968A5}"/>
                      </a:ext>
                    </a:extLst>
                  </p:cNvPr>
                  <p:cNvCxnSpPr>
                    <a:cxnSpLocks/>
                    <a:stCxn id="325" idx="4"/>
                    <a:endCxn id="326" idx="2"/>
                  </p:cNvCxnSpPr>
                  <p:nvPr/>
                </p:nvCxnSpPr>
                <p:spPr>
                  <a:xfrm flipV="1">
                    <a:off x="8278861" y="944239"/>
                    <a:ext cx="587590" cy="730570"/>
                  </a:xfrm>
                  <a:prstGeom prst="straightConnector1">
                    <a:avLst/>
                  </a:prstGeom>
                  <a:grpFill/>
                  <a:ln w="12700">
                    <a:solidFill>
                      <a:srgbClr val="C00000"/>
                    </a:solidFill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29" name="直接箭头连接符 328">
                    <a:extLst>
                      <a:ext uri="{FF2B5EF4-FFF2-40B4-BE49-F238E27FC236}">
                        <a16:creationId xmlns:a16="http://schemas.microsoft.com/office/drawing/2014/main" id="{1B38D286-6372-4970-AE03-EDE2DDD518AE}"/>
                      </a:ext>
                    </a:extLst>
                  </p:cNvPr>
                  <p:cNvCxnSpPr>
                    <a:cxnSpLocks/>
                    <a:stCxn id="326" idx="4"/>
                  </p:cNvCxnSpPr>
                  <p:nvPr/>
                </p:nvCxnSpPr>
                <p:spPr>
                  <a:xfrm flipV="1">
                    <a:off x="8965086" y="239389"/>
                    <a:ext cx="1546435" cy="620080"/>
                  </a:xfrm>
                  <a:prstGeom prst="straightConnector1">
                    <a:avLst/>
                  </a:prstGeom>
                  <a:grpFill/>
                  <a:ln w="12700">
                    <a:solidFill>
                      <a:srgbClr val="C00000"/>
                    </a:solidFill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319" name="组合 318">
                  <a:extLst>
                    <a:ext uri="{FF2B5EF4-FFF2-40B4-BE49-F238E27FC236}">
                      <a16:creationId xmlns:a16="http://schemas.microsoft.com/office/drawing/2014/main" id="{F5685893-5AC5-48DB-9CDF-0D21AE176EFC}"/>
                    </a:ext>
                  </a:extLst>
                </p:cNvPr>
                <p:cNvGrpSpPr/>
                <p:nvPr/>
              </p:nvGrpSpPr>
              <p:grpSpPr>
                <a:xfrm>
                  <a:off x="8595361" y="2042160"/>
                  <a:ext cx="1714500" cy="754380"/>
                  <a:chOff x="8083419" y="1025603"/>
                  <a:chExt cx="2231549" cy="1871560"/>
                </a:xfrm>
              </p:grpSpPr>
              <p:sp>
                <p:nvSpPr>
                  <p:cNvPr id="320" name="星形: 五角 319">
                    <a:extLst>
                      <a:ext uri="{FF2B5EF4-FFF2-40B4-BE49-F238E27FC236}">
                        <a16:creationId xmlns:a16="http://schemas.microsoft.com/office/drawing/2014/main" id="{FFEB5018-476D-450C-BF2B-E6C09AC39877}"/>
                      </a:ext>
                    </a:extLst>
                  </p:cNvPr>
                  <p:cNvSpPr/>
                  <p:nvPr/>
                </p:nvSpPr>
                <p:spPr>
                  <a:xfrm>
                    <a:off x="8836688" y="2119073"/>
                    <a:ext cx="137160" cy="137160"/>
                  </a:xfrm>
                  <a:prstGeom prst="star5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sz="900"/>
                  </a:p>
                </p:txBody>
              </p:sp>
              <p:sp>
                <p:nvSpPr>
                  <p:cNvPr id="321" name="星形: 五角 320">
                    <a:extLst>
                      <a:ext uri="{FF2B5EF4-FFF2-40B4-BE49-F238E27FC236}">
                        <a16:creationId xmlns:a16="http://schemas.microsoft.com/office/drawing/2014/main" id="{C936E261-E027-4D21-9685-5392681C57F2}"/>
                      </a:ext>
                    </a:extLst>
                  </p:cNvPr>
                  <p:cNvSpPr/>
                  <p:nvPr/>
                </p:nvSpPr>
                <p:spPr>
                  <a:xfrm>
                    <a:off x="9339608" y="1478993"/>
                    <a:ext cx="137160" cy="137160"/>
                  </a:xfrm>
                  <a:prstGeom prst="star5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sz="900"/>
                  </a:p>
                </p:txBody>
              </p:sp>
              <p:cxnSp>
                <p:nvCxnSpPr>
                  <p:cNvPr id="322" name="直接箭头连接符 321">
                    <a:extLst>
                      <a:ext uri="{FF2B5EF4-FFF2-40B4-BE49-F238E27FC236}">
                        <a16:creationId xmlns:a16="http://schemas.microsoft.com/office/drawing/2014/main" id="{81BF570C-582F-48AF-A10C-21EA4638FD89}"/>
                      </a:ext>
                    </a:extLst>
                  </p:cNvPr>
                  <p:cNvCxnSpPr>
                    <a:cxnSpLocks/>
                    <a:endCxn id="320" idx="2"/>
                  </p:cNvCxnSpPr>
                  <p:nvPr/>
                </p:nvCxnSpPr>
                <p:spPr>
                  <a:xfrm flipV="1">
                    <a:off x="8083419" y="2256233"/>
                    <a:ext cx="779464" cy="640930"/>
                  </a:xfrm>
                  <a:prstGeom prst="straightConnector1">
                    <a:avLst/>
                  </a:prstGeom>
                  <a:ln w="12700">
                    <a:solidFill>
                      <a:schemeClr val="accent6">
                        <a:lumMod val="75000"/>
                      </a:schemeClr>
                    </a:solidFill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23" name="直接箭头连接符 322">
                    <a:extLst>
                      <a:ext uri="{FF2B5EF4-FFF2-40B4-BE49-F238E27FC236}">
                        <a16:creationId xmlns:a16="http://schemas.microsoft.com/office/drawing/2014/main" id="{52D4F18D-A1C9-4D56-B9DD-6DF58C393681}"/>
                      </a:ext>
                    </a:extLst>
                  </p:cNvPr>
                  <p:cNvCxnSpPr>
                    <a:cxnSpLocks/>
                    <a:stCxn id="320" idx="4"/>
                    <a:endCxn id="321" idx="2"/>
                  </p:cNvCxnSpPr>
                  <p:nvPr/>
                </p:nvCxnSpPr>
                <p:spPr>
                  <a:xfrm flipV="1">
                    <a:off x="8973848" y="1616153"/>
                    <a:ext cx="391955" cy="555310"/>
                  </a:xfrm>
                  <a:prstGeom prst="straightConnector1">
                    <a:avLst/>
                  </a:prstGeom>
                  <a:ln w="12700">
                    <a:solidFill>
                      <a:schemeClr val="accent6">
                        <a:lumMod val="75000"/>
                      </a:schemeClr>
                    </a:solidFill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24" name="直接箭头连接符 323">
                    <a:extLst>
                      <a:ext uri="{FF2B5EF4-FFF2-40B4-BE49-F238E27FC236}">
                        <a16:creationId xmlns:a16="http://schemas.microsoft.com/office/drawing/2014/main" id="{FFBB44CA-37A7-4D2A-906A-4D3FD9329BE0}"/>
                      </a:ext>
                    </a:extLst>
                  </p:cNvPr>
                  <p:cNvCxnSpPr>
                    <a:cxnSpLocks/>
                    <a:stCxn id="321" idx="4"/>
                  </p:cNvCxnSpPr>
                  <p:nvPr/>
                </p:nvCxnSpPr>
                <p:spPr>
                  <a:xfrm flipV="1">
                    <a:off x="9476768" y="1025603"/>
                    <a:ext cx="838200" cy="505780"/>
                  </a:xfrm>
                  <a:prstGeom prst="straightConnector1">
                    <a:avLst/>
                  </a:prstGeom>
                  <a:ln w="12700">
                    <a:solidFill>
                      <a:schemeClr val="accent6">
                        <a:lumMod val="75000"/>
                      </a:schemeClr>
                    </a:solidFill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  <p:sp>
            <p:nvSpPr>
              <p:cNvPr id="309" name="文本框 308">
                <a:extLst>
                  <a:ext uri="{FF2B5EF4-FFF2-40B4-BE49-F238E27FC236}">
                    <a16:creationId xmlns:a16="http://schemas.microsoft.com/office/drawing/2014/main" id="{B35CE7BA-C336-4F05-B501-78DC4477DF57}"/>
                  </a:ext>
                </a:extLst>
              </p:cNvPr>
              <p:cNvSpPr txBox="1"/>
              <p:nvPr/>
            </p:nvSpPr>
            <p:spPr>
              <a:xfrm>
                <a:off x="8368555" y="1644767"/>
                <a:ext cx="2259070" cy="35176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9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需重新规划的簇路径</a:t>
                </a:r>
              </a:p>
            </p:txBody>
          </p:sp>
          <p:sp>
            <p:nvSpPr>
              <p:cNvPr id="310" name="文本框 309">
                <a:extLst>
                  <a:ext uri="{FF2B5EF4-FFF2-40B4-BE49-F238E27FC236}">
                    <a16:creationId xmlns:a16="http://schemas.microsoft.com/office/drawing/2014/main" id="{B9D247F0-F0C9-4CD5-89D9-FEC9A4077AEB}"/>
                  </a:ext>
                </a:extLst>
              </p:cNvPr>
              <p:cNvSpPr txBox="1"/>
              <p:nvPr/>
            </p:nvSpPr>
            <p:spPr>
              <a:xfrm>
                <a:off x="9164685" y="2831191"/>
                <a:ext cx="1315684" cy="35176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9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无需重规划</a:t>
                </a: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11" name="文本框 310">
                    <a:extLst>
                      <a:ext uri="{FF2B5EF4-FFF2-40B4-BE49-F238E27FC236}">
                        <a16:creationId xmlns:a16="http://schemas.microsoft.com/office/drawing/2014/main" id="{0672249F-75B3-4D7B-A3DA-F87A69D4D8A3}"/>
                      </a:ext>
                    </a:extLst>
                  </p:cNvPr>
                  <p:cNvSpPr txBox="1"/>
                  <p:nvPr/>
                </p:nvSpPr>
                <p:spPr>
                  <a:xfrm>
                    <a:off x="7619999" y="2606040"/>
                    <a:ext cx="569966" cy="351761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sz="9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900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altLang="zh-CN" sz="9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oMath>
                      </m:oMathPara>
                    </a14:m>
                    <a:endParaRPr lang="zh-CN" altLang="en-US" sz="900" dirty="0"/>
                  </a:p>
                </p:txBody>
              </p:sp>
            </mc:Choice>
            <mc:Fallback xmlns="">
              <p:sp>
                <p:nvSpPr>
                  <p:cNvPr id="311" name="文本框 310">
                    <a:extLst>
                      <a:ext uri="{FF2B5EF4-FFF2-40B4-BE49-F238E27FC236}">
                        <a16:creationId xmlns:a16="http://schemas.microsoft.com/office/drawing/2014/main" id="{0672249F-75B3-4D7B-A3DA-F87A69D4D8A3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619999" y="2606040"/>
                    <a:ext cx="569966" cy="351761"/>
                  </a:xfrm>
                  <a:prstGeom prst="rect">
                    <a:avLst/>
                  </a:prstGeom>
                  <a:blipFill>
                    <a:blip r:embed="rId3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12" name="文本框 311">
                    <a:extLst>
                      <a:ext uri="{FF2B5EF4-FFF2-40B4-BE49-F238E27FC236}">
                        <a16:creationId xmlns:a16="http://schemas.microsoft.com/office/drawing/2014/main" id="{8BEFE2AE-3790-49C0-90C9-D21F3D41ED1C}"/>
                      </a:ext>
                    </a:extLst>
                  </p:cNvPr>
                  <p:cNvSpPr txBox="1"/>
                  <p:nvPr/>
                </p:nvSpPr>
                <p:spPr>
                  <a:xfrm>
                    <a:off x="8987843" y="2932613"/>
                    <a:ext cx="569966" cy="351761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sz="9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900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altLang="zh-CN" sz="900" b="0" i="1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b>
                          </m:sSub>
                        </m:oMath>
                      </m:oMathPara>
                    </a14:m>
                    <a:endParaRPr lang="zh-CN" altLang="en-US" sz="900" dirty="0"/>
                  </a:p>
                </p:txBody>
              </p:sp>
            </mc:Choice>
            <mc:Fallback xmlns="">
              <p:sp>
                <p:nvSpPr>
                  <p:cNvPr id="312" name="文本框 311">
                    <a:extLst>
                      <a:ext uri="{FF2B5EF4-FFF2-40B4-BE49-F238E27FC236}">
                        <a16:creationId xmlns:a16="http://schemas.microsoft.com/office/drawing/2014/main" id="{8BEFE2AE-3790-49C0-90C9-D21F3D41ED1C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987843" y="2932613"/>
                    <a:ext cx="569966" cy="351761"/>
                  </a:xfrm>
                  <a:prstGeom prst="rect">
                    <a:avLst/>
                  </a:prstGeom>
                  <a:blipFill>
                    <a:blip r:embed="rId4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13" name="文本框 312">
                    <a:extLst>
                      <a:ext uri="{FF2B5EF4-FFF2-40B4-BE49-F238E27FC236}">
                        <a16:creationId xmlns:a16="http://schemas.microsoft.com/office/drawing/2014/main" id="{4CA7014A-6CD5-45D9-900F-2263A1BB1CB7}"/>
                      </a:ext>
                    </a:extLst>
                  </p:cNvPr>
                  <p:cNvSpPr txBox="1"/>
                  <p:nvPr/>
                </p:nvSpPr>
                <p:spPr>
                  <a:xfrm>
                    <a:off x="7596752" y="1714887"/>
                    <a:ext cx="565341" cy="351761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sz="9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900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altLang="zh-CN" sz="9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oMath>
                      </m:oMathPara>
                    </a14:m>
                    <a:endParaRPr lang="zh-CN" altLang="en-US" sz="900" dirty="0"/>
                  </a:p>
                </p:txBody>
              </p:sp>
            </mc:Choice>
            <mc:Fallback xmlns="">
              <p:sp>
                <p:nvSpPr>
                  <p:cNvPr id="313" name="文本框 312">
                    <a:extLst>
                      <a:ext uri="{FF2B5EF4-FFF2-40B4-BE49-F238E27FC236}">
                        <a16:creationId xmlns:a16="http://schemas.microsoft.com/office/drawing/2014/main" id="{4CA7014A-6CD5-45D9-900F-2263A1BB1CB7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596752" y="1714887"/>
                    <a:ext cx="565341" cy="351761"/>
                  </a:xfrm>
                  <a:prstGeom prst="rect">
                    <a:avLst/>
                  </a:prstGeom>
                  <a:blipFill>
                    <a:blip r:embed="rId5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14" name="文本框 313">
                    <a:extLst>
                      <a:ext uri="{FF2B5EF4-FFF2-40B4-BE49-F238E27FC236}">
                        <a16:creationId xmlns:a16="http://schemas.microsoft.com/office/drawing/2014/main" id="{5FF2C4F5-F156-4FC5-8C4C-8CB74C236C08}"/>
                      </a:ext>
                    </a:extLst>
                  </p:cNvPr>
                  <p:cNvSpPr txBox="1"/>
                  <p:nvPr/>
                </p:nvSpPr>
                <p:spPr>
                  <a:xfrm>
                    <a:off x="8338855" y="2629288"/>
                    <a:ext cx="569966" cy="351761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sz="9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900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altLang="zh-CN" sz="9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oMath>
                      </m:oMathPara>
                    </a14:m>
                    <a:endParaRPr lang="zh-CN" altLang="en-US" sz="900" dirty="0"/>
                  </a:p>
                </p:txBody>
              </p:sp>
            </mc:Choice>
            <mc:Fallback xmlns="">
              <p:sp>
                <p:nvSpPr>
                  <p:cNvPr id="314" name="文本框 313">
                    <a:extLst>
                      <a:ext uri="{FF2B5EF4-FFF2-40B4-BE49-F238E27FC236}">
                        <a16:creationId xmlns:a16="http://schemas.microsoft.com/office/drawing/2014/main" id="{5FF2C4F5-F156-4FC5-8C4C-8CB74C236C08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338855" y="2629288"/>
                    <a:ext cx="569966" cy="351761"/>
                  </a:xfrm>
                  <a:prstGeom prst="rect">
                    <a:avLst/>
                  </a:prstGeom>
                  <a:blipFill>
                    <a:blip r:embed="rId6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p:grpSp>
        <p:nvGrpSpPr>
          <p:cNvPr id="486" name="组合 485">
            <a:extLst>
              <a:ext uri="{FF2B5EF4-FFF2-40B4-BE49-F238E27FC236}">
                <a16:creationId xmlns:a16="http://schemas.microsoft.com/office/drawing/2014/main" id="{F51629AA-9783-42B9-B91E-4B8652F1AADD}"/>
              </a:ext>
            </a:extLst>
          </p:cNvPr>
          <p:cNvGrpSpPr/>
          <p:nvPr/>
        </p:nvGrpSpPr>
        <p:grpSpPr>
          <a:xfrm>
            <a:off x="8169445" y="3548064"/>
            <a:ext cx="2966924" cy="2386009"/>
            <a:chOff x="6695455" y="3543301"/>
            <a:chExt cx="2966924" cy="2386009"/>
          </a:xfrm>
        </p:grpSpPr>
        <p:grpSp>
          <p:nvGrpSpPr>
            <p:cNvPr id="32" name="组合 31">
              <a:extLst>
                <a:ext uri="{FF2B5EF4-FFF2-40B4-BE49-F238E27FC236}">
                  <a16:creationId xmlns:a16="http://schemas.microsoft.com/office/drawing/2014/main" id="{3C477CEE-B424-43C9-AC58-2FFDB5D7B69A}"/>
                </a:ext>
              </a:extLst>
            </p:cNvPr>
            <p:cNvGrpSpPr/>
            <p:nvPr/>
          </p:nvGrpSpPr>
          <p:grpSpPr>
            <a:xfrm>
              <a:off x="6695455" y="4493418"/>
              <a:ext cx="2584282" cy="1435892"/>
              <a:chOff x="1262764" y="5808812"/>
              <a:chExt cx="1518730" cy="562165"/>
            </a:xfrm>
          </p:grpSpPr>
          <p:sp>
            <p:nvSpPr>
              <p:cNvPr id="26" name="矩形: 圆角 25">
                <a:extLst>
                  <a:ext uri="{FF2B5EF4-FFF2-40B4-BE49-F238E27FC236}">
                    <a16:creationId xmlns:a16="http://schemas.microsoft.com/office/drawing/2014/main" id="{27E0080A-BF62-49E5-A290-7AE6CCFAE50F}"/>
                  </a:ext>
                </a:extLst>
              </p:cNvPr>
              <p:cNvSpPr/>
              <p:nvPr/>
            </p:nvSpPr>
            <p:spPr>
              <a:xfrm>
                <a:off x="1264442" y="5808812"/>
                <a:ext cx="1517052" cy="562165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27" name="文本框 26">
                <a:extLst>
                  <a:ext uri="{FF2B5EF4-FFF2-40B4-BE49-F238E27FC236}">
                    <a16:creationId xmlns:a16="http://schemas.microsoft.com/office/drawing/2014/main" id="{6B69F0E1-78A3-4487-9ABE-27F28726D042}"/>
                  </a:ext>
                </a:extLst>
              </p:cNvPr>
              <p:cNvSpPr txBox="1"/>
              <p:nvPr/>
            </p:nvSpPr>
            <p:spPr>
              <a:xfrm>
                <a:off x="1262764" y="5864716"/>
                <a:ext cx="368411" cy="46994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1200" b="1" dirty="0"/>
                  <a:t>③</a:t>
                </a:r>
                <a:r>
                  <a:rPr lang="zh-CN" altLang="en-US" sz="1200" dirty="0"/>
                  <a:t>计算合力，执行单步移动</a:t>
                </a:r>
              </a:p>
            </p:txBody>
          </p:sp>
        </p:grpSp>
        <p:grpSp>
          <p:nvGrpSpPr>
            <p:cNvPr id="340" name="组合 339">
              <a:extLst>
                <a:ext uri="{FF2B5EF4-FFF2-40B4-BE49-F238E27FC236}">
                  <a16:creationId xmlns:a16="http://schemas.microsoft.com/office/drawing/2014/main" id="{A8DC95FE-ED7F-4EC3-A029-7D38980E4203}"/>
                </a:ext>
              </a:extLst>
            </p:cNvPr>
            <p:cNvGrpSpPr/>
            <p:nvPr/>
          </p:nvGrpSpPr>
          <p:grpSpPr>
            <a:xfrm>
              <a:off x="7232965" y="3543301"/>
              <a:ext cx="2429414" cy="2276628"/>
              <a:chOff x="7567480" y="2362324"/>
              <a:chExt cx="3516505" cy="3508251"/>
            </a:xfrm>
          </p:grpSpPr>
          <p:grpSp>
            <p:nvGrpSpPr>
              <p:cNvPr id="341" name="组合 340">
                <a:extLst>
                  <a:ext uri="{FF2B5EF4-FFF2-40B4-BE49-F238E27FC236}">
                    <a16:creationId xmlns:a16="http://schemas.microsoft.com/office/drawing/2014/main" id="{E5E53631-767D-4D9D-B2D3-F41F6E659A36}"/>
                  </a:ext>
                </a:extLst>
              </p:cNvPr>
              <p:cNvGrpSpPr/>
              <p:nvPr/>
            </p:nvGrpSpPr>
            <p:grpSpPr>
              <a:xfrm>
                <a:off x="7567480" y="2362324"/>
                <a:ext cx="3516505" cy="3508251"/>
                <a:chOff x="9386755" y="1371724"/>
                <a:chExt cx="3516505" cy="3508251"/>
              </a:xfrm>
            </p:grpSpPr>
            <p:grpSp>
              <p:nvGrpSpPr>
                <p:cNvPr id="348" name="组合 347">
                  <a:extLst>
                    <a:ext uri="{FF2B5EF4-FFF2-40B4-BE49-F238E27FC236}">
                      <a16:creationId xmlns:a16="http://schemas.microsoft.com/office/drawing/2014/main" id="{3F039BFB-38CD-4659-9217-D81153ABC598}"/>
                    </a:ext>
                  </a:extLst>
                </p:cNvPr>
                <p:cNvGrpSpPr/>
                <p:nvPr/>
              </p:nvGrpSpPr>
              <p:grpSpPr>
                <a:xfrm>
                  <a:off x="9386755" y="3003550"/>
                  <a:ext cx="2743200" cy="1876425"/>
                  <a:chOff x="7417802" y="4095750"/>
                  <a:chExt cx="2743200" cy="1876425"/>
                </a:xfrm>
              </p:grpSpPr>
              <p:sp>
                <p:nvSpPr>
                  <p:cNvPr id="350" name="矩形 349">
                    <a:extLst>
                      <a:ext uri="{FF2B5EF4-FFF2-40B4-BE49-F238E27FC236}">
                        <a16:creationId xmlns:a16="http://schemas.microsoft.com/office/drawing/2014/main" id="{A1EE6CBA-BA82-4758-A6FB-37154B204A86}"/>
                      </a:ext>
                    </a:extLst>
                  </p:cNvPr>
                  <p:cNvSpPr/>
                  <p:nvPr/>
                </p:nvSpPr>
                <p:spPr>
                  <a:xfrm>
                    <a:off x="7417802" y="4095750"/>
                    <a:ext cx="2743200" cy="1876425"/>
                  </a:xfrm>
                  <a:prstGeom prst="rect">
                    <a:avLst/>
                  </a:prstGeom>
                  <a:solidFill>
                    <a:schemeClr val="bg1">
                      <a:lumMod val="95000"/>
                    </a:schemeClr>
                  </a:solidFill>
                  <a:ln>
                    <a:prstDash val="dash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sz="900" dirty="0"/>
                  </a:p>
                </p:txBody>
              </p:sp>
              <p:sp>
                <p:nvSpPr>
                  <p:cNvPr id="351" name="矩形 350">
                    <a:extLst>
                      <a:ext uri="{FF2B5EF4-FFF2-40B4-BE49-F238E27FC236}">
                        <a16:creationId xmlns:a16="http://schemas.microsoft.com/office/drawing/2014/main" id="{54F2989B-0D4D-4AAF-AD32-2F5A3878FC99}"/>
                      </a:ext>
                    </a:extLst>
                  </p:cNvPr>
                  <p:cNvSpPr/>
                  <p:nvPr/>
                </p:nvSpPr>
                <p:spPr>
                  <a:xfrm>
                    <a:off x="9126219" y="4902179"/>
                    <a:ext cx="679450" cy="713740"/>
                  </a:xfrm>
                  <a:prstGeom prst="rect">
                    <a:avLst/>
                  </a:prstGeom>
                  <a:solidFill>
                    <a:schemeClr val="accent1">
                      <a:lumMod val="60000"/>
                      <a:lumOff val="40000"/>
                    </a:schemeClr>
                  </a:solidFill>
                  <a:ln>
                    <a:solidFill>
                      <a:schemeClr val="accent1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sz="900"/>
                  </a:p>
                </p:txBody>
              </p:sp>
              <p:pic>
                <p:nvPicPr>
                  <p:cNvPr id="352" name="图片 351">
                    <a:extLst>
                      <a:ext uri="{FF2B5EF4-FFF2-40B4-BE49-F238E27FC236}">
                        <a16:creationId xmlns:a16="http://schemas.microsoft.com/office/drawing/2014/main" id="{40D2D2D9-6237-498B-AEEA-56AED9EAC783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7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7723683" y="5373685"/>
                    <a:ext cx="260463" cy="260463"/>
                  </a:xfrm>
                  <a:prstGeom prst="rect">
                    <a:avLst/>
                  </a:prstGeom>
                </p:spPr>
              </p:pic>
              <p:pic>
                <p:nvPicPr>
                  <p:cNvPr id="353" name="图片 352">
                    <a:extLst>
                      <a:ext uri="{FF2B5EF4-FFF2-40B4-BE49-F238E27FC236}">
                        <a16:creationId xmlns:a16="http://schemas.microsoft.com/office/drawing/2014/main" id="{EFF266B7-B201-4711-908E-CE63DC47DF00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7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7751309" y="4716624"/>
                    <a:ext cx="268397" cy="268397"/>
                  </a:xfrm>
                  <a:prstGeom prst="rect">
                    <a:avLst/>
                  </a:prstGeom>
                </p:spPr>
              </p:pic>
              <p:pic>
                <p:nvPicPr>
                  <p:cNvPr id="354" name="图片 353">
                    <a:extLst>
                      <a:ext uri="{FF2B5EF4-FFF2-40B4-BE49-F238E27FC236}">
                        <a16:creationId xmlns:a16="http://schemas.microsoft.com/office/drawing/2014/main" id="{7A8D5013-BABA-4B10-8AF7-C5B41E82F1D9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7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8485797" y="5277122"/>
                    <a:ext cx="304800" cy="304800"/>
                  </a:xfrm>
                  <a:prstGeom prst="rect">
                    <a:avLst/>
                  </a:prstGeom>
                </p:spPr>
              </p:pic>
              <p:cxnSp>
                <p:nvCxnSpPr>
                  <p:cNvPr id="355" name="直接箭头连接符 354">
                    <a:extLst>
                      <a:ext uri="{FF2B5EF4-FFF2-40B4-BE49-F238E27FC236}">
                        <a16:creationId xmlns:a16="http://schemas.microsoft.com/office/drawing/2014/main" id="{479B1EA9-E8DD-4F56-A33A-F853BA330E4D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8458200" y="5626100"/>
                    <a:ext cx="120650" cy="317500"/>
                  </a:xfrm>
                  <a:prstGeom prst="straightConnector1">
                    <a:avLst/>
                  </a:prstGeom>
                  <a:ln w="12700">
                    <a:solidFill>
                      <a:srgbClr val="C00000"/>
                    </a:solidFill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56" name="直接箭头连接符 355">
                    <a:extLst>
                      <a:ext uri="{FF2B5EF4-FFF2-40B4-BE49-F238E27FC236}">
                        <a16:creationId xmlns:a16="http://schemas.microsoft.com/office/drawing/2014/main" id="{565ACE5D-6FCA-42E7-ABE3-6AA0A20AC44B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 flipV="1">
                    <a:off x="8039100" y="5016500"/>
                    <a:ext cx="453047" cy="298722"/>
                  </a:xfrm>
                  <a:prstGeom prst="straightConnector1">
                    <a:avLst/>
                  </a:prstGeom>
                  <a:ln w="12700">
                    <a:solidFill>
                      <a:srgbClr val="00B050"/>
                    </a:solidFill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57" name="直接箭头连接符 356">
                    <a:extLst>
                      <a:ext uri="{FF2B5EF4-FFF2-40B4-BE49-F238E27FC236}">
                        <a16:creationId xmlns:a16="http://schemas.microsoft.com/office/drawing/2014/main" id="{9DABB258-5F89-4335-92A3-F555C9FAFB23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8064500" y="5473700"/>
                    <a:ext cx="361950" cy="0"/>
                  </a:xfrm>
                  <a:prstGeom prst="straightConnector1">
                    <a:avLst/>
                  </a:prstGeom>
                  <a:ln w="12700">
                    <a:solidFill>
                      <a:srgbClr val="C00000"/>
                    </a:solidFill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58" name="直接箭头连接符 357">
                    <a:extLst>
                      <a:ext uri="{FF2B5EF4-FFF2-40B4-BE49-F238E27FC236}">
                        <a16:creationId xmlns:a16="http://schemas.microsoft.com/office/drawing/2014/main" id="{F6E8610F-3CEA-47EB-96CA-C31B5E301E87}"/>
                      </a:ext>
                    </a:extLst>
                  </p:cNvPr>
                  <p:cNvCxnSpPr>
                    <a:cxnSpLocks/>
                    <a:endCxn id="345" idx="1"/>
                  </p:cNvCxnSpPr>
                  <p:nvPr/>
                </p:nvCxnSpPr>
                <p:spPr>
                  <a:xfrm>
                    <a:off x="8715636" y="5590312"/>
                    <a:ext cx="329171" cy="164289"/>
                  </a:xfrm>
                  <a:prstGeom prst="straightConnector1">
                    <a:avLst/>
                  </a:prstGeom>
                  <a:ln w="12700">
                    <a:solidFill>
                      <a:srgbClr val="00B050"/>
                    </a:solidFill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349" name="弧形 348">
                  <a:extLst>
                    <a:ext uri="{FF2B5EF4-FFF2-40B4-BE49-F238E27FC236}">
                      <a16:creationId xmlns:a16="http://schemas.microsoft.com/office/drawing/2014/main" id="{B80157C9-562D-4C96-AFFC-67CFB62E2B86}"/>
                    </a:ext>
                  </a:extLst>
                </p:cNvPr>
                <p:cNvSpPr/>
                <p:nvPr/>
              </p:nvSpPr>
              <p:spPr>
                <a:xfrm rot="10598637">
                  <a:off x="9962226" y="1371724"/>
                  <a:ext cx="2941034" cy="2863850"/>
                </a:xfrm>
                <a:prstGeom prst="arc">
                  <a:avLst>
                    <a:gd name="adj1" fmla="val 14444823"/>
                    <a:gd name="adj2" fmla="val 21386217"/>
                  </a:avLst>
                </a:prstGeom>
                <a:ln w="12700">
                  <a:solidFill>
                    <a:srgbClr val="C00000"/>
                  </a:solidFill>
                  <a:prstDash val="lg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900" dirty="0"/>
                </a:p>
              </p:txBody>
            </p:sp>
          </p:grpSp>
          <p:sp>
            <p:nvSpPr>
              <p:cNvPr id="343" name="文本框 342">
                <a:extLst>
                  <a:ext uri="{FF2B5EF4-FFF2-40B4-BE49-F238E27FC236}">
                    <a16:creationId xmlns:a16="http://schemas.microsoft.com/office/drawing/2014/main" id="{43862A2C-44E2-4687-914A-2C23CA14965B}"/>
                  </a:ext>
                </a:extLst>
              </p:cNvPr>
              <p:cNvSpPr txBox="1"/>
              <p:nvPr/>
            </p:nvSpPr>
            <p:spPr>
              <a:xfrm>
                <a:off x="8134350" y="5454650"/>
                <a:ext cx="415498" cy="2308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sz="9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斥力</a:t>
                </a:r>
              </a:p>
            </p:txBody>
          </p:sp>
          <p:sp>
            <p:nvSpPr>
              <p:cNvPr id="344" name="文本框 343">
                <a:extLst>
                  <a:ext uri="{FF2B5EF4-FFF2-40B4-BE49-F238E27FC236}">
                    <a16:creationId xmlns:a16="http://schemas.microsoft.com/office/drawing/2014/main" id="{870C0CA1-C03C-4E17-8766-39F1B71078D1}"/>
                  </a:ext>
                </a:extLst>
              </p:cNvPr>
              <p:cNvSpPr txBox="1"/>
              <p:nvPr/>
            </p:nvSpPr>
            <p:spPr>
              <a:xfrm>
                <a:off x="7614129" y="5029022"/>
                <a:ext cx="1528835" cy="29927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9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MST</a:t>
                </a:r>
                <a:r>
                  <a:rPr lang="zh-CN" altLang="en-US" sz="9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通信力</a:t>
                </a:r>
              </a:p>
            </p:txBody>
          </p:sp>
          <p:sp>
            <p:nvSpPr>
              <p:cNvPr id="345" name="文本框 344">
                <a:extLst>
                  <a:ext uri="{FF2B5EF4-FFF2-40B4-BE49-F238E27FC236}">
                    <a16:creationId xmlns:a16="http://schemas.microsoft.com/office/drawing/2014/main" id="{B51FF4E2-D787-4252-B110-67A83AAF2F4E}"/>
                  </a:ext>
                </a:extLst>
              </p:cNvPr>
              <p:cNvSpPr txBox="1"/>
              <p:nvPr/>
            </p:nvSpPr>
            <p:spPr>
              <a:xfrm>
                <a:off x="9194485" y="5503361"/>
                <a:ext cx="1323524" cy="29927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9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目标吸引力</a:t>
                </a: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46" name="文本框 345">
                    <a:extLst>
                      <a:ext uri="{FF2B5EF4-FFF2-40B4-BE49-F238E27FC236}">
                        <a16:creationId xmlns:a16="http://schemas.microsoft.com/office/drawing/2014/main" id="{69F627FF-605B-4B3F-943D-8E590252D705}"/>
                      </a:ext>
                    </a:extLst>
                  </p:cNvPr>
                  <p:cNvSpPr txBox="1"/>
                  <p:nvPr/>
                </p:nvSpPr>
                <p:spPr>
                  <a:xfrm>
                    <a:off x="8823960" y="5105400"/>
                    <a:ext cx="396240" cy="2308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sz="9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900" b="0" i="1" smtClean="0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n-US" altLang="zh-CN" sz="9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oMath>
                      </m:oMathPara>
                    </a14:m>
                    <a:endParaRPr lang="zh-CN" altLang="en-US" sz="900" dirty="0"/>
                  </a:p>
                </p:txBody>
              </p:sp>
            </mc:Choice>
            <mc:Fallback xmlns="">
              <p:sp>
                <p:nvSpPr>
                  <p:cNvPr id="346" name="文本框 345">
                    <a:extLst>
                      <a:ext uri="{FF2B5EF4-FFF2-40B4-BE49-F238E27FC236}">
                        <a16:creationId xmlns:a16="http://schemas.microsoft.com/office/drawing/2014/main" id="{69F627FF-605B-4B3F-943D-8E590252D705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823960" y="5105400"/>
                    <a:ext cx="396240" cy="230832"/>
                  </a:xfrm>
                  <a:prstGeom prst="rect">
                    <a:avLst/>
                  </a:prstGeom>
                  <a:blipFill>
                    <a:blip r:embed="rId8"/>
                    <a:stretch>
                      <a:fillRect b="-40000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47" name="文本框 346">
                    <a:extLst>
                      <a:ext uri="{FF2B5EF4-FFF2-40B4-BE49-F238E27FC236}">
                        <a16:creationId xmlns:a16="http://schemas.microsoft.com/office/drawing/2014/main" id="{20AB7E96-5056-4E39-BBC3-3D5E17A7CA16}"/>
                      </a:ext>
                    </a:extLst>
                  </p:cNvPr>
                  <p:cNvSpPr txBox="1"/>
                  <p:nvPr/>
                </p:nvSpPr>
                <p:spPr>
                  <a:xfrm>
                    <a:off x="7627620" y="5471160"/>
                    <a:ext cx="396240" cy="2308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sz="9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900" b="0" i="1" smtClean="0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n-US" altLang="zh-CN" sz="9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oMath>
                      </m:oMathPara>
                    </a14:m>
                    <a:endParaRPr lang="zh-CN" altLang="en-US" sz="900" dirty="0"/>
                  </a:p>
                </p:txBody>
              </p:sp>
            </mc:Choice>
            <mc:Fallback xmlns="">
              <p:sp>
                <p:nvSpPr>
                  <p:cNvPr id="347" name="文本框 346">
                    <a:extLst>
                      <a:ext uri="{FF2B5EF4-FFF2-40B4-BE49-F238E27FC236}">
                        <a16:creationId xmlns:a16="http://schemas.microsoft.com/office/drawing/2014/main" id="{20AB7E96-5056-4E39-BBC3-3D5E17A7CA16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627620" y="5471160"/>
                    <a:ext cx="396240" cy="230832"/>
                  </a:xfrm>
                  <a:prstGeom prst="rect">
                    <a:avLst/>
                  </a:prstGeom>
                  <a:blipFill>
                    <a:blip r:embed="rId9"/>
                    <a:stretch>
                      <a:fillRect b="-36000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60" name="文本框 359">
                    <a:extLst>
                      <a:ext uri="{FF2B5EF4-FFF2-40B4-BE49-F238E27FC236}">
                        <a16:creationId xmlns:a16="http://schemas.microsoft.com/office/drawing/2014/main" id="{763C8EFE-7360-41F6-9FFC-7847A17EC03D}"/>
                      </a:ext>
                    </a:extLst>
                  </p:cNvPr>
                  <p:cNvSpPr txBox="1"/>
                  <p:nvPr/>
                </p:nvSpPr>
                <p:spPr>
                  <a:xfrm>
                    <a:off x="7689312" y="4335967"/>
                    <a:ext cx="396240" cy="335977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sz="9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900" b="0" i="1" smtClean="0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n-US" altLang="zh-CN" sz="9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oMath>
                      </m:oMathPara>
                    </a14:m>
                    <a:endParaRPr lang="zh-CN" altLang="en-US" sz="900" dirty="0"/>
                  </a:p>
                </p:txBody>
              </p:sp>
            </mc:Choice>
            <mc:Fallback xmlns="">
              <p:sp>
                <p:nvSpPr>
                  <p:cNvPr id="360" name="文本框 359">
                    <a:extLst>
                      <a:ext uri="{FF2B5EF4-FFF2-40B4-BE49-F238E27FC236}">
                        <a16:creationId xmlns:a16="http://schemas.microsoft.com/office/drawing/2014/main" id="{763C8EFE-7360-41F6-9FFC-7847A17EC03D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689312" y="4335967"/>
                    <a:ext cx="396240" cy="335977"/>
                  </a:xfrm>
                  <a:prstGeom prst="rect">
                    <a:avLst/>
                  </a:prstGeom>
                  <a:blipFill>
                    <a:blip r:embed="rId10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p:sp>
        <p:nvSpPr>
          <p:cNvPr id="483" name="文本框 482">
            <a:extLst>
              <a:ext uri="{FF2B5EF4-FFF2-40B4-BE49-F238E27FC236}">
                <a16:creationId xmlns:a16="http://schemas.microsoft.com/office/drawing/2014/main" id="{E11A632F-599E-4335-B56D-7EA07DD37E62}"/>
              </a:ext>
            </a:extLst>
          </p:cNvPr>
          <p:cNvSpPr txBox="1"/>
          <p:nvPr/>
        </p:nvSpPr>
        <p:spPr>
          <a:xfrm>
            <a:off x="9278302" y="2213609"/>
            <a:ext cx="3609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/>
              <a:t>是</a:t>
            </a:r>
          </a:p>
        </p:txBody>
      </p:sp>
      <p:sp>
        <p:nvSpPr>
          <p:cNvPr id="484" name="文本框 483">
            <a:extLst>
              <a:ext uri="{FF2B5EF4-FFF2-40B4-BE49-F238E27FC236}">
                <a16:creationId xmlns:a16="http://schemas.microsoft.com/office/drawing/2014/main" id="{A5B4FE34-DCBA-4312-8C4F-DB8EDDDE0F9C}"/>
              </a:ext>
            </a:extLst>
          </p:cNvPr>
          <p:cNvSpPr txBox="1"/>
          <p:nvPr/>
        </p:nvSpPr>
        <p:spPr>
          <a:xfrm>
            <a:off x="9106375" y="3076574"/>
            <a:ext cx="31242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/>
              <a:t>否</a:t>
            </a:r>
          </a:p>
        </p:txBody>
      </p:sp>
      <p:sp>
        <p:nvSpPr>
          <p:cNvPr id="485" name="文本框 484">
            <a:extLst>
              <a:ext uri="{FF2B5EF4-FFF2-40B4-BE49-F238E27FC236}">
                <a16:creationId xmlns:a16="http://schemas.microsoft.com/office/drawing/2014/main" id="{4328DF00-7F31-4713-8DC6-70C9A78F44D9}"/>
              </a:ext>
            </a:extLst>
          </p:cNvPr>
          <p:cNvSpPr txBox="1"/>
          <p:nvPr/>
        </p:nvSpPr>
        <p:spPr>
          <a:xfrm>
            <a:off x="7590948" y="3127057"/>
            <a:ext cx="3657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/>
              <a:t>否</a:t>
            </a:r>
          </a:p>
        </p:txBody>
      </p:sp>
      <p:cxnSp>
        <p:nvCxnSpPr>
          <p:cNvPr id="491" name="连接符: 肘形 490">
            <a:extLst>
              <a:ext uri="{FF2B5EF4-FFF2-40B4-BE49-F238E27FC236}">
                <a16:creationId xmlns:a16="http://schemas.microsoft.com/office/drawing/2014/main" id="{272F8110-0DE7-4690-98B9-3607BEFE6B99}"/>
              </a:ext>
            </a:extLst>
          </p:cNvPr>
          <p:cNvCxnSpPr>
            <a:stCxn id="23" idx="2"/>
            <a:endCxn id="27" idx="1"/>
          </p:cNvCxnSpPr>
          <p:nvPr/>
        </p:nvCxnSpPr>
        <p:spPr>
          <a:xfrm rot="16200000" flipH="1">
            <a:off x="7403345" y="4475036"/>
            <a:ext cx="985846" cy="546354"/>
          </a:xfrm>
          <a:prstGeom prst="bentConnector2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3" name="连接符: 肘形 492">
            <a:extLst>
              <a:ext uri="{FF2B5EF4-FFF2-40B4-BE49-F238E27FC236}">
                <a16:creationId xmlns:a16="http://schemas.microsoft.com/office/drawing/2014/main" id="{4B56D482-3E27-4841-A4CF-4DDCFF6F3C70}"/>
              </a:ext>
            </a:extLst>
          </p:cNvPr>
          <p:cNvCxnSpPr>
            <a:cxnSpLocks/>
            <a:stCxn id="26" idx="3"/>
            <a:endCxn id="24" idx="3"/>
          </p:cNvCxnSpPr>
          <p:nvPr/>
        </p:nvCxnSpPr>
        <p:spPr>
          <a:xfrm flipV="1">
            <a:off x="10753727" y="4085749"/>
            <a:ext cx="507204" cy="1130378"/>
          </a:xfrm>
          <a:prstGeom prst="bentConnector3">
            <a:avLst>
              <a:gd name="adj1" fmla="val 145071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6" name="连接符: 肘形 495">
            <a:extLst>
              <a:ext uri="{FF2B5EF4-FFF2-40B4-BE49-F238E27FC236}">
                <a16:creationId xmlns:a16="http://schemas.microsoft.com/office/drawing/2014/main" id="{53C02F07-ED89-45CE-8E53-4E7579893527}"/>
              </a:ext>
            </a:extLst>
          </p:cNvPr>
          <p:cNvCxnSpPr>
            <a:stCxn id="21" idx="3"/>
            <a:endCxn id="22" idx="3"/>
          </p:cNvCxnSpPr>
          <p:nvPr/>
        </p:nvCxnSpPr>
        <p:spPr>
          <a:xfrm flipV="1">
            <a:off x="11343314" y="1392793"/>
            <a:ext cx="24767" cy="1137525"/>
          </a:xfrm>
          <a:prstGeom prst="bentConnector3">
            <a:avLst>
              <a:gd name="adj1" fmla="val 1023002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0" name="直接连接符 529">
            <a:extLst>
              <a:ext uri="{FF2B5EF4-FFF2-40B4-BE49-F238E27FC236}">
                <a16:creationId xmlns:a16="http://schemas.microsoft.com/office/drawing/2014/main" id="{B3C9DAEF-8513-42E4-A490-5FAE0BA739FA}"/>
              </a:ext>
            </a:extLst>
          </p:cNvPr>
          <p:cNvCxnSpPr>
            <a:cxnSpLocks/>
            <a:stCxn id="515" idx="2"/>
            <a:endCxn id="606" idx="4"/>
          </p:cNvCxnSpPr>
          <p:nvPr/>
        </p:nvCxnSpPr>
        <p:spPr>
          <a:xfrm flipH="1">
            <a:off x="546176" y="2832178"/>
            <a:ext cx="287655" cy="2978211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23" name="组合 622">
            <a:extLst>
              <a:ext uri="{FF2B5EF4-FFF2-40B4-BE49-F238E27FC236}">
                <a16:creationId xmlns:a16="http://schemas.microsoft.com/office/drawing/2014/main" id="{54FFE5ED-064A-4585-A70F-40D28E9DEE9F}"/>
              </a:ext>
            </a:extLst>
          </p:cNvPr>
          <p:cNvGrpSpPr/>
          <p:nvPr/>
        </p:nvGrpSpPr>
        <p:grpSpPr>
          <a:xfrm>
            <a:off x="165913" y="629324"/>
            <a:ext cx="6310057" cy="4845341"/>
            <a:chOff x="-243662" y="1238924"/>
            <a:chExt cx="6310057" cy="4845341"/>
          </a:xfrm>
        </p:grpSpPr>
        <p:sp>
          <p:nvSpPr>
            <p:cNvPr id="509" name="平行四边形 508">
              <a:extLst>
                <a:ext uri="{FF2B5EF4-FFF2-40B4-BE49-F238E27FC236}">
                  <a16:creationId xmlns:a16="http://schemas.microsoft.com/office/drawing/2014/main" id="{495D0F38-C2C4-420A-9851-5F9B8A1B9F9C}"/>
                </a:ext>
              </a:extLst>
            </p:cNvPr>
            <p:cNvSpPr/>
            <p:nvPr/>
          </p:nvSpPr>
          <p:spPr>
            <a:xfrm>
              <a:off x="-243662" y="1238924"/>
              <a:ext cx="6310057" cy="2289489"/>
            </a:xfrm>
            <a:prstGeom prst="parallelogram">
              <a:avLst>
                <a:gd name="adj" fmla="val 88318"/>
              </a:avLst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chemeClr val="accent4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pic>
          <p:nvPicPr>
            <p:cNvPr id="513" name="图片 512">
              <a:extLst>
                <a:ext uri="{FF2B5EF4-FFF2-40B4-BE49-F238E27FC236}">
                  <a16:creationId xmlns:a16="http://schemas.microsoft.com/office/drawing/2014/main" id="{B6C3CDCB-7E7D-4EC2-B213-0DE569033EBF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99202" y="2608305"/>
              <a:ext cx="304800" cy="304800"/>
            </a:xfrm>
            <a:prstGeom prst="rect">
              <a:avLst/>
            </a:prstGeom>
          </p:spPr>
        </p:pic>
        <p:pic>
          <p:nvPicPr>
            <p:cNvPr id="514" name="图片 513">
              <a:extLst>
                <a:ext uri="{FF2B5EF4-FFF2-40B4-BE49-F238E27FC236}">
                  <a16:creationId xmlns:a16="http://schemas.microsoft.com/office/drawing/2014/main" id="{27AB493E-4ECA-4AB7-843E-EFDC4D6C4F87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98517" y="2264183"/>
              <a:ext cx="304800" cy="304800"/>
            </a:xfrm>
            <a:prstGeom prst="rect">
              <a:avLst/>
            </a:prstGeom>
          </p:spPr>
        </p:pic>
        <p:pic>
          <p:nvPicPr>
            <p:cNvPr id="515" name="图片 514">
              <a:extLst>
                <a:ext uri="{FF2B5EF4-FFF2-40B4-BE49-F238E27FC236}">
                  <a16:creationId xmlns:a16="http://schemas.microsoft.com/office/drawing/2014/main" id="{450A2A86-7142-43A1-85D0-0F1487AEA48C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71856" y="3136978"/>
              <a:ext cx="304800" cy="304800"/>
            </a:xfrm>
            <a:prstGeom prst="rect">
              <a:avLst/>
            </a:prstGeom>
          </p:spPr>
        </p:pic>
        <p:pic>
          <p:nvPicPr>
            <p:cNvPr id="516" name="图片 515">
              <a:extLst>
                <a:ext uri="{FF2B5EF4-FFF2-40B4-BE49-F238E27FC236}">
                  <a16:creationId xmlns:a16="http://schemas.microsoft.com/office/drawing/2014/main" id="{FD79633A-0ACD-46DF-8619-FC8F2747372F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27401" y="3063454"/>
              <a:ext cx="304800" cy="304800"/>
            </a:xfrm>
            <a:prstGeom prst="rect">
              <a:avLst/>
            </a:prstGeom>
          </p:spPr>
        </p:pic>
        <p:sp>
          <p:nvSpPr>
            <p:cNvPr id="519" name="平行四边形 518">
              <a:extLst>
                <a:ext uri="{FF2B5EF4-FFF2-40B4-BE49-F238E27FC236}">
                  <a16:creationId xmlns:a16="http://schemas.microsoft.com/office/drawing/2014/main" id="{D1BC4AB5-56F8-4BC6-B4C4-008A67EBA2D9}"/>
                </a:ext>
              </a:extLst>
            </p:cNvPr>
            <p:cNvSpPr/>
            <p:nvPr/>
          </p:nvSpPr>
          <p:spPr>
            <a:xfrm>
              <a:off x="1743416" y="3282587"/>
              <a:ext cx="525780" cy="251460"/>
            </a:xfrm>
            <a:prstGeom prst="parallelogram">
              <a:avLst>
                <a:gd name="adj" fmla="val 73160"/>
              </a:avLst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accent1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20" name="平行四边形 519">
              <a:extLst>
                <a:ext uri="{FF2B5EF4-FFF2-40B4-BE49-F238E27FC236}">
                  <a16:creationId xmlns:a16="http://schemas.microsoft.com/office/drawing/2014/main" id="{4EB1949E-3B9F-445B-93B6-EDD7BD6E0B2B}"/>
                </a:ext>
              </a:extLst>
            </p:cNvPr>
            <p:cNvSpPr/>
            <p:nvPr/>
          </p:nvSpPr>
          <p:spPr>
            <a:xfrm>
              <a:off x="3640796" y="3023507"/>
              <a:ext cx="510540" cy="236220"/>
            </a:xfrm>
            <a:prstGeom prst="parallelogram">
              <a:avLst>
                <a:gd name="adj" fmla="val 75724"/>
              </a:avLst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accent1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21" name="平行四边形 520">
              <a:extLst>
                <a:ext uri="{FF2B5EF4-FFF2-40B4-BE49-F238E27FC236}">
                  <a16:creationId xmlns:a16="http://schemas.microsoft.com/office/drawing/2014/main" id="{252C5B35-42C1-44F7-8A8F-2A2E8A1C18E2}"/>
                </a:ext>
              </a:extLst>
            </p:cNvPr>
            <p:cNvSpPr/>
            <p:nvPr/>
          </p:nvSpPr>
          <p:spPr>
            <a:xfrm>
              <a:off x="1065236" y="2025287"/>
              <a:ext cx="373380" cy="205740"/>
            </a:xfrm>
            <a:prstGeom prst="parallelogram">
              <a:avLst>
                <a:gd name="adj" fmla="val 75958"/>
              </a:avLst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accent1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22" name="平行四边形 521">
              <a:extLst>
                <a:ext uri="{FF2B5EF4-FFF2-40B4-BE49-F238E27FC236}">
                  <a16:creationId xmlns:a16="http://schemas.microsoft.com/office/drawing/2014/main" id="{6E7E4B67-F912-450E-AC84-47BEC84DA7AA}"/>
                </a:ext>
              </a:extLst>
            </p:cNvPr>
            <p:cNvSpPr/>
            <p:nvPr/>
          </p:nvSpPr>
          <p:spPr>
            <a:xfrm>
              <a:off x="4559006" y="2208167"/>
              <a:ext cx="632460" cy="251460"/>
            </a:xfrm>
            <a:prstGeom prst="parallelogram">
              <a:avLst>
                <a:gd name="adj" fmla="val 87845"/>
              </a:avLst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accent1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23" name="平行四边形 522">
              <a:extLst>
                <a:ext uri="{FF2B5EF4-FFF2-40B4-BE49-F238E27FC236}">
                  <a16:creationId xmlns:a16="http://schemas.microsoft.com/office/drawing/2014/main" id="{D7A203F1-C8A7-434A-9F29-113E6A6BC0C8}"/>
                </a:ext>
              </a:extLst>
            </p:cNvPr>
            <p:cNvSpPr/>
            <p:nvPr/>
          </p:nvSpPr>
          <p:spPr>
            <a:xfrm>
              <a:off x="2078696" y="1682387"/>
              <a:ext cx="464820" cy="251460"/>
            </a:xfrm>
            <a:prstGeom prst="parallelogram">
              <a:avLst>
                <a:gd name="adj" fmla="val 65468"/>
              </a:avLst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accent1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24" name="平行四边形 523">
              <a:extLst>
                <a:ext uri="{FF2B5EF4-FFF2-40B4-BE49-F238E27FC236}">
                  <a16:creationId xmlns:a16="http://schemas.microsoft.com/office/drawing/2014/main" id="{75DD4F33-C659-446A-ACEC-A55EAF8221EA}"/>
                </a:ext>
              </a:extLst>
            </p:cNvPr>
            <p:cNvSpPr/>
            <p:nvPr/>
          </p:nvSpPr>
          <p:spPr>
            <a:xfrm>
              <a:off x="3473156" y="1529987"/>
              <a:ext cx="236220" cy="137160"/>
            </a:xfrm>
            <a:prstGeom prst="parallelogram">
              <a:avLst>
                <a:gd name="adj" fmla="val 70516"/>
              </a:avLst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accent1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25" name="椭圆 524">
              <a:extLst>
                <a:ext uri="{FF2B5EF4-FFF2-40B4-BE49-F238E27FC236}">
                  <a16:creationId xmlns:a16="http://schemas.microsoft.com/office/drawing/2014/main" id="{B9FB6CEA-2A36-45F9-9A4C-17CA32CDD5E8}"/>
                </a:ext>
              </a:extLst>
            </p:cNvPr>
            <p:cNvSpPr/>
            <p:nvPr/>
          </p:nvSpPr>
          <p:spPr>
            <a:xfrm rot="21014316">
              <a:off x="1952904" y="1797016"/>
              <a:ext cx="1790162" cy="1095951"/>
            </a:xfrm>
            <a:prstGeom prst="ellipse">
              <a:avLst/>
            </a:prstGeom>
            <a:noFill/>
            <a:ln>
              <a:solidFill>
                <a:srgbClr val="C00000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26" name="等腰三角形 525">
              <a:extLst>
                <a:ext uri="{FF2B5EF4-FFF2-40B4-BE49-F238E27FC236}">
                  <a16:creationId xmlns:a16="http://schemas.microsoft.com/office/drawing/2014/main" id="{D070F142-A2D6-4346-A177-17F0D7D5DCA4}"/>
                </a:ext>
              </a:extLst>
            </p:cNvPr>
            <p:cNvSpPr/>
            <p:nvPr/>
          </p:nvSpPr>
          <p:spPr>
            <a:xfrm>
              <a:off x="2794976" y="2284367"/>
              <a:ext cx="99060" cy="99060"/>
            </a:xfrm>
            <a:prstGeom prst="triangle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27" name="等腰三角形 526">
              <a:extLst>
                <a:ext uri="{FF2B5EF4-FFF2-40B4-BE49-F238E27FC236}">
                  <a16:creationId xmlns:a16="http://schemas.microsoft.com/office/drawing/2014/main" id="{0A8CA655-7784-41DC-9519-29D2974A776C}"/>
                </a:ext>
              </a:extLst>
            </p:cNvPr>
            <p:cNvSpPr/>
            <p:nvPr/>
          </p:nvSpPr>
          <p:spPr>
            <a:xfrm>
              <a:off x="5561036" y="1358537"/>
              <a:ext cx="99060" cy="99060"/>
            </a:xfrm>
            <a:prstGeom prst="triangle">
              <a:avLst/>
            </a:prstGeom>
            <a:solidFill>
              <a:srgbClr val="92D050"/>
            </a:solidFill>
            <a:ln>
              <a:solidFill>
                <a:srgbClr val="92D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28" name="平行四边形 527">
              <a:extLst>
                <a:ext uri="{FF2B5EF4-FFF2-40B4-BE49-F238E27FC236}">
                  <a16:creationId xmlns:a16="http://schemas.microsoft.com/office/drawing/2014/main" id="{7DB1E4C7-D72F-4B32-9118-10FAF9DEC06E}"/>
                </a:ext>
              </a:extLst>
            </p:cNvPr>
            <p:cNvSpPr/>
            <p:nvPr/>
          </p:nvSpPr>
          <p:spPr>
            <a:xfrm>
              <a:off x="2619716" y="2688227"/>
              <a:ext cx="388620" cy="220980"/>
            </a:xfrm>
            <a:prstGeom prst="parallelogram">
              <a:avLst>
                <a:gd name="adj" fmla="val 55212"/>
              </a:avLst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accent1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36" name="星形: 五角 535">
              <a:extLst>
                <a:ext uri="{FF2B5EF4-FFF2-40B4-BE49-F238E27FC236}">
                  <a16:creationId xmlns:a16="http://schemas.microsoft.com/office/drawing/2014/main" id="{46A3CE48-94DA-40B0-BA23-E6B6766C34E0}"/>
                </a:ext>
              </a:extLst>
            </p:cNvPr>
            <p:cNvSpPr/>
            <p:nvPr/>
          </p:nvSpPr>
          <p:spPr>
            <a:xfrm rot="1976744">
              <a:off x="3194551" y="3236867"/>
              <a:ext cx="137160" cy="137160"/>
            </a:xfrm>
            <a:prstGeom prst="star5">
              <a:avLst/>
            </a:prstGeom>
            <a:solidFill>
              <a:schemeClr val="accent6">
                <a:lumMod val="75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37" name="星形: 五角 536">
              <a:extLst>
                <a:ext uri="{FF2B5EF4-FFF2-40B4-BE49-F238E27FC236}">
                  <a16:creationId xmlns:a16="http://schemas.microsoft.com/office/drawing/2014/main" id="{845B4B5B-FF61-4583-BBCF-D59AAB9FCA3F}"/>
                </a:ext>
              </a:extLst>
            </p:cNvPr>
            <p:cNvSpPr/>
            <p:nvPr/>
          </p:nvSpPr>
          <p:spPr>
            <a:xfrm>
              <a:off x="4082756" y="2551067"/>
              <a:ext cx="137160" cy="137160"/>
            </a:xfrm>
            <a:prstGeom prst="star5">
              <a:avLst/>
            </a:prstGeom>
            <a:solidFill>
              <a:schemeClr val="accent6">
                <a:lumMod val="75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38" name="星形: 五角 537">
              <a:extLst>
                <a:ext uri="{FF2B5EF4-FFF2-40B4-BE49-F238E27FC236}">
                  <a16:creationId xmlns:a16="http://schemas.microsoft.com/office/drawing/2014/main" id="{B7389E18-E6D0-49AA-B308-0D4F418F0679}"/>
                </a:ext>
              </a:extLst>
            </p:cNvPr>
            <p:cNvSpPr/>
            <p:nvPr/>
          </p:nvSpPr>
          <p:spPr>
            <a:xfrm>
              <a:off x="4585676" y="1910987"/>
              <a:ext cx="137160" cy="137160"/>
            </a:xfrm>
            <a:prstGeom prst="star5">
              <a:avLst/>
            </a:prstGeom>
            <a:solidFill>
              <a:schemeClr val="accent6">
                <a:lumMod val="75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40" name="星形: 五角 539">
              <a:extLst>
                <a:ext uri="{FF2B5EF4-FFF2-40B4-BE49-F238E27FC236}">
                  <a16:creationId xmlns:a16="http://schemas.microsoft.com/office/drawing/2014/main" id="{A9E37E7C-CDDD-4323-858B-D9F2B1378320}"/>
                </a:ext>
              </a:extLst>
            </p:cNvPr>
            <p:cNvSpPr/>
            <p:nvPr/>
          </p:nvSpPr>
          <p:spPr>
            <a:xfrm rot="5609243">
              <a:off x="2492641" y="3008267"/>
              <a:ext cx="137160" cy="137160"/>
            </a:xfrm>
            <a:prstGeom prst="star5">
              <a:avLst/>
            </a:prstGeom>
            <a:solidFill>
              <a:schemeClr val="accent6">
                <a:lumMod val="75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41" name="星形: 五角 540">
              <a:extLst>
                <a:ext uri="{FF2B5EF4-FFF2-40B4-BE49-F238E27FC236}">
                  <a16:creationId xmlns:a16="http://schemas.microsoft.com/office/drawing/2014/main" id="{3417FB1D-0BD5-4EAC-9079-B442A4F86D42}"/>
                </a:ext>
              </a:extLst>
            </p:cNvPr>
            <p:cNvSpPr/>
            <p:nvPr/>
          </p:nvSpPr>
          <p:spPr>
            <a:xfrm rot="3880281">
              <a:off x="3686516" y="2535827"/>
              <a:ext cx="137160" cy="137160"/>
            </a:xfrm>
            <a:prstGeom prst="star5">
              <a:avLst/>
            </a:prstGeom>
            <a:solidFill>
              <a:schemeClr val="accent6">
                <a:lumMod val="75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42" name="星形: 五角 541">
              <a:extLst>
                <a:ext uri="{FF2B5EF4-FFF2-40B4-BE49-F238E27FC236}">
                  <a16:creationId xmlns:a16="http://schemas.microsoft.com/office/drawing/2014/main" id="{FD8E6C77-3019-43CF-A7EC-F29CCDA883CF}"/>
                </a:ext>
              </a:extLst>
            </p:cNvPr>
            <p:cNvSpPr/>
            <p:nvPr/>
          </p:nvSpPr>
          <p:spPr>
            <a:xfrm>
              <a:off x="4334216" y="1880507"/>
              <a:ext cx="137160" cy="137160"/>
            </a:xfrm>
            <a:prstGeom prst="star5">
              <a:avLst/>
            </a:prstGeom>
            <a:solidFill>
              <a:schemeClr val="accent6">
                <a:lumMod val="75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544" name="直接箭头连接符 543">
              <a:extLst>
                <a:ext uri="{FF2B5EF4-FFF2-40B4-BE49-F238E27FC236}">
                  <a16:creationId xmlns:a16="http://schemas.microsoft.com/office/drawing/2014/main" id="{A6AD42FE-7907-4C10-A3D3-127A1C996437}"/>
                </a:ext>
              </a:extLst>
            </p:cNvPr>
            <p:cNvCxnSpPr>
              <a:cxnSpLocks/>
              <a:endCxn id="535" idx="1"/>
            </p:cNvCxnSpPr>
            <p:nvPr/>
          </p:nvCxnSpPr>
          <p:spPr>
            <a:xfrm flipV="1">
              <a:off x="1423376" y="3133812"/>
              <a:ext cx="592588" cy="125914"/>
            </a:xfrm>
            <a:prstGeom prst="straightConnector1">
              <a:avLst/>
            </a:prstGeom>
            <a:ln w="6350">
              <a:solidFill>
                <a:schemeClr val="accent6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5" name="直接箭头连接符 544">
              <a:extLst>
                <a:ext uri="{FF2B5EF4-FFF2-40B4-BE49-F238E27FC236}">
                  <a16:creationId xmlns:a16="http://schemas.microsoft.com/office/drawing/2014/main" id="{2B7F3B58-C17D-44D8-99A5-ACF84E2E6998}"/>
                </a:ext>
              </a:extLst>
            </p:cNvPr>
            <p:cNvCxnSpPr>
              <a:cxnSpLocks/>
              <a:stCxn id="535" idx="4"/>
              <a:endCxn id="536" idx="2"/>
            </p:cNvCxnSpPr>
            <p:nvPr/>
          </p:nvCxnSpPr>
          <p:spPr>
            <a:xfrm>
              <a:off x="2151026" y="3109915"/>
              <a:ext cx="1039239" cy="230033"/>
            </a:xfrm>
            <a:prstGeom prst="straightConnector1">
              <a:avLst/>
            </a:prstGeom>
            <a:ln w="6350">
              <a:solidFill>
                <a:schemeClr val="accent6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6" name="直接箭头连接符 545">
              <a:extLst>
                <a:ext uri="{FF2B5EF4-FFF2-40B4-BE49-F238E27FC236}">
                  <a16:creationId xmlns:a16="http://schemas.microsoft.com/office/drawing/2014/main" id="{0EDA552D-577F-4C8B-B8CF-13216DBD4F7B}"/>
                </a:ext>
              </a:extLst>
            </p:cNvPr>
            <p:cNvCxnSpPr>
              <a:cxnSpLocks/>
              <a:stCxn id="536" idx="4"/>
              <a:endCxn id="537" idx="2"/>
            </p:cNvCxnSpPr>
            <p:nvPr/>
          </p:nvCxnSpPr>
          <p:spPr>
            <a:xfrm flipV="1">
              <a:off x="3329487" y="2688227"/>
              <a:ext cx="779464" cy="640930"/>
            </a:xfrm>
            <a:prstGeom prst="straightConnector1">
              <a:avLst/>
            </a:prstGeom>
            <a:ln w="6350">
              <a:solidFill>
                <a:schemeClr val="accent6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7" name="直接箭头连接符 546">
              <a:extLst>
                <a:ext uri="{FF2B5EF4-FFF2-40B4-BE49-F238E27FC236}">
                  <a16:creationId xmlns:a16="http://schemas.microsoft.com/office/drawing/2014/main" id="{785F3EA7-F450-4A25-997A-89679D96B1AC}"/>
                </a:ext>
              </a:extLst>
            </p:cNvPr>
            <p:cNvCxnSpPr>
              <a:cxnSpLocks/>
              <a:stCxn id="537" idx="4"/>
              <a:endCxn id="538" idx="2"/>
            </p:cNvCxnSpPr>
            <p:nvPr/>
          </p:nvCxnSpPr>
          <p:spPr>
            <a:xfrm flipV="1">
              <a:off x="4219916" y="2048147"/>
              <a:ext cx="391955" cy="555310"/>
            </a:xfrm>
            <a:prstGeom prst="straightConnector1">
              <a:avLst/>
            </a:prstGeom>
            <a:ln w="6350">
              <a:solidFill>
                <a:schemeClr val="accent6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8" name="直接箭头连接符 547">
              <a:extLst>
                <a:ext uri="{FF2B5EF4-FFF2-40B4-BE49-F238E27FC236}">
                  <a16:creationId xmlns:a16="http://schemas.microsoft.com/office/drawing/2014/main" id="{758FD970-C70B-440E-B967-2A299790A9D7}"/>
                </a:ext>
              </a:extLst>
            </p:cNvPr>
            <p:cNvCxnSpPr>
              <a:cxnSpLocks/>
              <a:stCxn id="538" idx="4"/>
              <a:endCxn id="527" idx="2"/>
            </p:cNvCxnSpPr>
            <p:nvPr/>
          </p:nvCxnSpPr>
          <p:spPr>
            <a:xfrm flipV="1">
              <a:off x="4722836" y="1457597"/>
              <a:ext cx="838200" cy="505780"/>
            </a:xfrm>
            <a:prstGeom prst="straightConnector1">
              <a:avLst/>
            </a:prstGeom>
            <a:ln w="6350">
              <a:solidFill>
                <a:schemeClr val="accent6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9" name="直接箭头连接符 548">
              <a:extLst>
                <a:ext uri="{FF2B5EF4-FFF2-40B4-BE49-F238E27FC236}">
                  <a16:creationId xmlns:a16="http://schemas.microsoft.com/office/drawing/2014/main" id="{031EDED0-A64E-4FE4-8615-7DC73B84FE31}"/>
                </a:ext>
              </a:extLst>
            </p:cNvPr>
            <p:cNvCxnSpPr>
              <a:cxnSpLocks/>
              <a:stCxn id="515" idx="3"/>
              <a:endCxn id="539" idx="2"/>
            </p:cNvCxnSpPr>
            <p:nvPr/>
          </p:nvCxnSpPr>
          <p:spPr>
            <a:xfrm flipV="1">
              <a:off x="576656" y="2982972"/>
              <a:ext cx="1136844" cy="306406"/>
            </a:xfrm>
            <a:prstGeom prst="straightConnector1">
              <a:avLst/>
            </a:prstGeom>
            <a:ln w="6350">
              <a:solidFill>
                <a:schemeClr val="accent6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0" name="直接箭头连接符 549">
              <a:extLst>
                <a:ext uri="{FF2B5EF4-FFF2-40B4-BE49-F238E27FC236}">
                  <a16:creationId xmlns:a16="http://schemas.microsoft.com/office/drawing/2014/main" id="{9143BD81-B6C0-4859-82B8-0292EB2CBD2E}"/>
                </a:ext>
              </a:extLst>
            </p:cNvPr>
            <p:cNvCxnSpPr>
              <a:cxnSpLocks/>
              <a:stCxn id="539" idx="4"/>
              <a:endCxn id="540" idx="2"/>
            </p:cNvCxnSpPr>
            <p:nvPr/>
          </p:nvCxnSpPr>
          <p:spPr>
            <a:xfrm>
              <a:off x="1850304" y="2954971"/>
              <a:ext cx="645042" cy="75398"/>
            </a:xfrm>
            <a:prstGeom prst="straightConnector1">
              <a:avLst/>
            </a:prstGeom>
            <a:ln w="6350">
              <a:solidFill>
                <a:schemeClr val="accent6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51" name="星形: 五角 550">
              <a:extLst>
                <a:ext uri="{FF2B5EF4-FFF2-40B4-BE49-F238E27FC236}">
                  <a16:creationId xmlns:a16="http://schemas.microsoft.com/office/drawing/2014/main" id="{F9601510-4DBE-4314-B06F-E43ABB10E192}"/>
                </a:ext>
              </a:extLst>
            </p:cNvPr>
            <p:cNvSpPr/>
            <p:nvPr/>
          </p:nvSpPr>
          <p:spPr>
            <a:xfrm rot="372011">
              <a:off x="3319289" y="3387983"/>
              <a:ext cx="137160" cy="137160"/>
            </a:xfrm>
            <a:prstGeom prst="star5">
              <a:avLst/>
            </a:prstGeom>
            <a:solidFill>
              <a:schemeClr val="accent6">
                <a:lumMod val="75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552" name="直接箭头连接符 551">
              <a:extLst>
                <a:ext uri="{FF2B5EF4-FFF2-40B4-BE49-F238E27FC236}">
                  <a16:creationId xmlns:a16="http://schemas.microsoft.com/office/drawing/2014/main" id="{EB33193C-FD27-4B76-9A14-7E5540D1BDCC}"/>
                </a:ext>
              </a:extLst>
            </p:cNvPr>
            <p:cNvCxnSpPr>
              <a:cxnSpLocks/>
              <a:stCxn id="540" idx="0"/>
              <a:endCxn id="551" idx="1"/>
            </p:cNvCxnSpPr>
            <p:nvPr/>
          </p:nvCxnSpPr>
          <p:spPr>
            <a:xfrm>
              <a:off x="2629674" y="3081019"/>
              <a:ext cx="691765" cy="352042"/>
            </a:xfrm>
            <a:prstGeom prst="straightConnector1">
              <a:avLst/>
            </a:prstGeom>
            <a:ln w="12700">
              <a:solidFill>
                <a:schemeClr val="accent6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3" name="直接箭头连接符 552">
              <a:extLst>
                <a:ext uri="{FF2B5EF4-FFF2-40B4-BE49-F238E27FC236}">
                  <a16:creationId xmlns:a16="http://schemas.microsoft.com/office/drawing/2014/main" id="{B0B5DDF0-326D-4431-8492-E5C4E21E6155}"/>
                </a:ext>
              </a:extLst>
            </p:cNvPr>
            <p:cNvCxnSpPr>
              <a:cxnSpLocks/>
              <a:stCxn id="551" idx="4"/>
              <a:endCxn id="541" idx="3"/>
            </p:cNvCxnSpPr>
            <p:nvPr/>
          </p:nvCxnSpPr>
          <p:spPr>
            <a:xfrm flipV="1">
              <a:off x="3457796" y="2672057"/>
              <a:ext cx="253445" cy="775818"/>
            </a:xfrm>
            <a:prstGeom prst="straightConnector1">
              <a:avLst/>
            </a:prstGeom>
            <a:ln w="6350">
              <a:solidFill>
                <a:schemeClr val="accent6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4" name="直接箭头连接符 553">
              <a:extLst>
                <a:ext uri="{FF2B5EF4-FFF2-40B4-BE49-F238E27FC236}">
                  <a16:creationId xmlns:a16="http://schemas.microsoft.com/office/drawing/2014/main" id="{2A47E8A2-0442-4140-B8BA-684DF690EE74}"/>
                </a:ext>
              </a:extLst>
            </p:cNvPr>
            <p:cNvCxnSpPr>
              <a:cxnSpLocks/>
              <a:stCxn id="541" idx="0"/>
              <a:endCxn id="542" idx="2"/>
            </p:cNvCxnSpPr>
            <p:nvPr/>
          </p:nvCxnSpPr>
          <p:spPr>
            <a:xfrm flipV="1">
              <a:off x="3817083" y="2017667"/>
              <a:ext cx="543328" cy="557401"/>
            </a:xfrm>
            <a:prstGeom prst="straightConnector1">
              <a:avLst/>
            </a:prstGeom>
            <a:ln w="6350">
              <a:solidFill>
                <a:schemeClr val="accent6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5" name="直接箭头连接符 554">
              <a:extLst>
                <a:ext uri="{FF2B5EF4-FFF2-40B4-BE49-F238E27FC236}">
                  <a16:creationId xmlns:a16="http://schemas.microsoft.com/office/drawing/2014/main" id="{F4A00F98-CB0D-484A-B318-AF61E99AF742}"/>
                </a:ext>
              </a:extLst>
            </p:cNvPr>
            <p:cNvCxnSpPr>
              <a:cxnSpLocks/>
              <a:stCxn id="542" idx="4"/>
              <a:endCxn id="527" idx="2"/>
            </p:cNvCxnSpPr>
            <p:nvPr/>
          </p:nvCxnSpPr>
          <p:spPr>
            <a:xfrm flipV="1">
              <a:off x="4471376" y="1457597"/>
              <a:ext cx="1089660" cy="475300"/>
            </a:xfrm>
            <a:prstGeom prst="straightConnector1">
              <a:avLst/>
            </a:prstGeom>
            <a:ln w="12700">
              <a:solidFill>
                <a:schemeClr val="accent6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56" name="星形: 五角 555">
              <a:extLst>
                <a:ext uri="{FF2B5EF4-FFF2-40B4-BE49-F238E27FC236}">
                  <a16:creationId xmlns:a16="http://schemas.microsoft.com/office/drawing/2014/main" id="{807DF924-D8D3-480B-AA1A-16AD52DE5D02}"/>
                </a:ext>
              </a:extLst>
            </p:cNvPr>
            <p:cNvSpPr/>
            <p:nvPr/>
          </p:nvSpPr>
          <p:spPr>
            <a:xfrm>
              <a:off x="3206456" y="2840627"/>
              <a:ext cx="121920" cy="137160"/>
            </a:xfrm>
            <a:prstGeom prst="star5">
              <a:avLst/>
            </a:prstGeom>
            <a:solidFill>
              <a:schemeClr val="accent6">
                <a:lumMod val="75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57" name="星形: 五角 556">
              <a:extLst>
                <a:ext uri="{FF2B5EF4-FFF2-40B4-BE49-F238E27FC236}">
                  <a16:creationId xmlns:a16="http://schemas.microsoft.com/office/drawing/2014/main" id="{4BB73DA8-88D6-487E-89EC-8F0195BDFB3A}"/>
                </a:ext>
              </a:extLst>
            </p:cNvPr>
            <p:cNvSpPr/>
            <p:nvPr/>
          </p:nvSpPr>
          <p:spPr>
            <a:xfrm>
              <a:off x="3892681" y="2025287"/>
              <a:ext cx="121920" cy="137160"/>
            </a:xfrm>
            <a:prstGeom prst="star5">
              <a:avLst/>
            </a:prstGeom>
            <a:solidFill>
              <a:schemeClr val="accent6">
                <a:lumMod val="75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59" name="星形: 五角 558">
              <a:extLst>
                <a:ext uri="{FF2B5EF4-FFF2-40B4-BE49-F238E27FC236}">
                  <a16:creationId xmlns:a16="http://schemas.microsoft.com/office/drawing/2014/main" id="{0ACD0237-78D8-40E9-874F-CA2F0E828016}"/>
                </a:ext>
              </a:extLst>
            </p:cNvPr>
            <p:cNvSpPr/>
            <p:nvPr/>
          </p:nvSpPr>
          <p:spPr>
            <a:xfrm>
              <a:off x="2513036" y="3274967"/>
              <a:ext cx="121920" cy="137160"/>
            </a:xfrm>
            <a:prstGeom prst="star5">
              <a:avLst/>
            </a:prstGeom>
            <a:solidFill>
              <a:schemeClr val="accent6">
                <a:lumMod val="75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560" name="直接箭头连接符 559">
              <a:extLst>
                <a:ext uri="{FF2B5EF4-FFF2-40B4-BE49-F238E27FC236}">
                  <a16:creationId xmlns:a16="http://schemas.microsoft.com/office/drawing/2014/main" id="{88BAD02B-188D-4B57-965C-FDF2E1EC89D3}"/>
                </a:ext>
              </a:extLst>
            </p:cNvPr>
            <p:cNvCxnSpPr>
              <a:cxnSpLocks/>
              <a:stCxn id="513" idx="3"/>
              <a:endCxn id="543" idx="1"/>
            </p:cNvCxnSpPr>
            <p:nvPr/>
          </p:nvCxnSpPr>
          <p:spPr>
            <a:xfrm>
              <a:off x="804002" y="2760705"/>
              <a:ext cx="764154" cy="18012"/>
            </a:xfrm>
            <a:prstGeom prst="straightConnector1">
              <a:avLst/>
            </a:prstGeom>
            <a:ln w="6350">
              <a:solidFill>
                <a:schemeClr val="accent6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1" name="直接箭头连接符 560">
              <a:extLst>
                <a:ext uri="{FF2B5EF4-FFF2-40B4-BE49-F238E27FC236}">
                  <a16:creationId xmlns:a16="http://schemas.microsoft.com/office/drawing/2014/main" id="{DDD9E668-83CA-4482-945C-192F81BD3C17}"/>
                </a:ext>
              </a:extLst>
            </p:cNvPr>
            <p:cNvCxnSpPr>
              <a:cxnSpLocks/>
              <a:stCxn id="543" idx="4"/>
              <a:endCxn id="559" idx="1"/>
            </p:cNvCxnSpPr>
            <p:nvPr/>
          </p:nvCxnSpPr>
          <p:spPr>
            <a:xfrm>
              <a:off x="1690076" y="2778717"/>
              <a:ext cx="822960" cy="548640"/>
            </a:xfrm>
            <a:prstGeom prst="straightConnector1">
              <a:avLst/>
            </a:prstGeom>
            <a:ln w="6350">
              <a:solidFill>
                <a:schemeClr val="accent6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2" name="直接箭头连接符 561">
              <a:extLst>
                <a:ext uri="{FF2B5EF4-FFF2-40B4-BE49-F238E27FC236}">
                  <a16:creationId xmlns:a16="http://schemas.microsoft.com/office/drawing/2014/main" id="{960C1641-F3D0-4177-A431-80D76B529061}"/>
                </a:ext>
              </a:extLst>
            </p:cNvPr>
            <p:cNvCxnSpPr>
              <a:cxnSpLocks/>
              <a:stCxn id="559" idx="4"/>
              <a:endCxn id="556" idx="2"/>
            </p:cNvCxnSpPr>
            <p:nvPr/>
          </p:nvCxnSpPr>
          <p:spPr>
            <a:xfrm flipV="1">
              <a:off x="2634956" y="2977787"/>
              <a:ext cx="594785" cy="349570"/>
            </a:xfrm>
            <a:prstGeom prst="straightConnector1">
              <a:avLst/>
            </a:prstGeom>
            <a:ln w="6350">
              <a:solidFill>
                <a:schemeClr val="accent6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3" name="直接箭头连接符 562">
              <a:extLst>
                <a:ext uri="{FF2B5EF4-FFF2-40B4-BE49-F238E27FC236}">
                  <a16:creationId xmlns:a16="http://schemas.microsoft.com/office/drawing/2014/main" id="{5344E385-C520-40C1-9DDC-E3A37A463540}"/>
                </a:ext>
              </a:extLst>
            </p:cNvPr>
            <p:cNvCxnSpPr>
              <a:cxnSpLocks/>
              <a:stCxn id="556" idx="4"/>
              <a:endCxn id="557" idx="2"/>
            </p:cNvCxnSpPr>
            <p:nvPr/>
          </p:nvCxnSpPr>
          <p:spPr>
            <a:xfrm flipV="1">
              <a:off x="3328376" y="2162447"/>
              <a:ext cx="587590" cy="730570"/>
            </a:xfrm>
            <a:prstGeom prst="straightConnector1">
              <a:avLst/>
            </a:prstGeom>
            <a:ln w="6350">
              <a:solidFill>
                <a:schemeClr val="accent6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4" name="直接箭头连接符 563">
              <a:extLst>
                <a:ext uri="{FF2B5EF4-FFF2-40B4-BE49-F238E27FC236}">
                  <a16:creationId xmlns:a16="http://schemas.microsoft.com/office/drawing/2014/main" id="{590C21D8-8630-417F-85B4-29D857756960}"/>
                </a:ext>
              </a:extLst>
            </p:cNvPr>
            <p:cNvCxnSpPr>
              <a:cxnSpLocks/>
              <a:stCxn id="557" idx="4"/>
              <a:endCxn id="527" idx="2"/>
            </p:cNvCxnSpPr>
            <p:nvPr/>
          </p:nvCxnSpPr>
          <p:spPr>
            <a:xfrm flipV="1">
              <a:off x="4014601" y="1457597"/>
              <a:ext cx="1546435" cy="620080"/>
            </a:xfrm>
            <a:prstGeom prst="straightConnector1">
              <a:avLst/>
            </a:prstGeom>
            <a:solidFill>
              <a:schemeClr val="accent6">
                <a:lumMod val="75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565" name="直接箭头连接符 564">
              <a:extLst>
                <a:ext uri="{FF2B5EF4-FFF2-40B4-BE49-F238E27FC236}">
                  <a16:creationId xmlns:a16="http://schemas.microsoft.com/office/drawing/2014/main" id="{33A8CBC6-991E-4349-BF4E-A9CF505DB9B6}"/>
                </a:ext>
              </a:extLst>
            </p:cNvPr>
            <p:cNvCxnSpPr>
              <a:cxnSpLocks/>
              <a:stCxn id="514" idx="3"/>
              <a:endCxn id="558" idx="2"/>
            </p:cNvCxnSpPr>
            <p:nvPr/>
          </p:nvCxnSpPr>
          <p:spPr>
            <a:xfrm flipV="1">
              <a:off x="1303317" y="1565029"/>
              <a:ext cx="679469" cy="851554"/>
            </a:xfrm>
            <a:prstGeom prst="straightConnector1">
              <a:avLst/>
            </a:prstGeom>
            <a:ln w="6350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68" name="星形: 五角 567">
              <a:extLst>
                <a:ext uri="{FF2B5EF4-FFF2-40B4-BE49-F238E27FC236}">
                  <a16:creationId xmlns:a16="http://schemas.microsoft.com/office/drawing/2014/main" id="{DFD28A0F-6AD2-455B-A5E3-4273155D5002}"/>
                </a:ext>
              </a:extLst>
            </p:cNvPr>
            <p:cNvSpPr/>
            <p:nvPr/>
          </p:nvSpPr>
          <p:spPr>
            <a:xfrm rot="622673">
              <a:off x="3015642" y="1607021"/>
              <a:ext cx="121920" cy="137160"/>
            </a:xfrm>
            <a:prstGeom prst="star5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569" name="直接箭头连接符 568">
              <a:extLst>
                <a:ext uri="{FF2B5EF4-FFF2-40B4-BE49-F238E27FC236}">
                  <a16:creationId xmlns:a16="http://schemas.microsoft.com/office/drawing/2014/main" id="{ABCAA498-3A0F-4457-BD90-A3139F46B6A3}"/>
                </a:ext>
              </a:extLst>
            </p:cNvPr>
            <p:cNvCxnSpPr>
              <a:cxnSpLocks/>
              <a:stCxn id="558" idx="4"/>
              <a:endCxn id="568" idx="1"/>
            </p:cNvCxnSpPr>
            <p:nvPr/>
          </p:nvCxnSpPr>
          <p:spPr>
            <a:xfrm>
              <a:off x="2108639" y="1597829"/>
              <a:ext cx="910917" cy="50866"/>
            </a:xfrm>
            <a:prstGeom prst="straightConnector1">
              <a:avLst/>
            </a:prstGeom>
            <a:ln w="6350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0" name="直接箭头连接符 569">
              <a:extLst>
                <a:ext uri="{FF2B5EF4-FFF2-40B4-BE49-F238E27FC236}">
                  <a16:creationId xmlns:a16="http://schemas.microsoft.com/office/drawing/2014/main" id="{CB927F35-8889-4B94-AA47-50568A7C556B}"/>
                </a:ext>
              </a:extLst>
            </p:cNvPr>
            <p:cNvCxnSpPr>
              <a:cxnSpLocks/>
              <a:stCxn id="568" idx="4"/>
              <a:endCxn id="571" idx="1"/>
            </p:cNvCxnSpPr>
            <p:nvPr/>
          </p:nvCxnSpPr>
          <p:spPr>
            <a:xfrm>
              <a:off x="3139481" y="1670657"/>
              <a:ext cx="748879" cy="111815"/>
            </a:xfrm>
            <a:prstGeom prst="straightConnector1">
              <a:avLst/>
            </a:prstGeom>
            <a:ln w="6350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71" name="星形: 五角 570">
              <a:extLst>
                <a:ext uri="{FF2B5EF4-FFF2-40B4-BE49-F238E27FC236}">
                  <a16:creationId xmlns:a16="http://schemas.microsoft.com/office/drawing/2014/main" id="{5BC05C1B-5472-4279-B952-6A6BABD36F1B}"/>
                </a:ext>
              </a:extLst>
            </p:cNvPr>
            <p:cNvSpPr/>
            <p:nvPr/>
          </p:nvSpPr>
          <p:spPr>
            <a:xfrm rot="804682">
              <a:off x="3882942" y="1743780"/>
              <a:ext cx="121920" cy="137160"/>
            </a:xfrm>
            <a:prstGeom prst="star5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572" name="直接箭头连接符 571">
              <a:extLst>
                <a:ext uri="{FF2B5EF4-FFF2-40B4-BE49-F238E27FC236}">
                  <a16:creationId xmlns:a16="http://schemas.microsoft.com/office/drawing/2014/main" id="{12C5C2F2-A4BB-4EAA-9F80-BC36C816DBA2}"/>
                </a:ext>
              </a:extLst>
            </p:cNvPr>
            <p:cNvCxnSpPr>
              <a:cxnSpLocks/>
              <a:stCxn id="571" idx="4"/>
              <a:endCxn id="527" idx="2"/>
            </p:cNvCxnSpPr>
            <p:nvPr/>
          </p:nvCxnSpPr>
          <p:spPr>
            <a:xfrm flipV="1">
              <a:off x="4006955" y="1457597"/>
              <a:ext cx="1554081" cy="353154"/>
            </a:xfrm>
            <a:prstGeom prst="straightConnector1">
              <a:avLst/>
            </a:prstGeom>
            <a:ln w="6350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76" name="文本框 575">
                  <a:extLst>
                    <a:ext uri="{FF2B5EF4-FFF2-40B4-BE49-F238E27FC236}">
                      <a16:creationId xmlns:a16="http://schemas.microsoft.com/office/drawing/2014/main" id="{0C83C5E9-F2E6-4013-B705-BE86737BA0EA}"/>
                    </a:ext>
                  </a:extLst>
                </p:cNvPr>
                <p:cNvSpPr txBox="1"/>
                <p:nvPr/>
              </p:nvSpPr>
              <p:spPr>
                <a:xfrm>
                  <a:off x="597262" y="2120808"/>
                  <a:ext cx="473528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2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576" name="文本框 575">
                  <a:extLst>
                    <a:ext uri="{FF2B5EF4-FFF2-40B4-BE49-F238E27FC236}">
                      <a16:creationId xmlns:a16="http://schemas.microsoft.com/office/drawing/2014/main" id="{0C83C5E9-F2E6-4013-B705-BE86737BA0E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97262" y="2120808"/>
                  <a:ext cx="473528" cy="276999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77" name="文本框 576">
                  <a:extLst>
                    <a:ext uri="{FF2B5EF4-FFF2-40B4-BE49-F238E27FC236}">
                      <a16:creationId xmlns:a16="http://schemas.microsoft.com/office/drawing/2014/main" id="{90D7FB6B-5DE4-4D0B-B943-F155C33C1258}"/>
                    </a:ext>
                  </a:extLst>
                </p:cNvPr>
                <p:cNvSpPr txBox="1"/>
                <p:nvPr/>
              </p:nvSpPr>
              <p:spPr>
                <a:xfrm>
                  <a:off x="182925" y="2720883"/>
                  <a:ext cx="473528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2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577" name="文本框 576">
                  <a:extLst>
                    <a:ext uri="{FF2B5EF4-FFF2-40B4-BE49-F238E27FC236}">
                      <a16:creationId xmlns:a16="http://schemas.microsoft.com/office/drawing/2014/main" id="{90D7FB6B-5DE4-4D0B-B943-F155C33C125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82925" y="2720883"/>
                  <a:ext cx="473528" cy="276999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78" name="文本框 577">
                  <a:extLst>
                    <a:ext uri="{FF2B5EF4-FFF2-40B4-BE49-F238E27FC236}">
                      <a16:creationId xmlns:a16="http://schemas.microsoft.com/office/drawing/2014/main" id="{F929DCB4-FF36-4462-8B02-7D0095114FE5}"/>
                    </a:ext>
                  </a:extLst>
                </p:cNvPr>
                <p:cNvSpPr txBox="1"/>
                <p:nvPr/>
              </p:nvSpPr>
              <p:spPr>
                <a:xfrm>
                  <a:off x="-67107" y="3163797"/>
                  <a:ext cx="473528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2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578" name="文本框 577">
                  <a:extLst>
                    <a:ext uri="{FF2B5EF4-FFF2-40B4-BE49-F238E27FC236}">
                      <a16:creationId xmlns:a16="http://schemas.microsoft.com/office/drawing/2014/main" id="{F929DCB4-FF36-4462-8B02-7D0095114FE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-67107" y="3163797"/>
                  <a:ext cx="473528" cy="276999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79" name="文本框 578">
                  <a:extLst>
                    <a:ext uri="{FF2B5EF4-FFF2-40B4-BE49-F238E27FC236}">
                      <a16:creationId xmlns:a16="http://schemas.microsoft.com/office/drawing/2014/main" id="{E640F0C9-AD98-444E-8FBB-7AF05798EE66}"/>
                    </a:ext>
                  </a:extLst>
                </p:cNvPr>
                <p:cNvSpPr txBox="1"/>
                <p:nvPr/>
              </p:nvSpPr>
              <p:spPr>
                <a:xfrm>
                  <a:off x="711561" y="3156654"/>
                  <a:ext cx="473528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2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579" name="文本框 578">
                  <a:extLst>
                    <a:ext uri="{FF2B5EF4-FFF2-40B4-BE49-F238E27FC236}">
                      <a16:creationId xmlns:a16="http://schemas.microsoft.com/office/drawing/2014/main" id="{E640F0C9-AD98-444E-8FBB-7AF05798EE6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1561" y="3156654"/>
                  <a:ext cx="473528" cy="276999"/>
                </a:xfrm>
                <a:prstGeom prst="rect">
                  <a:avLst/>
                </a:prstGeom>
                <a:blipFill>
                  <a:blip r:embed="rId1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35" name="星形: 五角 534">
              <a:extLst>
                <a:ext uri="{FF2B5EF4-FFF2-40B4-BE49-F238E27FC236}">
                  <a16:creationId xmlns:a16="http://schemas.microsoft.com/office/drawing/2014/main" id="{EB64C830-BC92-455E-9A86-864E5CBCEAC8}"/>
                </a:ext>
              </a:extLst>
            </p:cNvPr>
            <p:cNvSpPr/>
            <p:nvPr/>
          </p:nvSpPr>
          <p:spPr>
            <a:xfrm rot="20997962">
              <a:off x="2017736" y="3069226"/>
              <a:ext cx="137160" cy="137160"/>
            </a:xfrm>
            <a:prstGeom prst="star5">
              <a:avLst/>
            </a:prstGeom>
            <a:solidFill>
              <a:schemeClr val="accent6">
                <a:lumMod val="75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39" name="星形: 五角 538">
              <a:extLst>
                <a:ext uri="{FF2B5EF4-FFF2-40B4-BE49-F238E27FC236}">
                  <a16:creationId xmlns:a16="http://schemas.microsoft.com/office/drawing/2014/main" id="{A40C4014-3338-489B-93E6-8CBEF61F1C99}"/>
                </a:ext>
              </a:extLst>
            </p:cNvPr>
            <p:cNvSpPr/>
            <p:nvPr/>
          </p:nvSpPr>
          <p:spPr>
            <a:xfrm rot="1548584">
              <a:off x="1712936" y="2871107"/>
              <a:ext cx="137160" cy="137160"/>
            </a:xfrm>
            <a:prstGeom prst="star5">
              <a:avLst/>
            </a:prstGeom>
            <a:solidFill>
              <a:schemeClr val="accent6">
                <a:lumMod val="75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43" name="星形: 五角 542">
              <a:extLst>
                <a:ext uri="{FF2B5EF4-FFF2-40B4-BE49-F238E27FC236}">
                  <a16:creationId xmlns:a16="http://schemas.microsoft.com/office/drawing/2014/main" id="{5E743DD9-3FAB-4FEE-B30A-F063B81098A8}"/>
                </a:ext>
              </a:extLst>
            </p:cNvPr>
            <p:cNvSpPr/>
            <p:nvPr/>
          </p:nvSpPr>
          <p:spPr>
            <a:xfrm>
              <a:off x="1568156" y="2726327"/>
              <a:ext cx="121920" cy="137160"/>
            </a:xfrm>
            <a:prstGeom prst="star5">
              <a:avLst/>
            </a:prstGeom>
            <a:solidFill>
              <a:schemeClr val="accent6">
                <a:lumMod val="75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58" name="星形: 五角 557">
              <a:extLst>
                <a:ext uri="{FF2B5EF4-FFF2-40B4-BE49-F238E27FC236}">
                  <a16:creationId xmlns:a16="http://schemas.microsoft.com/office/drawing/2014/main" id="{FD75D922-82DB-4DE8-8A0A-EBC4041D8C89}"/>
                </a:ext>
              </a:extLst>
            </p:cNvPr>
            <p:cNvSpPr/>
            <p:nvPr/>
          </p:nvSpPr>
          <p:spPr>
            <a:xfrm rot="3317061">
              <a:off x="1999654" y="1488361"/>
              <a:ext cx="121920" cy="137160"/>
            </a:xfrm>
            <a:prstGeom prst="star5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30" name="星形: 五角 229">
              <a:extLst>
                <a:ext uri="{FF2B5EF4-FFF2-40B4-BE49-F238E27FC236}">
                  <a16:creationId xmlns:a16="http://schemas.microsoft.com/office/drawing/2014/main" id="{3FE5C256-0A58-4589-B30D-BDD46B0B02CB}"/>
                </a:ext>
              </a:extLst>
            </p:cNvPr>
            <p:cNvSpPr/>
            <p:nvPr/>
          </p:nvSpPr>
          <p:spPr>
            <a:xfrm rot="20997962">
              <a:off x="2219005" y="5947105"/>
              <a:ext cx="137160" cy="137160"/>
            </a:xfrm>
            <a:prstGeom prst="star5">
              <a:avLst/>
            </a:prstGeom>
            <a:solidFill>
              <a:schemeClr val="accent6">
                <a:lumMod val="75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31" name="星形: 五角 230">
              <a:extLst>
                <a:ext uri="{FF2B5EF4-FFF2-40B4-BE49-F238E27FC236}">
                  <a16:creationId xmlns:a16="http://schemas.microsoft.com/office/drawing/2014/main" id="{626D8A72-9A71-4591-AD32-888567D6964A}"/>
                </a:ext>
              </a:extLst>
            </p:cNvPr>
            <p:cNvSpPr/>
            <p:nvPr/>
          </p:nvSpPr>
          <p:spPr>
            <a:xfrm rot="1548584">
              <a:off x="1914205" y="5748986"/>
              <a:ext cx="137160" cy="137160"/>
            </a:xfrm>
            <a:prstGeom prst="star5">
              <a:avLst/>
            </a:prstGeom>
            <a:solidFill>
              <a:schemeClr val="accent6">
                <a:lumMod val="75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32" name="星形: 五角 231">
              <a:extLst>
                <a:ext uri="{FF2B5EF4-FFF2-40B4-BE49-F238E27FC236}">
                  <a16:creationId xmlns:a16="http://schemas.microsoft.com/office/drawing/2014/main" id="{A50893CA-41A2-4CDD-B658-2C83AF59A789}"/>
                </a:ext>
              </a:extLst>
            </p:cNvPr>
            <p:cNvSpPr/>
            <p:nvPr/>
          </p:nvSpPr>
          <p:spPr>
            <a:xfrm>
              <a:off x="1769425" y="5604206"/>
              <a:ext cx="121920" cy="137160"/>
            </a:xfrm>
            <a:prstGeom prst="star5">
              <a:avLst/>
            </a:prstGeom>
            <a:solidFill>
              <a:schemeClr val="accent6">
                <a:lumMod val="75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33" name="星形: 五角 232">
              <a:extLst>
                <a:ext uri="{FF2B5EF4-FFF2-40B4-BE49-F238E27FC236}">
                  <a16:creationId xmlns:a16="http://schemas.microsoft.com/office/drawing/2014/main" id="{E34FB7BE-4125-4E2A-AAE1-FBD29E0A8B94}"/>
                </a:ext>
              </a:extLst>
            </p:cNvPr>
            <p:cNvSpPr/>
            <p:nvPr/>
          </p:nvSpPr>
          <p:spPr>
            <a:xfrm rot="3317061">
              <a:off x="2200923" y="4366240"/>
              <a:ext cx="121920" cy="137160"/>
            </a:xfrm>
            <a:prstGeom prst="star5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624" name="组合 623">
            <a:extLst>
              <a:ext uri="{FF2B5EF4-FFF2-40B4-BE49-F238E27FC236}">
                <a16:creationId xmlns:a16="http://schemas.microsoft.com/office/drawing/2014/main" id="{5E4C235A-0A53-4DA5-B92B-4B1A537E0194}"/>
              </a:ext>
            </a:extLst>
          </p:cNvPr>
          <p:cNvGrpSpPr/>
          <p:nvPr/>
        </p:nvGrpSpPr>
        <p:grpSpPr>
          <a:xfrm>
            <a:off x="260716" y="3681211"/>
            <a:ext cx="6310057" cy="2378489"/>
            <a:chOff x="-120284" y="3624061"/>
            <a:chExt cx="6310057" cy="2378489"/>
          </a:xfrm>
        </p:grpSpPr>
        <p:sp>
          <p:nvSpPr>
            <p:cNvPr id="507" name="平行四边形 506">
              <a:extLst>
                <a:ext uri="{FF2B5EF4-FFF2-40B4-BE49-F238E27FC236}">
                  <a16:creationId xmlns:a16="http://schemas.microsoft.com/office/drawing/2014/main" id="{3C8FFEC6-F233-4304-87EC-35F9CBE02B22}"/>
                </a:ext>
              </a:extLst>
            </p:cNvPr>
            <p:cNvSpPr/>
            <p:nvPr/>
          </p:nvSpPr>
          <p:spPr>
            <a:xfrm>
              <a:off x="-120284" y="3690822"/>
              <a:ext cx="6310057" cy="2289489"/>
            </a:xfrm>
            <a:prstGeom prst="parallelogram">
              <a:avLst>
                <a:gd name="adj" fmla="val 88013"/>
              </a:avLst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accent6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08" name="立方体 507">
              <a:extLst>
                <a:ext uri="{FF2B5EF4-FFF2-40B4-BE49-F238E27FC236}">
                  <a16:creationId xmlns:a16="http://schemas.microsoft.com/office/drawing/2014/main" id="{3610096C-4E08-469E-A49C-96C4B95E0CA7}"/>
                </a:ext>
              </a:extLst>
            </p:cNvPr>
            <p:cNvSpPr/>
            <p:nvPr/>
          </p:nvSpPr>
          <p:spPr>
            <a:xfrm>
              <a:off x="1327109" y="4280334"/>
              <a:ext cx="481630" cy="566997"/>
            </a:xfrm>
            <a:prstGeom prst="cube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accent1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10" name="立方体 509">
              <a:extLst>
                <a:ext uri="{FF2B5EF4-FFF2-40B4-BE49-F238E27FC236}">
                  <a16:creationId xmlns:a16="http://schemas.microsoft.com/office/drawing/2014/main" id="{29F4CFFB-9C37-4C92-A490-60AE47E35DF9}"/>
                </a:ext>
              </a:extLst>
            </p:cNvPr>
            <p:cNvSpPr/>
            <p:nvPr/>
          </p:nvSpPr>
          <p:spPr>
            <a:xfrm>
              <a:off x="3684480" y="3624061"/>
              <a:ext cx="308730" cy="505595"/>
            </a:xfrm>
            <a:prstGeom prst="cube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accent1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511" name="图片 510">
              <a:extLst>
                <a:ext uri="{FF2B5EF4-FFF2-40B4-BE49-F238E27FC236}">
                  <a16:creationId xmlns:a16="http://schemas.microsoft.com/office/drawing/2014/main" id="{0D4ABCA1-DB54-4EB8-9814-5F038605AF2A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049635" y="4317039"/>
              <a:ext cx="395832" cy="395832"/>
            </a:xfrm>
            <a:prstGeom prst="rect">
              <a:avLst/>
            </a:prstGeom>
          </p:spPr>
        </p:pic>
        <p:pic>
          <p:nvPicPr>
            <p:cNvPr id="512" name="图片 511">
              <a:extLst>
                <a:ext uri="{FF2B5EF4-FFF2-40B4-BE49-F238E27FC236}">
                  <a16:creationId xmlns:a16="http://schemas.microsoft.com/office/drawing/2014/main" id="{0C468D1B-1E57-4E4D-A16F-3732A5F436BD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276735" y="3726465"/>
              <a:ext cx="298111" cy="298111"/>
            </a:xfrm>
            <a:prstGeom prst="rect">
              <a:avLst/>
            </a:prstGeom>
          </p:spPr>
        </p:pic>
        <p:sp>
          <p:nvSpPr>
            <p:cNvPr id="517" name="椭圆 516">
              <a:extLst>
                <a:ext uri="{FF2B5EF4-FFF2-40B4-BE49-F238E27FC236}">
                  <a16:creationId xmlns:a16="http://schemas.microsoft.com/office/drawing/2014/main" id="{411D3AC6-AC90-4859-8DE9-50404C3F2F3B}"/>
                </a:ext>
              </a:extLst>
            </p:cNvPr>
            <p:cNvSpPr/>
            <p:nvPr/>
          </p:nvSpPr>
          <p:spPr>
            <a:xfrm rot="21014316">
              <a:off x="2089444" y="3866783"/>
              <a:ext cx="2249504" cy="1412781"/>
            </a:xfrm>
            <a:prstGeom prst="ellipse">
              <a:avLst/>
            </a:prstGeom>
            <a:noFill/>
            <a:ln>
              <a:solidFill>
                <a:srgbClr val="C00000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18" name="立方体 517">
              <a:extLst>
                <a:ext uri="{FF2B5EF4-FFF2-40B4-BE49-F238E27FC236}">
                  <a16:creationId xmlns:a16="http://schemas.microsoft.com/office/drawing/2014/main" id="{280FE416-A4D5-405A-B1F7-FC0A27B2C9CA}"/>
                </a:ext>
              </a:extLst>
            </p:cNvPr>
            <p:cNvSpPr/>
            <p:nvPr/>
          </p:nvSpPr>
          <p:spPr>
            <a:xfrm>
              <a:off x="2817836" y="4883943"/>
              <a:ext cx="348226" cy="551873"/>
            </a:xfrm>
            <a:prstGeom prst="cube">
              <a:avLst>
                <a:gd name="adj" fmla="val 23586"/>
              </a:avLst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accent1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66" name="立方体 565">
              <a:extLst>
                <a:ext uri="{FF2B5EF4-FFF2-40B4-BE49-F238E27FC236}">
                  <a16:creationId xmlns:a16="http://schemas.microsoft.com/office/drawing/2014/main" id="{4D747C29-D793-4FD2-BB2D-8B1F2663F619}"/>
                </a:ext>
              </a:extLst>
            </p:cNvPr>
            <p:cNvSpPr/>
            <p:nvPr/>
          </p:nvSpPr>
          <p:spPr>
            <a:xfrm>
              <a:off x="3730229" y="5190387"/>
              <a:ext cx="504174" cy="594917"/>
            </a:xfrm>
            <a:prstGeom prst="cube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accent1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67" name="立方体 566">
              <a:extLst>
                <a:ext uri="{FF2B5EF4-FFF2-40B4-BE49-F238E27FC236}">
                  <a16:creationId xmlns:a16="http://schemas.microsoft.com/office/drawing/2014/main" id="{8AB430F3-C7AE-4726-B59F-D8E9E7B9C5EB}"/>
                </a:ext>
              </a:extLst>
            </p:cNvPr>
            <p:cNvSpPr/>
            <p:nvPr/>
          </p:nvSpPr>
          <p:spPr>
            <a:xfrm>
              <a:off x="3809148" y="4225917"/>
              <a:ext cx="348226" cy="551873"/>
            </a:xfrm>
            <a:prstGeom prst="cube">
              <a:avLst>
                <a:gd name="adj" fmla="val 23586"/>
              </a:avLst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accent1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73" name="任意多边形: 形状 572">
              <a:extLst>
                <a:ext uri="{FF2B5EF4-FFF2-40B4-BE49-F238E27FC236}">
                  <a16:creationId xmlns:a16="http://schemas.microsoft.com/office/drawing/2014/main" id="{04F14F60-FAC2-401C-98CB-501ACE319721}"/>
                </a:ext>
              </a:extLst>
            </p:cNvPr>
            <p:cNvSpPr/>
            <p:nvPr/>
          </p:nvSpPr>
          <p:spPr>
            <a:xfrm>
              <a:off x="1050132" y="4036219"/>
              <a:ext cx="4281488" cy="1393031"/>
            </a:xfrm>
            <a:custGeom>
              <a:avLst/>
              <a:gdLst>
                <a:gd name="connsiteX0" fmla="*/ 0 w 3552825"/>
                <a:gd name="connsiteY0" fmla="*/ 1485900 h 1563817"/>
                <a:gd name="connsiteX1" fmla="*/ 466725 w 3552825"/>
                <a:gd name="connsiteY1" fmla="*/ 1047750 h 1563817"/>
                <a:gd name="connsiteX2" fmla="*/ 923925 w 3552825"/>
                <a:gd name="connsiteY2" fmla="*/ 1543050 h 1563817"/>
                <a:gd name="connsiteX3" fmla="*/ 1781175 w 3552825"/>
                <a:gd name="connsiteY3" fmla="*/ 1371600 h 1563817"/>
                <a:gd name="connsiteX4" fmla="*/ 2752725 w 3552825"/>
                <a:gd name="connsiteY4" fmla="*/ 485775 h 1563817"/>
                <a:gd name="connsiteX5" fmla="*/ 2952750 w 3552825"/>
                <a:gd name="connsiteY5" fmla="*/ 238125 h 1563817"/>
                <a:gd name="connsiteX6" fmla="*/ 3552825 w 3552825"/>
                <a:gd name="connsiteY6" fmla="*/ 0 h 15638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552825" h="1563817">
                  <a:moveTo>
                    <a:pt x="0" y="1485900"/>
                  </a:moveTo>
                  <a:cubicBezTo>
                    <a:pt x="156369" y="1262062"/>
                    <a:pt x="312738" y="1038225"/>
                    <a:pt x="466725" y="1047750"/>
                  </a:cubicBezTo>
                  <a:cubicBezTo>
                    <a:pt x="620712" y="1057275"/>
                    <a:pt x="704850" y="1489075"/>
                    <a:pt x="923925" y="1543050"/>
                  </a:cubicBezTo>
                  <a:cubicBezTo>
                    <a:pt x="1143000" y="1597025"/>
                    <a:pt x="1476375" y="1547813"/>
                    <a:pt x="1781175" y="1371600"/>
                  </a:cubicBezTo>
                  <a:cubicBezTo>
                    <a:pt x="2085975" y="1195387"/>
                    <a:pt x="2557463" y="674687"/>
                    <a:pt x="2752725" y="485775"/>
                  </a:cubicBezTo>
                  <a:cubicBezTo>
                    <a:pt x="2947987" y="296863"/>
                    <a:pt x="2819400" y="319087"/>
                    <a:pt x="2952750" y="238125"/>
                  </a:cubicBezTo>
                  <a:cubicBezTo>
                    <a:pt x="3086100" y="157163"/>
                    <a:pt x="3402012" y="23813"/>
                    <a:pt x="3552825" y="0"/>
                  </a:cubicBezTo>
                </a:path>
              </a:pathLst>
            </a:custGeom>
            <a:noFill/>
            <a:ln w="19050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74" name="立方体 573">
              <a:extLst>
                <a:ext uri="{FF2B5EF4-FFF2-40B4-BE49-F238E27FC236}">
                  <a16:creationId xmlns:a16="http://schemas.microsoft.com/office/drawing/2014/main" id="{89735A1E-690C-4086-A4E1-4CB3CA32F3A7}"/>
                </a:ext>
              </a:extLst>
            </p:cNvPr>
            <p:cNvSpPr/>
            <p:nvPr/>
          </p:nvSpPr>
          <p:spPr>
            <a:xfrm>
              <a:off x="2379192" y="3802291"/>
              <a:ext cx="434373" cy="732215"/>
            </a:xfrm>
            <a:prstGeom prst="cube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accent1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575" name="组合 574">
              <a:extLst>
                <a:ext uri="{FF2B5EF4-FFF2-40B4-BE49-F238E27FC236}">
                  <a16:creationId xmlns:a16="http://schemas.microsoft.com/office/drawing/2014/main" id="{DB16CA7D-6D64-44D1-A3D4-605FB67E18B7}"/>
                </a:ext>
              </a:extLst>
            </p:cNvPr>
            <p:cNvGrpSpPr/>
            <p:nvPr/>
          </p:nvGrpSpPr>
          <p:grpSpPr>
            <a:xfrm>
              <a:off x="162779" y="4603296"/>
              <a:ext cx="1596047" cy="1399254"/>
              <a:chOff x="1412935" y="4481852"/>
              <a:chExt cx="1596047" cy="1399254"/>
            </a:xfrm>
          </p:grpSpPr>
          <p:sp>
            <p:nvSpPr>
              <p:cNvPr id="605" name="椭圆 604">
                <a:extLst>
                  <a:ext uri="{FF2B5EF4-FFF2-40B4-BE49-F238E27FC236}">
                    <a16:creationId xmlns:a16="http://schemas.microsoft.com/office/drawing/2014/main" id="{9FC46889-CDE6-4D6E-A6D7-44F5B8CA140A}"/>
                  </a:ext>
                </a:extLst>
              </p:cNvPr>
              <p:cNvSpPr/>
              <p:nvPr/>
            </p:nvSpPr>
            <p:spPr>
              <a:xfrm rot="5136353">
                <a:off x="1595955" y="4801440"/>
                <a:ext cx="579615" cy="686579"/>
              </a:xfrm>
              <a:prstGeom prst="ellipse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solidFill>
                  <a:schemeClr val="accent4">
                    <a:lumMod val="20000"/>
                    <a:lumOff val="80000"/>
                  </a:schemeClr>
                </a:solidFill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06" name="椭圆 605">
                <a:extLst>
                  <a:ext uri="{FF2B5EF4-FFF2-40B4-BE49-F238E27FC236}">
                    <a16:creationId xmlns:a16="http://schemas.microsoft.com/office/drawing/2014/main" id="{06BEB97D-D22F-4DC9-AC2A-D5831DBBB9DA}"/>
                  </a:ext>
                </a:extLst>
              </p:cNvPr>
              <p:cNvSpPr/>
              <p:nvPr/>
            </p:nvSpPr>
            <p:spPr>
              <a:xfrm rot="4993526">
                <a:off x="1466417" y="5248009"/>
                <a:ext cx="579615" cy="686579"/>
              </a:xfrm>
              <a:prstGeom prst="ellipse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solidFill>
                  <a:schemeClr val="accent4">
                    <a:lumMod val="60000"/>
                    <a:lumOff val="40000"/>
                  </a:schemeClr>
                </a:solidFill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607" name="椭圆 606">
                <a:extLst>
                  <a:ext uri="{FF2B5EF4-FFF2-40B4-BE49-F238E27FC236}">
                    <a16:creationId xmlns:a16="http://schemas.microsoft.com/office/drawing/2014/main" id="{9E216099-FB19-4CAE-9807-BDB06CD189C9}"/>
                  </a:ext>
                </a:extLst>
              </p:cNvPr>
              <p:cNvSpPr/>
              <p:nvPr/>
            </p:nvSpPr>
            <p:spPr>
              <a:xfrm rot="5162698">
                <a:off x="2202687" y="4443302"/>
                <a:ext cx="579615" cy="686579"/>
              </a:xfrm>
              <a:prstGeom prst="ellipse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solidFill>
                  <a:schemeClr val="accent4">
                    <a:lumMod val="20000"/>
                    <a:lumOff val="80000"/>
                  </a:schemeClr>
                </a:solidFill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pic>
            <p:nvPicPr>
              <p:cNvPr id="608" name="图片 607">
                <a:extLst>
                  <a:ext uri="{FF2B5EF4-FFF2-40B4-BE49-F238E27FC236}">
                    <a16:creationId xmlns:a16="http://schemas.microsoft.com/office/drawing/2014/main" id="{A1B30398-97F7-4887-A262-49C7067450B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557892" y="5231044"/>
                <a:ext cx="304800" cy="304800"/>
              </a:xfrm>
              <a:prstGeom prst="rect">
                <a:avLst/>
              </a:prstGeom>
            </p:spPr>
          </p:pic>
          <p:pic>
            <p:nvPicPr>
              <p:cNvPr id="609" name="图片 608">
                <a:extLst>
                  <a:ext uri="{FF2B5EF4-FFF2-40B4-BE49-F238E27FC236}">
                    <a16:creationId xmlns:a16="http://schemas.microsoft.com/office/drawing/2014/main" id="{B5C29B32-99E5-4078-91CC-95B277F3A57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622431" y="5642725"/>
                <a:ext cx="237849" cy="237849"/>
              </a:xfrm>
              <a:prstGeom prst="rect">
                <a:avLst/>
              </a:prstGeom>
            </p:spPr>
          </p:pic>
          <p:pic>
            <p:nvPicPr>
              <p:cNvPr id="610" name="图片 609">
                <a:extLst>
                  <a:ext uri="{FF2B5EF4-FFF2-40B4-BE49-F238E27FC236}">
                    <a16:creationId xmlns:a16="http://schemas.microsoft.com/office/drawing/2014/main" id="{7325ED6B-0A7A-4ABC-BCD1-FE325950089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446947" y="4709432"/>
                <a:ext cx="304800" cy="304800"/>
              </a:xfrm>
              <a:prstGeom prst="rect">
                <a:avLst/>
              </a:prstGeom>
            </p:spPr>
          </p:pic>
          <p:pic>
            <p:nvPicPr>
              <p:cNvPr id="611" name="图片 610">
                <a:extLst>
                  <a:ext uri="{FF2B5EF4-FFF2-40B4-BE49-F238E27FC236}">
                    <a16:creationId xmlns:a16="http://schemas.microsoft.com/office/drawing/2014/main" id="{A07872B7-38FF-4F9F-856B-D82FE0E83D4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799500" y="5338244"/>
                <a:ext cx="239596" cy="239596"/>
              </a:xfrm>
              <a:prstGeom prst="rect">
                <a:avLst/>
              </a:prstGeom>
            </p:spPr>
          </p:pic>
          <p:pic>
            <p:nvPicPr>
              <p:cNvPr id="612" name="图片 611">
                <a:extLst>
                  <a:ext uri="{FF2B5EF4-FFF2-40B4-BE49-F238E27FC236}">
                    <a16:creationId xmlns:a16="http://schemas.microsoft.com/office/drawing/2014/main" id="{CE311B09-621D-443D-A4F9-897172EDF78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185501" y="4537026"/>
                <a:ext cx="304800" cy="304800"/>
              </a:xfrm>
              <a:prstGeom prst="rect">
                <a:avLst/>
              </a:prstGeom>
            </p:spPr>
          </p:pic>
          <p:sp>
            <p:nvSpPr>
              <p:cNvPr id="613" name="椭圆 612">
                <a:extLst>
                  <a:ext uri="{FF2B5EF4-FFF2-40B4-BE49-F238E27FC236}">
                    <a16:creationId xmlns:a16="http://schemas.microsoft.com/office/drawing/2014/main" id="{2E69DF1B-5B99-4AC6-A7F7-511295BE4BFA}"/>
                  </a:ext>
                </a:extLst>
              </p:cNvPr>
              <p:cNvSpPr/>
              <p:nvPr/>
            </p:nvSpPr>
            <p:spPr>
              <a:xfrm rot="5210808">
                <a:off x="2263341" y="5061647"/>
                <a:ext cx="654549" cy="836733"/>
              </a:xfrm>
              <a:prstGeom prst="ellipse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  <a:ln>
                <a:solidFill>
                  <a:schemeClr val="accent4"/>
                </a:solidFill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pic>
            <p:nvPicPr>
              <p:cNvPr id="614" name="图片 613">
                <a:extLst>
                  <a:ext uri="{FF2B5EF4-FFF2-40B4-BE49-F238E27FC236}">
                    <a16:creationId xmlns:a16="http://schemas.microsoft.com/office/drawing/2014/main" id="{4C463F0B-D9AF-40F9-9382-59BEB890592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177203" y="5395949"/>
                <a:ext cx="304800" cy="304800"/>
              </a:xfrm>
              <a:prstGeom prst="rect">
                <a:avLst/>
              </a:prstGeom>
            </p:spPr>
          </p:pic>
          <p:pic>
            <p:nvPicPr>
              <p:cNvPr id="615" name="图片 614">
                <a:extLst>
                  <a:ext uri="{FF2B5EF4-FFF2-40B4-BE49-F238E27FC236}">
                    <a16:creationId xmlns:a16="http://schemas.microsoft.com/office/drawing/2014/main" id="{BE44BBE9-FBC2-49CA-AE81-07E45113B1D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438510" y="5402928"/>
                <a:ext cx="281592" cy="281592"/>
              </a:xfrm>
              <a:prstGeom prst="rect">
                <a:avLst/>
              </a:prstGeom>
            </p:spPr>
          </p:pic>
          <p:pic>
            <p:nvPicPr>
              <p:cNvPr id="616" name="图片 615">
                <a:extLst>
                  <a:ext uri="{FF2B5EF4-FFF2-40B4-BE49-F238E27FC236}">
                    <a16:creationId xmlns:a16="http://schemas.microsoft.com/office/drawing/2014/main" id="{CCBE66FD-0308-4D20-8CCA-C1A71778A4E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903678" y="4916934"/>
                <a:ext cx="304800" cy="304800"/>
              </a:xfrm>
              <a:prstGeom prst="rect">
                <a:avLst/>
              </a:prstGeom>
            </p:spPr>
          </p:pic>
          <p:pic>
            <p:nvPicPr>
              <p:cNvPr id="617" name="图片 616">
                <a:extLst>
                  <a:ext uri="{FF2B5EF4-FFF2-40B4-BE49-F238E27FC236}">
                    <a16:creationId xmlns:a16="http://schemas.microsoft.com/office/drawing/2014/main" id="{1332BFBF-C166-4C98-95A5-635A10D91B1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552053" y="5047696"/>
                <a:ext cx="304800" cy="304800"/>
              </a:xfrm>
              <a:prstGeom prst="rect">
                <a:avLst/>
              </a:prstGeom>
            </p:spPr>
          </p:pic>
          <p:pic>
            <p:nvPicPr>
              <p:cNvPr id="618" name="图片 617">
                <a:extLst>
                  <a:ext uri="{FF2B5EF4-FFF2-40B4-BE49-F238E27FC236}">
                    <a16:creationId xmlns:a16="http://schemas.microsoft.com/office/drawing/2014/main" id="{CECB6CBC-08B4-4D79-A7DC-E446D7E035F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624959" y="5199340"/>
                <a:ext cx="304800" cy="304800"/>
              </a:xfrm>
              <a:prstGeom prst="rect">
                <a:avLst/>
              </a:prstGeom>
            </p:spPr>
          </p:pic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19" name="文本框 618">
                    <a:extLst>
                      <a:ext uri="{FF2B5EF4-FFF2-40B4-BE49-F238E27FC236}">
                        <a16:creationId xmlns:a16="http://schemas.microsoft.com/office/drawing/2014/main" id="{3D7B14A4-E4FA-4CD7-8482-F39228A2D7E7}"/>
                      </a:ext>
                    </a:extLst>
                  </p:cNvPr>
                  <p:cNvSpPr txBox="1"/>
                  <p:nvPr/>
                </p:nvSpPr>
                <p:spPr>
                  <a:xfrm>
                    <a:off x="2450411" y="4481852"/>
                    <a:ext cx="377218" cy="276999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sz="12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oMath>
                      </m:oMathPara>
                    </a14:m>
                    <a:endParaRPr lang="zh-CN" altLang="en-US" sz="1200" dirty="0"/>
                  </a:p>
                </p:txBody>
              </p:sp>
            </mc:Choice>
            <mc:Fallback xmlns="">
              <p:sp>
                <p:nvSpPr>
                  <p:cNvPr id="619" name="文本框 618">
                    <a:extLst>
                      <a:ext uri="{FF2B5EF4-FFF2-40B4-BE49-F238E27FC236}">
                        <a16:creationId xmlns:a16="http://schemas.microsoft.com/office/drawing/2014/main" id="{3D7B14A4-E4FA-4CD7-8482-F39228A2D7E7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450411" y="4481852"/>
                    <a:ext cx="377218" cy="276999"/>
                  </a:xfrm>
                  <a:prstGeom prst="rect">
                    <a:avLst/>
                  </a:prstGeom>
                  <a:blipFill>
                    <a:blip r:embed="rId17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20" name="文本框 619">
                    <a:extLst>
                      <a:ext uri="{FF2B5EF4-FFF2-40B4-BE49-F238E27FC236}">
                        <a16:creationId xmlns:a16="http://schemas.microsoft.com/office/drawing/2014/main" id="{A8DD20F9-0317-41AD-900B-0B0F09D73241}"/>
                      </a:ext>
                    </a:extLst>
                  </p:cNvPr>
                  <p:cNvSpPr txBox="1"/>
                  <p:nvPr/>
                </p:nvSpPr>
                <p:spPr>
                  <a:xfrm>
                    <a:off x="1598004" y="4846062"/>
                    <a:ext cx="380810" cy="276999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sz="12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oMath>
                      </m:oMathPara>
                    </a14:m>
                    <a:endParaRPr lang="zh-CN" altLang="en-US" sz="1200" dirty="0"/>
                  </a:p>
                </p:txBody>
              </p:sp>
            </mc:Choice>
            <mc:Fallback xmlns="">
              <p:sp>
                <p:nvSpPr>
                  <p:cNvPr id="620" name="文本框 619">
                    <a:extLst>
                      <a:ext uri="{FF2B5EF4-FFF2-40B4-BE49-F238E27FC236}">
                        <a16:creationId xmlns:a16="http://schemas.microsoft.com/office/drawing/2014/main" id="{A8DD20F9-0317-41AD-900B-0B0F09D73241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598004" y="4846062"/>
                    <a:ext cx="380810" cy="276999"/>
                  </a:xfrm>
                  <a:prstGeom prst="rect">
                    <a:avLst/>
                  </a:prstGeom>
                  <a:blipFill>
                    <a:blip r:embed="rId18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21" name="文本框 620">
                    <a:extLst>
                      <a:ext uri="{FF2B5EF4-FFF2-40B4-BE49-F238E27FC236}">
                        <a16:creationId xmlns:a16="http://schemas.microsoft.com/office/drawing/2014/main" id="{41B12F56-5E15-4485-9C0C-99AE3ECC4C60}"/>
                      </a:ext>
                    </a:extLst>
                  </p:cNvPr>
                  <p:cNvSpPr txBox="1"/>
                  <p:nvPr/>
                </p:nvSpPr>
                <p:spPr>
                  <a:xfrm>
                    <a:off x="1805415" y="5552446"/>
                    <a:ext cx="380810" cy="276999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sz="12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oMath>
                      </m:oMathPara>
                    </a14:m>
                    <a:endParaRPr lang="zh-CN" altLang="en-US" sz="1200" dirty="0"/>
                  </a:p>
                </p:txBody>
              </p:sp>
            </mc:Choice>
            <mc:Fallback xmlns="">
              <p:sp>
                <p:nvSpPr>
                  <p:cNvPr id="621" name="文本框 620">
                    <a:extLst>
                      <a:ext uri="{FF2B5EF4-FFF2-40B4-BE49-F238E27FC236}">
                        <a16:creationId xmlns:a16="http://schemas.microsoft.com/office/drawing/2014/main" id="{41B12F56-5E15-4485-9C0C-99AE3ECC4C60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805415" y="5552446"/>
                    <a:ext cx="380810" cy="276999"/>
                  </a:xfrm>
                  <a:prstGeom prst="rect">
                    <a:avLst/>
                  </a:prstGeom>
                  <a:blipFill>
                    <a:blip r:embed="rId19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22" name="文本框 621">
                    <a:extLst>
                      <a:ext uri="{FF2B5EF4-FFF2-40B4-BE49-F238E27FC236}">
                        <a16:creationId xmlns:a16="http://schemas.microsoft.com/office/drawing/2014/main" id="{3D3AD1CD-ED10-4027-BDF2-745141CB0427}"/>
                      </a:ext>
                    </a:extLst>
                  </p:cNvPr>
                  <p:cNvSpPr txBox="1"/>
                  <p:nvPr/>
                </p:nvSpPr>
                <p:spPr>
                  <a:xfrm>
                    <a:off x="2558900" y="5434998"/>
                    <a:ext cx="380810" cy="276999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sz="12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b>
                          </m:sSub>
                        </m:oMath>
                      </m:oMathPara>
                    </a14:m>
                    <a:endParaRPr lang="zh-CN" altLang="en-US" sz="1200" dirty="0"/>
                  </a:p>
                </p:txBody>
              </p:sp>
            </mc:Choice>
            <mc:Fallback xmlns="">
              <p:sp>
                <p:nvSpPr>
                  <p:cNvPr id="622" name="文本框 621">
                    <a:extLst>
                      <a:ext uri="{FF2B5EF4-FFF2-40B4-BE49-F238E27FC236}">
                        <a16:creationId xmlns:a16="http://schemas.microsoft.com/office/drawing/2014/main" id="{3D3AD1CD-ED10-4027-BDF2-745141CB0427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558900" y="5434998"/>
                    <a:ext cx="380810" cy="276999"/>
                  </a:xfrm>
                  <a:prstGeom prst="rect">
                    <a:avLst/>
                  </a:prstGeom>
                  <a:blipFill>
                    <a:blip r:embed="rId20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580" name="椭圆 579">
              <a:extLst>
                <a:ext uri="{FF2B5EF4-FFF2-40B4-BE49-F238E27FC236}">
                  <a16:creationId xmlns:a16="http://schemas.microsoft.com/office/drawing/2014/main" id="{2FC82DAC-BD3A-4D1B-8B37-764D3FAE2CC3}"/>
                </a:ext>
              </a:extLst>
            </p:cNvPr>
            <p:cNvSpPr/>
            <p:nvPr/>
          </p:nvSpPr>
          <p:spPr>
            <a:xfrm rot="5136353">
              <a:off x="3391418" y="4553791"/>
              <a:ext cx="579615" cy="686579"/>
            </a:xfrm>
            <a:prstGeom prst="ellipse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chemeClr val="accent4">
                  <a:lumMod val="20000"/>
                  <a:lumOff val="80000"/>
                </a:schemeClr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581" name="图片 580">
              <a:extLst>
                <a:ext uri="{FF2B5EF4-FFF2-40B4-BE49-F238E27FC236}">
                  <a16:creationId xmlns:a16="http://schemas.microsoft.com/office/drawing/2014/main" id="{FFAA5F92-FA48-4838-A271-D133AF9CBC95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699141" y="4669285"/>
              <a:ext cx="304800" cy="304800"/>
            </a:xfrm>
            <a:prstGeom prst="rect">
              <a:avLst/>
            </a:prstGeom>
          </p:spPr>
        </p:pic>
        <p:pic>
          <p:nvPicPr>
            <p:cNvPr id="582" name="图片 581">
              <a:extLst>
                <a:ext uri="{FF2B5EF4-FFF2-40B4-BE49-F238E27FC236}">
                  <a16:creationId xmlns:a16="http://schemas.microsoft.com/office/drawing/2014/main" id="{2E0859E2-855B-44B4-B181-7783AB33FD50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347516" y="4800047"/>
              <a:ext cx="304800" cy="304800"/>
            </a:xfrm>
            <a:prstGeom prst="rect">
              <a:avLst/>
            </a:prstGeom>
          </p:spPr>
        </p:pic>
        <p:grpSp>
          <p:nvGrpSpPr>
            <p:cNvPr id="583" name="组合 582">
              <a:extLst>
                <a:ext uri="{FF2B5EF4-FFF2-40B4-BE49-F238E27FC236}">
                  <a16:creationId xmlns:a16="http://schemas.microsoft.com/office/drawing/2014/main" id="{FA9986D6-F31F-4575-A36E-6731132724F0}"/>
                </a:ext>
              </a:extLst>
            </p:cNvPr>
            <p:cNvGrpSpPr/>
            <p:nvPr/>
          </p:nvGrpSpPr>
          <p:grpSpPr>
            <a:xfrm>
              <a:off x="4023250" y="4212771"/>
              <a:ext cx="686579" cy="594547"/>
              <a:chOff x="5266262" y="3984171"/>
              <a:chExt cx="686579" cy="594547"/>
            </a:xfrm>
          </p:grpSpPr>
          <p:sp>
            <p:nvSpPr>
              <p:cNvPr id="601" name="椭圆 600">
                <a:extLst>
                  <a:ext uri="{FF2B5EF4-FFF2-40B4-BE49-F238E27FC236}">
                    <a16:creationId xmlns:a16="http://schemas.microsoft.com/office/drawing/2014/main" id="{8081EC4F-18E3-4300-9EF3-A387EE6822A7}"/>
                  </a:ext>
                </a:extLst>
              </p:cNvPr>
              <p:cNvSpPr/>
              <p:nvPr/>
            </p:nvSpPr>
            <p:spPr>
              <a:xfrm rot="5162698">
                <a:off x="5319744" y="3945621"/>
                <a:ext cx="579615" cy="686579"/>
              </a:xfrm>
              <a:prstGeom prst="ellipse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solidFill>
                  <a:schemeClr val="accent4">
                    <a:lumMod val="20000"/>
                    <a:lumOff val="80000"/>
                  </a:schemeClr>
                </a:solidFill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pic>
            <p:nvPicPr>
              <p:cNvPr id="602" name="图片 601">
                <a:extLst>
                  <a:ext uri="{FF2B5EF4-FFF2-40B4-BE49-F238E27FC236}">
                    <a16:creationId xmlns:a16="http://schemas.microsoft.com/office/drawing/2014/main" id="{62EC9490-1B69-45DB-B578-AC015BB7B4F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564004" y="4211751"/>
                <a:ext cx="304800" cy="304800"/>
              </a:xfrm>
              <a:prstGeom prst="rect">
                <a:avLst/>
              </a:prstGeom>
            </p:spPr>
          </p:pic>
          <p:pic>
            <p:nvPicPr>
              <p:cNvPr id="603" name="图片 602">
                <a:extLst>
                  <a:ext uri="{FF2B5EF4-FFF2-40B4-BE49-F238E27FC236}">
                    <a16:creationId xmlns:a16="http://schemas.microsoft.com/office/drawing/2014/main" id="{EB607072-CBD6-428E-8810-A5EF8EF1F78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302558" y="4039345"/>
                <a:ext cx="304800" cy="304800"/>
              </a:xfrm>
              <a:prstGeom prst="rect">
                <a:avLst/>
              </a:prstGeom>
            </p:spPr>
          </p:pic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04" name="文本框 603">
                    <a:extLst>
                      <a:ext uri="{FF2B5EF4-FFF2-40B4-BE49-F238E27FC236}">
                        <a16:creationId xmlns:a16="http://schemas.microsoft.com/office/drawing/2014/main" id="{E73C405D-2E79-4853-8E0E-3196099B9DCD}"/>
                      </a:ext>
                    </a:extLst>
                  </p:cNvPr>
                  <p:cNvSpPr txBox="1"/>
                  <p:nvPr/>
                </p:nvSpPr>
                <p:spPr>
                  <a:xfrm>
                    <a:off x="5567468" y="3984171"/>
                    <a:ext cx="377218" cy="276999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sz="12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oMath>
                      </m:oMathPara>
                    </a14:m>
                    <a:endParaRPr lang="zh-CN" altLang="en-US" sz="1200" dirty="0"/>
                  </a:p>
                </p:txBody>
              </p:sp>
            </mc:Choice>
            <mc:Fallback xmlns="">
              <p:sp>
                <p:nvSpPr>
                  <p:cNvPr id="604" name="文本框 603">
                    <a:extLst>
                      <a:ext uri="{FF2B5EF4-FFF2-40B4-BE49-F238E27FC236}">
                        <a16:creationId xmlns:a16="http://schemas.microsoft.com/office/drawing/2014/main" id="{E73C405D-2E79-4853-8E0E-3196099B9DCD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567468" y="3984171"/>
                    <a:ext cx="377218" cy="276999"/>
                  </a:xfrm>
                  <a:prstGeom prst="rect">
                    <a:avLst/>
                  </a:prstGeom>
                  <a:blipFill>
                    <a:blip r:embed="rId21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84" name="文本框 583">
                  <a:extLst>
                    <a:ext uri="{FF2B5EF4-FFF2-40B4-BE49-F238E27FC236}">
                      <a16:creationId xmlns:a16="http://schemas.microsoft.com/office/drawing/2014/main" id="{E7E34E03-EB08-47D7-BED1-6BE89D0372F8}"/>
                    </a:ext>
                  </a:extLst>
                </p:cNvPr>
                <p:cNvSpPr txBox="1"/>
                <p:nvPr/>
              </p:nvSpPr>
              <p:spPr>
                <a:xfrm>
                  <a:off x="3393467" y="4598413"/>
                  <a:ext cx="380810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2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584" name="文本框 583">
                  <a:extLst>
                    <a:ext uri="{FF2B5EF4-FFF2-40B4-BE49-F238E27FC236}">
                      <a16:creationId xmlns:a16="http://schemas.microsoft.com/office/drawing/2014/main" id="{E7E34E03-EB08-47D7-BED1-6BE89D0372F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93467" y="4598413"/>
                  <a:ext cx="380810" cy="276999"/>
                </a:xfrm>
                <a:prstGeom prst="rect">
                  <a:avLst/>
                </a:prstGeom>
                <a:blipFill>
                  <a:blip r:embed="rId2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585" name="组合 584">
              <a:extLst>
                <a:ext uri="{FF2B5EF4-FFF2-40B4-BE49-F238E27FC236}">
                  <a16:creationId xmlns:a16="http://schemas.microsoft.com/office/drawing/2014/main" id="{8ACAEF91-8140-4D2C-808E-F289C0595B1F}"/>
                </a:ext>
              </a:extLst>
            </p:cNvPr>
            <p:cNvGrpSpPr/>
            <p:nvPr/>
          </p:nvGrpSpPr>
          <p:grpSpPr>
            <a:xfrm>
              <a:off x="3001230" y="5275298"/>
              <a:ext cx="773290" cy="579615"/>
              <a:chOff x="4529992" y="4803810"/>
              <a:chExt cx="773290" cy="579615"/>
            </a:xfrm>
          </p:grpSpPr>
          <p:sp>
            <p:nvSpPr>
              <p:cNvPr id="596" name="椭圆 595">
                <a:extLst>
                  <a:ext uri="{FF2B5EF4-FFF2-40B4-BE49-F238E27FC236}">
                    <a16:creationId xmlns:a16="http://schemas.microsoft.com/office/drawing/2014/main" id="{DF3FC0D9-78B0-468A-B003-802B02A531F6}"/>
                  </a:ext>
                </a:extLst>
              </p:cNvPr>
              <p:cNvSpPr/>
              <p:nvPr/>
            </p:nvSpPr>
            <p:spPr>
              <a:xfrm rot="4993526">
                <a:off x="4583474" y="4750328"/>
                <a:ext cx="579615" cy="686579"/>
              </a:xfrm>
              <a:prstGeom prst="ellipse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solidFill>
                  <a:schemeClr val="accent4">
                    <a:lumMod val="60000"/>
                    <a:lumOff val="40000"/>
                  </a:schemeClr>
                </a:solidFill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pic>
            <p:nvPicPr>
              <p:cNvPr id="597" name="图片 596">
                <a:extLst>
                  <a:ext uri="{FF2B5EF4-FFF2-40B4-BE49-F238E27FC236}">
                    <a16:creationId xmlns:a16="http://schemas.microsoft.com/office/drawing/2014/main" id="{B7BBB5BE-B4B0-41E3-B2CA-CF9CD49231C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4739488" y="5145044"/>
                <a:ext cx="237849" cy="237849"/>
              </a:xfrm>
              <a:prstGeom prst="rect">
                <a:avLst/>
              </a:prstGeom>
            </p:spPr>
          </p:pic>
          <p:pic>
            <p:nvPicPr>
              <p:cNvPr id="598" name="图片 597">
                <a:extLst>
                  <a:ext uri="{FF2B5EF4-FFF2-40B4-BE49-F238E27FC236}">
                    <a16:creationId xmlns:a16="http://schemas.microsoft.com/office/drawing/2014/main" id="{2AA70575-C301-4CAF-A6C0-3FAEABD16D5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4916557" y="4840563"/>
                <a:ext cx="239596" cy="239596"/>
              </a:xfrm>
              <a:prstGeom prst="rect">
                <a:avLst/>
              </a:prstGeom>
            </p:spPr>
          </p:pic>
          <p:pic>
            <p:nvPicPr>
              <p:cNvPr id="599" name="图片 598">
                <a:extLst>
                  <a:ext uri="{FF2B5EF4-FFF2-40B4-BE49-F238E27FC236}">
                    <a16:creationId xmlns:a16="http://schemas.microsoft.com/office/drawing/2014/main" id="{152626A9-C6AE-4885-A3B5-C72C573A331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4555567" y="4905247"/>
                <a:ext cx="281592" cy="281592"/>
              </a:xfrm>
              <a:prstGeom prst="rect">
                <a:avLst/>
              </a:prstGeom>
            </p:spPr>
          </p:pic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00" name="文本框 599">
                    <a:extLst>
                      <a:ext uri="{FF2B5EF4-FFF2-40B4-BE49-F238E27FC236}">
                        <a16:creationId xmlns:a16="http://schemas.microsoft.com/office/drawing/2014/main" id="{89D1B75F-D720-43B2-9467-9073DC6D7DD0}"/>
                      </a:ext>
                    </a:extLst>
                  </p:cNvPr>
                  <p:cNvSpPr txBox="1"/>
                  <p:nvPr/>
                </p:nvSpPr>
                <p:spPr>
                  <a:xfrm>
                    <a:off x="4922472" y="5054765"/>
                    <a:ext cx="380810" cy="276999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sz="12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oMath>
                      </m:oMathPara>
                    </a14:m>
                    <a:endParaRPr lang="zh-CN" altLang="en-US" sz="1200" dirty="0"/>
                  </a:p>
                </p:txBody>
              </p:sp>
            </mc:Choice>
            <mc:Fallback xmlns="">
              <p:sp>
                <p:nvSpPr>
                  <p:cNvPr id="600" name="文本框 599">
                    <a:extLst>
                      <a:ext uri="{FF2B5EF4-FFF2-40B4-BE49-F238E27FC236}">
                        <a16:creationId xmlns:a16="http://schemas.microsoft.com/office/drawing/2014/main" id="{89D1B75F-D720-43B2-9467-9073DC6D7DD0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922472" y="5054765"/>
                    <a:ext cx="380810" cy="276999"/>
                  </a:xfrm>
                  <a:prstGeom prst="rect">
                    <a:avLst/>
                  </a:prstGeom>
                  <a:blipFill>
                    <a:blip r:embed="rId23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586" name="组合 585">
              <a:extLst>
                <a:ext uri="{FF2B5EF4-FFF2-40B4-BE49-F238E27FC236}">
                  <a16:creationId xmlns:a16="http://schemas.microsoft.com/office/drawing/2014/main" id="{E2616EAB-C025-4E5A-A584-BCB6187BEAD0}"/>
                </a:ext>
              </a:extLst>
            </p:cNvPr>
            <p:cNvGrpSpPr/>
            <p:nvPr/>
          </p:nvGrpSpPr>
          <p:grpSpPr>
            <a:xfrm>
              <a:off x="3974856" y="4833652"/>
              <a:ext cx="836733" cy="654549"/>
              <a:chOff x="5289306" y="4655058"/>
              <a:chExt cx="836733" cy="654549"/>
            </a:xfrm>
          </p:grpSpPr>
          <p:pic>
            <p:nvPicPr>
              <p:cNvPr id="591" name="图片 590">
                <a:extLst>
                  <a:ext uri="{FF2B5EF4-FFF2-40B4-BE49-F238E27FC236}">
                    <a16:creationId xmlns:a16="http://schemas.microsoft.com/office/drawing/2014/main" id="{48008523-C8BD-41B3-837E-95A99DD55CF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674949" y="4733363"/>
                <a:ext cx="304800" cy="304800"/>
              </a:xfrm>
              <a:prstGeom prst="rect">
                <a:avLst/>
              </a:prstGeom>
            </p:spPr>
          </p:pic>
          <p:sp>
            <p:nvSpPr>
              <p:cNvPr id="592" name="椭圆 591">
                <a:extLst>
                  <a:ext uri="{FF2B5EF4-FFF2-40B4-BE49-F238E27FC236}">
                    <a16:creationId xmlns:a16="http://schemas.microsoft.com/office/drawing/2014/main" id="{39160B45-C6E9-44B4-9FE5-8D7BACC804FE}"/>
                  </a:ext>
                </a:extLst>
              </p:cNvPr>
              <p:cNvSpPr/>
              <p:nvPr/>
            </p:nvSpPr>
            <p:spPr>
              <a:xfrm rot="5210808">
                <a:off x="5380398" y="4563966"/>
                <a:ext cx="654549" cy="836733"/>
              </a:xfrm>
              <a:prstGeom prst="ellipse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  <a:ln>
                <a:solidFill>
                  <a:schemeClr val="accent4"/>
                </a:solidFill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pic>
            <p:nvPicPr>
              <p:cNvPr id="593" name="图片 592">
                <a:extLst>
                  <a:ext uri="{FF2B5EF4-FFF2-40B4-BE49-F238E27FC236}">
                    <a16:creationId xmlns:a16="http://schemas.microsoft.com/office/drawing/2014/main" id="{9D591761-7555-4FF7-9B58-12663D9266D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294260" y="4898268"/>
                <a:ext cx="304800" cy="304800"/>
              </a:xfrm>
              <a:prstGeom prst="rect">
                <a:avLst/>
              </a:prstGeom>
            </p:spPr>
          </p:pic>
          <p:pic>
            <p:nvPicPr>
              <p:cNvPr id="594" name="图片 593">
                <a:extLst>
                  <a:ext uri="{FF2B5EF4-FFF2-40B4-BE49-F238E27FC236}">
                    <a16:creationId xmlns:a16="http://schemas.microsoft.com/office/drawing/2014/main" id="{C5C83BDE-5349-4CFC-85B5-CDCD3B182AC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742016" y="4701659"/>
                <a:ext cx="304800" cy="304800"/>
              </a:xfrm>
              <a:prstGeom prst="rect">
                <a:avLst/>
              </a:prstGeom>
            </p:spPr>
          </p:pic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95" name="文本框 594">
                    <a:extLst>
                      <a:ext uri="{FF2B5EF4-FFF2-40B4-BE49-F238E27FC236}">
                        <a16:creationId xmlns:a16="http://schemas.microsoft.com/office/drawing/2014/main" id="{55C49615-0B9C-488C-B45E-41D1B2844CFD}"/>
                      </a:ext>
                    </a:extLst>
                  </p:cNvPr>
                  <p:cNvSpPr txBox="1"/>
                  <p:nvPr/>
                </p:nvSpPr>
                <p:spPr>
                  <a:xfrm>
                    <a:off x="5675957" y="4937317"/>
                    <a:ext cx="380810" cy="276999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sz="12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b>
                          </m:sSub>
                        </m:oMath>
                      </m:oMathPara>
                    </a14:m>
                    <a:endParaRPr lang="zh-CN" altLang="en-US" sz="1200" dirty="0"/>
                  </a:p>
                </p:txBody>
              </p:sp>
            </mc:Choice>
            <mc:Fallback xmlns="">
              <p:sp>
                <p:nvSpPr>
                  <p:cNvPr id="595" name="文本框 594">
                    <a:extLst>
                      <a:ext uri="{FF2B5EF4-FFF2-40B4-BE49-F238E27FC236}">
                        <a16:creationId xmlns:a16="http://schemas.microsoft.com/office/drawing/2014/main" id="{55C49615-0B9C-488C-B45E-41D1B2844CFD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675957" y="4937317"/>
                    <a:ext cx="380810" cy="276999"/>
                  </a:xfrm>
                  <a:prstGeom prst="rect">
                    <a:avLst/>
                  </a:prstGeom>
                  <a:blipFill>
                    <a:blip r:embed="rId24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587" name="立方体 586">
              <a:extLst>
                <a:ext uri="{FF2B5EF4-FFF2-40B4-BE49-F238E27FC236}">
                  <a16:creationId xmlns:a16="http://schemas.microsoft.com/office/drawing/2014/main" id="{143B46B2-8D27-4837-B61E-250C01194E23}"/>
                </a:ext>
              </a:extLst>
            </p:cNvPr>
            <p:cNvSpPr/>
            <p:nvPr/>
          </p:nvSpPr>
          <p:spPr>
            <a:xfrm>
              <a:off x="1910705" y="5300077"/>
              <a:ext cx="539077" cy="699620"/>
            </a:xfrm>
            <a:prstGeom prst="cube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accent1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88" name="立方体 587">
              <a:extLst>
                <a:ext uri="{FF2B5EF4-FFF2-40B4-BE49-F238E27FC236}">
                  <a16:creationId xmlns:a16="http://schemas.microsoft.com/office/drawing/2014/main" id="{44105EF5-886F-4749-B45B-F40FD6841EBA}"/>
                </a:ext>
              </a:extLst>
            </p:cNvPr>
            <p:cNvSpPr/>
            <p:nvPr/>
          </p:nvSpPr>
          <p:spPr>
            <a:xfrm>
              <a:off x="4677116" y="4289874"/>
              <a:ext cx="496637" cy="594917"/>
            </a:xfrm>
            <a:prstGeom prst="cube">
              <a:avLst>
                <a:gd name="adj" fmla="val 19877"/>
              </a:avLst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accent1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cxnSp>
        <p:nvCxnSpPr>
          <p:cNvPr id="590" name="直接连接符 589">
            <a:extLst>
              <a:ext uri="{FF2B5EF4-FFF2-40B4-BE49-F238E27FC236}">
                <a16:creationId xmlns:a16="http://schemas.microsoft.com/office/drawing/2014/main" id="{66FE54C9-FA5E-4067-87E9-4D83F7FAABFB}"/>
              </a:ext>
            </a:extLst>
          </p:cNvPr>
          <p:cNvCxnSpPr>
            <a:cxnSpLocks/>
            <a:stCxn id="516" idx="2"/>
            <a:endCxn id="613" idx="4"/>
          </p:cNvCxnSpPr>
          <p:nvPr/>
        </p:nvCxnSpPr>
        <p:spPr>
          <a:xfrm flipH="1">
            <a:off x="1303726" y="2758654"/>
            <a:ext cx="385650" cy="2922967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2" name="直接连接符 531">
            <a:extLst>
              <a:ext uri="{FF2B5EF4-FFF2-40B4-BE49-F238E27FC236}">
                <a16:creationId xmlns:a16="http://schemas.microsoft.com/office/drawing/2014/main" id="{48D72933-A91B-490F-80DB-8FA545F0E2CD}"/>
              </a:ext>
            </a:extLst>
          </p:cNvPr>
          <p:cNvCxnSpPr>
            <a:cxnSpLocks/>
            <a:stCxn id="513" idx="2"/>
            <a:endCxn id="605" idx="0"/>
          </p:cNvCxnSpPr>
          <p:nvPr/>
        </p:nvCxnSpPr>
        <p:spPr>
          <a:xfrm>
            <a:off x="1061177" y="2303505"/>
            <a:ext cx="297710" cy="2993517"/>
          </a:xfrm>
          <a:prstGeom prst="line">
            <a:avLst/>
          </a:prstGeom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9" name="直接连接符 588">
            <a:extLst>
              <a:ext uri="{FF2B5EF4-FFF2-40B4-BE49-F238E27FC236}">
                <a16:creationId xmlns:a16="http://schemas.microsoft.com/office/drawing/2014/main" id="{EB2F6783-3FC6-4DAC-B3C7-E90DC6A14249}"/>
              </a:ext>
            </a:extLst>
          </p:cNvPr>
          <p:cNvCxnSpPr>
            <a:cxnSpLocks/>
            <a:stCxn id="515" idx="2"/>
            <a:endCxn id="606" idx="0"/>
          </p:cNvCxnSpPr>
          <p:nvPr/>
        </p:nvCxnSpPr>
        <p:spPr>
          <a:xfrm>
            <a:off x="833831" y="2832178"/>
            <a:ext cx="394130" cy="2897219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1" name="直接连接符 530">
            <a:extLst>
              <a:ext uri="{FF2B5EF4-FFF2-40B4-BE49-F238E27FC236}">
                <a16:creationId xmlns:a16="http://schemas.microsoft.com/office/drawing/2014/main" id="{07446E2E-C9C5-426D-B3BE-468C03016796}"/>
              </a:ext>
            </a:extLst>
          </p:cNvPr>
          <p:cNvCxnSpPr>
            <a:cxnSpLocks/>
            <a:stCxn id="513" idx="2"/>
            <a:endCxn id="605" idx="4"/>
          </p:cNvCxnSpPr>
          <p:nvPr/>
        </p:nvCxnSpPr>
        <p:spPr>
          <a:xfrm flipH="1">
            <a:off x="674326" y="2303505"/>
            <a:ext cx="386851" cy="3046121"/>
          </a:xfrm>
          <a:prstGeom prst="line">
            <a:avLst/>
          </a:prstGeom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3" name="直接连接符 532">
            <a:extLst>
              <a:ext uri="{FF2B5EF4-FFF2-40B4-BE49-F238E27FC236}">
                <a16:creationId xmlns:a16="http://schemas.microsoft.com/office/drawing/2014/main" id="{395346CB-2F3E-41AA-8ACF-C10C3FD7C2CB}"/>
              </a:ext>
            </a:extLst>
          </p:cNvPr>
          <p:cNvCxnSpPr>
            <a:cxnSpLocks/>
            <a:stCxn id="514" idx="2"/>
            <a:endCxn id="607" idx="4"/>
          </p:cNvCxnSpPr>
          <p:nvPr/>
        </p:nvCxnSpPr>
        <p:spPr>
          <a:xfrm flipH="1">
            <a:off x="1280867" y="1959383"/>
            <a:ext cx="279625" cy="3029481"/>
          </a:xfrm>
          <a:prstGeom prst="line">
            <a:avLst/>
          </a:prstGeom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4" name="直接连接符 533">
            <a:extLst>
              <a:ext uri="{FF2B5EF4-FFF2-40B4-BE49-F238E27FC236}">
                <a16:creationId xmlns:a16="http://schemas.microsoft.com/office/drawing/2014/main" id="{0BD6D8E2-5586-4751-B171-D0737D114BDD}"/>
              </a:ext>
            </a:extLst>
          </p:cNvPr>
          <p:cNvCxnSpPr>
            <a:cxnSpLocks/>
            <a:stCxn id="514" idx="2"/>
            <a:endCxn id="607" idx="0"/>
          </p:cNvCxnSpPr>
          <p:nvPr/>
        </p:nvCxnSpPr>
        <p:spPr>
          <a:xfrm>
            <a:off x="1560492" y="1959383"/>
            <a:ext cx="405318" cy="2982125"/>
          </a:xfrm>
          <a:prstGeom prst="line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625" name="箭头: 右 624">
            <a:extLst>
              <a:ext uri="{FF2B5EF4-FFF2-40B4-BE49-F238E27FC236}">
                <a16:creationId xmlns:a16="http://schemas.microsoft.com/office/drawing/2014/main" id="{49C0FC55-71D6-429D-AE12-A43425E3F24F}"/>
              </a:ext>
            </a:extLst>
          </p:cNvPr>
          <p:cNvSpPr/>
          <p:nvPr/>
        </p:nvSpPr>
        <p:spPr>
          <a:xfrm>
            <a:off x="5734050" y="4810125"/>
            <a:ext cx="685800" cy="190500"/>
          </a:xfrm>
          <a:prstGeom prst="rightArrow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27" name="箭头: 右 626">
            <a:extLst>
              <a:ext uri="{FF2B5EF4-FFF2-40B4-BE49-F238E27FC236}">
                <a16:creationId xmlns:a16="http://schemas.microsoft.com/office/drawing/2014/main" id="{D57BB293-F80C-4B69-8FA0-AD2E7CF9A910}"/>
              </a:ext>
            </a:extLst>
          </p:cNvPr>
          <p:cNvSpPr/>
          <p:nvPr/>
        </p:nvSpPr>
        <p:spPr>
          <a:xfrm>
            <a:off x="5734050" y="1771650"/>
            <a:ext cx="685800" cy="190500"/>
          </a:xfrm>
          <a:prstGeom prst="rightArrow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529" name="直接连接符 528">
            <a:extLst>
              <a:ext uri="{FF2B5EF4-FFF2-40B4-BE49-F238E27FC236}">
                <a16:creationId xmlns:a16="http://schemas.microsoft.com/office/drawing/2014/main" id="{BDADE602-F8FA-4A31-BD89-A95360F3CC41}"/>
              </a:ext>
            </a:extLst>
          </p:cNvPr>
          <p:cNvCxnSpPr>
            <a:cxnSpLocks/>
            <a:stCxn id="516" idx="2"/>
            <a:endCxn id="613" idx="0"/>
          </p:cNvCxnSpPr>
          <p:nvPr/>
        </p:nvCxnSpPr>
        <p:spPr>
          <a:xfrm>
            <a:off x="1689376" y="2758654"/>
            <a:ext cx="449817" cy="2876941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139147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4" name="组合 493">
            <a:extLst>
              <a:ext uri="{FF2B5EF4-FFF2-40B4-BE49-F238E27FC236}">
                <a16:creationId xmlns:a16="http://schemas.microsoft.com/office/drawing/2014/main" id="{818407E5-ADE0-45B3-8527-5BAB42594E28}"/>
              </a:ext>
            </a:extLst>
          </p:cNvPr>
          <p:cNvGrpSpPr/>
          <p:nvPr/>
        </p:nvGrpSpPr>
        <p:grpSpPr>
          <a:xfrm>
            <a:off x="286416" y="593881"/>
            <a:ext cx="10970456" cy="5430376"/>
            <a:chOff x="286416" y="593881"/>
            <a:chExt cx="10970456" cy="5430376"/>
          </a:xfrm>
        </p:grpSpPr>
        <p:sp>
          <p:nvSpPr>
            <p:cNvPr id="4" name="矩形: 圆角 3">
              <a:extLst>
                <a:ext uri="{FF2B5EF4-FFF2-40B4-BE49-F238E27FC236}">
                  <a16:creationId xmlns:a16="http://schemas.microsoft.com/office/drawing/2014/main" id="{E2A91DBF-43F5-4F2D-9D61-6DB9180B3CAF}"/>
                </a:ext>
              </a:extLst>
            </p:cNvPr>
            <p:cNvSpPr/>
            <p:nvPr/>
          </p:nvSpPr>
          <p:spPr>
            <a:xfrm>
              <a:off x="6788004" y="601778"/>
              <a:ext cx="4319475" cy="2407443"/>
            </a:xfrm>
            <a:prstGeom prst="roundRect">
              <a:avLst>
                <a:gd name="adj" fmla="val 8398"/>
              </a:avLst>
            </a:prstGeom>
            <a:solidFill>
              <a:schemeClr val="bg1">
                <a:lumMod val="95000"/>
              </a:schemeClr>
            </a:solidFill>
            <a:ln cap="rnd">
              <a:solidFill>
                <a:srgbClr val="C00000"/>
              </a:solidFill>
              <a:prstDash val="dash"/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" name="矩形: 圆角 6">
              <a:extLst>
                <a:ext uri="{FF2B5EF4-FFF2-40B4-BE49-F238E27FC236}">
                  <a16:creationId xmlns:a16="http://schemas.microsoft.com/office/drawing/2014/main" id="{258E4C17-8E72-49F6-8BE2-56F017C6983E}"/>
                </a:ext>
              </a:extLst>
            </p:cNvPr>
            <p:cNvSpPr/>
            <p:nvPr/>
          </p:nvSpPr>
          <p:spPr>
            <a:xfrm>
              <a:off x="6781025" y="3602153"/>
              <a:ext cx="4298101" cy="2400300"/>
            </a:xfrm>
            <a:prstGeom prst="roundRect">
              <a:avLst>
                <a:gd name="adj" fmla="val 8398"/>
              </a:avLst>
            </a:prstGeom>
            <a:solidFill>
              <a:schemeClr val="bg1">
                <a:lumMod val="95000"/>
              </a:schemeClr>
            </a:solidFill>
            <a:ln cap="rnd">
              <a:solidFill>
                <a:srgbClr val="0070C0"/>
              </a:solidFill>
              <a:prstDash val="dash"/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grpSp>
          <p:nvGrpSpPr>
            <p:cNvPr id="33" name="组合 32">
              <a:extLst>
                <a:ext uri="{FF2B5EF4-FFF2-40B4-BE49-F238E27FC236}">
                  <a16:creationId xmlns:a16="http://schemas.microsoft.com/office/drawing/2014/main" id="{BC0ACF3A-16D0-4818-83C2-58234A934322}"/>
                </a:ext>
              </a:extLst>
            </p:cNvPr>
            <p:cNvGrpSpPr/>
            <p:nvPr/>
          </p:nvGrpSpPr>
          <p:grpSpPr>
            <a:xfrm>
              <a:off x="6989127" y="1073269"/>
              <a:ext cx="1006545" cy="748443"/>
              <a:chOff x="3868809" y="657225"/>
              <a:chExt cx="914423" cy="791687"/>
            </a:xfrm>
          </p:grpSpPr>
          <p:sp>
            <p:nvSpPr>
              <p:cNvPr id="8" name="矩形: 圆角 7">
                <a:extLst>
                  <a:ext uri="{FF2B5EF4-FFF2-40B4-BE49-F238E27FC236}">
                    <a16:creationId xmlns:a16="http://schemas.microsoft.com/office/drawing/2014/main" id="{8EDEDC3E-65C2-4C62-A027-CA3DCBD4E5CA}"/>
                  </a:ext>
                </a:extLst>
              </p:cNvPr>
              <p:cNvSpPr/>
              <p:nvPr/>
            </p:nvSpPr>
            <p:spPr>
              <a:xfrm>
                <a:off x="3868809" y="657225"/>
                <a:ext cx="914423" cy="791687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B634F6D6-316A-4890-A8A5-3DEF27414910}"/>
                  </a:ext>
                </a:extLst>
              </p:cNvPr>
              <p:cNvSpPr txBox="1"/>
              <p:nvPr/>
            </p:nvSpPr>
            <p:spPr>
              <a:xfrm>
                <a:off x="3913870" y="703518"/>
                <a:ext cx="862927" cy="6836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1200" b="1" dirty="0"/>
                  <a:t>①</a:t>
                </a:r>
                <a:r>
                  <a:rPr lang="zh-CN" altLang="en-US" sz="1200" dirty="0"/>
                  <a:t>初始化各簇</a:t>
                </a:r>
                <a:r>
                  <a:rPr lang="en-US" altLang="zh-CN" sz="1200" dirty="0"/>
                  <a:t>RRT*</a:t>
                </a:r>
                <a:r>
                  <a:rPr lang="zh-CN" altLang="en-US" sz="1200" dirty="0"/>
                  <a:t>全局路径</a:t>
                </a:r>
              </a:p>
            </p:txBody>
          </p:sp>
        </p:grpSp>
        <p:grpSp>
          <p:nvGrpSpPr>
            <p:cNvPr id="36" name="组合 35">
              <a:extLst>
                <a:ext uri="{FF2B5EF4-FFF2-40B4-BE49-F238E27FC236}">
                  <a16:creationId xmlns:a16="http://schemas.microsoft.com/office/drawing/2014/main" id="{AFA4CA34-2DF5-426D-B355-65EAC6AC5487}"/>
                </a:ext>
              </a:extLst>
            </p:cNvPr>
            <p:cNvGrpSpPr/>
            <p:nvPr/>
          </p:nvGrpSpPr>
          <p:grpSpPr>
            <a:xfrm>
              <a:off x="7612913" y="2381693"/>
              <a:ext cx="2274577" cy="439479"/>
              <a:chOff x="5064497" y="1765624"/>
              <a:chExt cx="2225745" cy="439479"/>
            </a:xfrm>
          </p:grpSpPr>
          <p:sp>
            <p:nvSpPr>
              <p:cNvPr id="21" name="矩形: 圆角 20">
                <a:extLst>
                  <a:ext uri="{FF2B5EF4-FFF2-40B4-BE49-F238E27FC236}">
                    <a16:creationId xmlns:a16="http://schemas.microsoft.com/office/drawing/2014/main" id="{997B6BCF-401A-492A-9B43-624AFB8EB604}"/>
                  </a:ext>
                </a:extLst>
              </p:cNvPr>
              <p:cNvSpPr/>
              <p:nvPr/>
            </p:nvSpPr>
            <p:spPr>
              <a:xfrm>
                <a:off x="5064497" y="1765624"/>
                <a:ext cx="2225745" cy="439479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253" name="文本框 252">
                <a:extLst>
                  <a:ext uri="{FF2B5EF4-FFF2-40B4-BE49-F238E27FC236}">
                    <a16:creationId xmlns:a16="http://schemas.microsoft.com/office/drawing/2014/main" id="{05613E36-B266-443F-B46E-01456FB6FE22}"/>
                  </a:ext>
                </a:extLst>
              </p:cNvPr>
              <p:cNvSpPr txBox="1"/>
              <p:nvPr/>
            </p:nvSpPr>
            <p:spPr>
              <a:xfrm>
                <a:off x="5200477" y="1848737"/>
                <a:ext cx="208360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1200" b="1" dirty="0"/>
                  <a:t>⑤</a:t>
                </a:r>
                <a:r>
                  <a:rPr lang="zh-CN" altLang="en-US" sz="1200" dirty="0"/>
                  <a:t>重新规划碰撞的</a:t>
                </a:r>
                <a:r>
                  <a:rPr lang="en-US" altLang="zh-CN" sz="1200" dirty="0"/>
                  <a:t>RRT*</a:t>
                </a:r>
                <a:r>
                  <a:rPr lang="zh-CN" altLang="en-US" sz="1200" dirty="0"/>
                  <a:t>路径</a:t>
                </a:r>
              </a:p>
            </p:txBody>
          </p:sp>
        </p:grpSp>
        <p:grpSp>
          <p:nvGrpSpPr>
            <p:cNvPr id="30" name="组合 29">
              <a:extLst>
                <a:ext uri="{FF2B5EF4-FFF2-40B4-BE49-F238E27FC236}">
                  <a16:creationId xmlns:a16="http://schemas.microsoft.com/office/drawing/2014/main" id="{62C123F5-D00B-4627-8F8A-22891D530D67}"/>
                </a:ext>
              </a:extLst>
            </p:cNvPr>
            <p:cNvGrpSpPr/>
            <p:nvPr/>
          </p:nvGrpSpPr>
          <p:grpSpPr>
            <a:xfrm>
              <a:off x="6923547" y="3785029"/>
              <a:ext cx="1678964" cy="434818"/>
              <a:chOff x="1382212" y="3857624"/>
              <a:chExt cx="1631022" cy="592931"/>
            </a:xfrm>
          </p:grpSpPr>
          <p:sp>
            <p:nvSpPr>
              <p:cNvPr id="23" name="矩形: 圆角 22">
                <a:extLst>
                  <a:ext uri="{FF2B5EF4-FFF2-40B4-BE49-F238E27FC236}">
                    <a16:creationId xmlns:a16="http://schemas.microsoft.com/office/drawing/2014/main" id="{7F48C4FB-9A14-4A24-8636-637D638F7FF8}"/>
                  </a:ext>
                </a:extLst>
              </p:cNvPr>
              <p:cNvSpPr/>
              <p:nvPr/>
            </p:nvSpPr>
            <p:spPr>
              <a:xfrm>
                <a:off x="1393030" y="3857624"/>
                <a:ext cx="1547153" cy="592931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7" name="文本框 16">
                <a:extLst>
                  <a:ext uri="{FF2B5EF4-FFF2-40B4-BE49-F238E27FC236}">
                    <a16:creationId xmlns:a16="http://schemas.microsoft.com/office/drawing/2014/main" id="{01DE8413-E4AA-4E7C-924B-78F23AB4DC42}"/>
                  </a:ext>
                </a:extLst>
              </p:cNvPr>
              <p:cNvSpPr txBox="1"/>
              <p:nvPr/>
            </p:nvSpPr>
            <p:spPr>
              <a:xfrm>
                <a:off x="1382212" y="3958936"/>
                <a:ext cx="1631022" cy="37772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1200" b="1" dirty="0"/>
                  <a:t>②</a:t>
                </a:r>
                <a:r>
                  <a:rPr lang="zh-CN" altLang="en-US" sz="1200" dirty="0"/>
                  <a:t>计算</a:t>
                </a:r>
                <a:r>
                  <a:rPr lang="en-US" altLang="zh-CN" sz="1200" dirty="0"/>
                  <a:t>SINR,</a:t>
                </a:r>
                <a:r>
                  <a:rPr lang="zh-CN" altLang="en-US" sz="1200" dirty="0"/>
                  <a:t>构建</a:t>
                </a:r>
                <a:r>
                  <a:rPr lang="en-US" altLang="zh-CN" sz="1200" dirty="0"/>
                  <a:t>MST</a:t>
                </a:r>
                <a:endParaRPr lang="zh-CN" altLang="en-US" sz="1200" dirty="0"/>
              </a:p>
            </p:txBody>
          </p:sp>
        </p:grpSp>
        <p:grpSp>
          <p:nvGrpSpPr>
            <p:cNvPr id="31" name="组合 30">
              <a:extLst>
                <a:ext uri="{FF2B5EF4-FFF2-40B4-BE49-F238E27FC236}">
                  <a16:creationId xmlns:a16="http://schemas.microsoft.com/office/drawing/2014/main" id="{0A87FB2A-9FA0-4801-918D-F2DFF71C8694}"/>
                </a:ext>
              </a:extLst>
            </p:cNvPr>
            <p:cNvGrpSpPr/>
            <p:nvPr/>
          </p:nvGrpSpPr>
          <p:grpSpPr>
            <a:xfrm>
              <a:off x="8921586" y="3788333"/>
              <a:ext cx="1966153" cy="436336"/>
              <a:chOff x="839454" y="4978011"/>
              <a:chExt cx="1648452" cy="630206"/>
            </a:xfrm>
          </p:grpSpPr>
          <p:sp>
            <p:nvSpPr>
              <p:cNvPr id="24" name="矩形: 圆角 23">
                <a:extLst>
                  <a:ext uri="{FF2B5EF4-FFF2-40B4-BE49-F238E27FC236}">
                    <a16:creationId xmlns:a16="http://schemas.microsoft.com/office/drawing/2014/main" id="{83CBAE65-1077-4520-98C7-D239F2AFD1EB}"/>
                  </a:ext>
                </a:extLst>
              </p:cNvPr>
              <p:cNvSpPr/>
              <p:nvPr/>
            </p:nvSpPr>
            <p:spPr>
              <a:xfrm>
                <a:off x="839454" y="4978011"/>
                <a:ext cx="1618738" cy="630206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25" name="文本框 24">
                <a:extLst>
                  <a:ext uri="{FF2B5EF4-FFF2-40B4-BE49-F238E27FC236}">
                    <a16:creationId xmlns:a16="http://schemas.microsoft.com/office/drawing/2014/main" id="{492CB19E-7261-4708-B922-0434A6E8969D}"/>
                  </a:ext>
                </a:extLst>
              </p:cNvPr>
              <p:cNvSpPr txBox="1"/>
              <p:nvPr/>
            </p:nvSpPr>
            <p:spPr>
              <a:xfrm>
                <a:off x="865467" y="5093816"/>
                <a:ext cx="1622439" cy="40007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1200" b="1" dirty="0"/>
                  <a:t>④</a:t>
                </a:r>
                <a:r>
                  <a:rPr lang="zh-CN" altLang="en-US" sz="1200" dirty="0"/>
                  <a:t>更新建筑物干扰等信息</a:t>
                </a:r>
              </a:p>
            </p:txBody>
          </p:sp>
        </p:grpSp>
        <p:cxnSp>
          <p:nvCxnSpPr>
            <p:cNvPr id="52" name="直接箭头连接符 51">
              <a:extLst>
                <a:ext uri="{FF2B5EF4-FFF2-40B4-BE49-F238E27FC236}">
                  <a16:creationId xmlns:a16="http://schemas.microsoft.com/office/drawing/2014/main" id="{F583C7B1-209E-4892-9EBB-5931AEB4A7A8}"/>
                </a:ext>
              </a:extLst>
            </p:cNvPr>
            <p:cNvCxnSpPr>
              <a:cxnSpLocks/>
              <a:stCxn id="8" idx="2"/>
            </p:cNvCxnSpPr>
            <p:nvPr/>
          </p:nvCxnSpPr>
          <p:spPr>
            <a:xfrm>
              <a:off x="7492409" y="1821712"/>
              <a:ext cx="2823" cy="1940938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直接箭头连接符 63">
              <a:extLst>
                <a:ext uri="{FF2B5EF4-FFF2-40B4-BE49-F238E27FC236}">
                  <a16:creationId xmlns:a16="http://schemas.microsoft.com/office/drawing/2014/main" id="{9276549B-A5B4-49F6-AC87-D1270895E456}"/>
                </a:ext>
              </a:extLst>
            </p:cNvPr>
            <p:cNvCxnSpPr>
              <a:cxnSpLocks/>
            </p:cNvCxnSpPr>
            <p:nvPr/>
          </p:nvCxnSpPr>
          <p:spPr>
            <a:xfrm>
              <a:off x="8286248" y="2828260"/>
              <a:ext cx="0" cy="949841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7" name="文本框 66">
              <a:extLst>
                <a:ext uri="{FF2B5EF4-FFF2-40B4-BE49-F238E27FC236}">
                  <a16:creationId xmlns:a16="http://schemas.microsoft.com/office/drawing/2014/main" id="{57D06EE6-192F-45DC-B502-6DC8ACDC767C}"/>
                </a:ext>
              </a:extLst>
            </p:cNvPr>
            <p:cNvSpPr txBox="1"/>
            <p:nvPr/>
          </p:nvSpPr>
          <p:spPr>
            <a:xfrm>
              <a:off x="6878312" y="630190"/>
              <a:ext cx="171279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b="1" dirty="0"/>
                <a:t>顶层全局规划</a:t>
              </a:r>
            </a:p>
          </p:txBody>
        </p:sp>
        <p:sp>
          <p:nvSpPr>
            <p:cNvPr id="68" name="文本框 67">
              <a:extLst>
                <a:ext uri="{FF2B5EF4-FFF2-40B4-BE49-F238E27FC236}">
                  <a16:creationId xmlns:a16="http://schemas.microsoft.com/office/drawing/2014/main" id="{0D776B5B-7D47-4A58-97E1-148B4D750841}"/>
                </a:ext>
              </a:extLst>
            </p:cNvPr>
            <p:cNvSpPr txBox="1"/>
            <p:nvPr/>
          </p:nvSpPr>
          <p:spPr>
            <a:xfrm>
              <a:off x="6783573" y="5494530"/>
              <a:ext cx="164450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b="1" dirty="0"/>
                <a:t>底层局部规划</a:t>
              </a:r>
            </a:p>
          </p:txBody>
        </p:sp>
        <p:grpSp>
          <p:nvGrpSpPr>
            <p:cNvPr id="498" name="组合 497">
              <a:extLst>
                <a:ext uri="{FF2B5EF4-FFF2-40B4-BE49-F238E27FC236}">
                  <a16:creationId xmlns:a16="http://schemas.microsoft.com/office/drawing/2014/main" id="{72F19A79-5990-4710-920E-DCA16FD4267E}"/>
                </a:ext>
              </a:extLst>
            </p:cNvPr>
            <p:cNvGrpSpPr/>
            <p:nvPr/>
          </p:nvGrpSpPr>
          <p:grpSpPr>
            <a:xfrm>
              <a:off x="8402214" y="850843"/>
              <a:ext cx="2568626" cy="1381601"/>
              <a:chOff x="6925394" y="832129"/>
              <a:chExt cx="2568626" cy="1381601"/>
            </a:xfrm>
          </p:grpSpPr>
          <p:grpSp>
            <p:nvGrpSpPr>
              <p:cNvPr id="35" name="组合 34">
                <a:extLst>
                  <a:ext uri="{FF2B5EF4-FFF2-40B4-BE49-F238E27FC236}">
                    <a16:creationId xmlns:a16="http://schemas.microsoft.com/office/drawing/2014/main" id="{C81F6904-E6DD-4A0C-B0E6-A4CC433B9DD0}"/>
                  </a:ext>
                </a:extLst>
              </p:cNvPr>
              <p:cNvGrpSpPr/>
              <p:nvPr/>
            </p:nvGrpSpPr>
            <p:grpSpPr>
              <a:xfrm>
                <a:off x="6925394" y="832129"/>
                <a:ext cx="2512219" cy="1381601"/>
                <a:chOff x="9834458" y="2250624"/>
                <a:chExt cx="2613234" cy="708382"/>
              </a:xfrm>
            </p:grpSpPr>
            <p:sp>
              <p:nvSpPr>
                <p:cNvPr id="22" name="矩形: 圆角 21">
                  <a:extLst>
                    <a:ext uri="{FF2B5EF4-FFF2-40B4-BE49-F238E27FC236}">
                      <a16:creationId xmlns:a16="http://schemas.microsoft.com/office/drawing/2014/main" id="{D3374A74-DB25-49C0-AF36-D59A9CBA8CDD}"/>
                    </a:ext>
                  </a:extLst>
                </p:cNvPr>
                <p:cNvSpPr/>
                <p:nvPr/>
              </p:nvSpPr>
              <p:spPr>
                <a:xfrm>
                  <a:off x="9834458" y="2250624"/>
                  <a:ext cx="2613234" cy="708382"/>
                </a:xfrm>
                <a:prstGeom prst="round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13" name="文本框 12">
                  <a:extLst>
                    <a:ext uri="{FF2B5EF4-FFF2-40B4-BE49-F238E27FC236}">
                      <a16:creationId xmlns:a16="http://schemas.microsoft.com/office/drawing/2014/main" id="{3140C2F8-5568-4B16-82ED-AF1F99001073}"/>
                    </a:ext>
                  </a:extLst>
                </p:cNvPr>
                <p:cNvSpPr txBox="1"/>
                <p:nvPr/>
              </p:nvSpPr>
              <p:spPr>
                <a:xfrm>
                  <a:off x="9850607" y="2400597"/>
                  <a:ext cx="779241" cy="42607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zh-CN" altLang="en-US" sz="1200" b="1" dirty="0"/>
                    <a:t>⑥</a:t>
                  </a:r>
                  <a:r>
                    <a:rPr lang="zh-CN" altLang="en-US" sz="1200" dirty="0"/>
                    <a:t>计算</a:t>
                  </a:r>
                  <a:r>
                    <a:rPr lang="en-US" altLang="zh-CN" sz="1200" dirty="0"/>
                    <a:t>frechet</a:t>
                  </a:r>
                  <a:r>
                    <a:rPr lang="zh-CN" altLang="en-US" sz="1200" dirty="0"/>
                    <a:t>距离进行校验</a:t>
                  </a:r>
                </a:p>
              </p:txBody>
            </p:sp>
          </p:grpSp>
          <p:grpSp>
            <p:nvGrpSpPr>
              <p:cNvPr id="307" name="组合 306">
                <a:extLst>
                  <a:ext uri="{FF2B5EF4-FFF2-40B4-BE49-F238E27FC236}">
                    <a16:creationId xmlns:a16="http://schemas.microsoft.com/office/drawing/2014/main" id="{A01F8B7C-9C7A-4927-8127-5243A07FFE71}"/>
                  </a:ext>
                </a:extLst>
              </p:cNvPr>
              <p:cNvGrpSpPr/>
              <p:nvPr/>
            </p:nvGrpSpPr>
            <p:grpSpPr>
              <a:xfrm>
                <a:off x="7707807" y="870984"/>
                <a:ext cx="1786213" cy="1231344"/>
                <a:chOff x="7559461" y="1481284"/>
                <a:chExt cx="3068164" cy="1876425"/>
              </a:xfrm>
            </p:grpSpPr>
            <p:grpSp>
              <p:nvGrpSpPr>
                <p:cNvPr id="308" name="组合 307">
                  <a:extLst>
                    <a:ext uri="{FF2B5EF4-FFF2-40B4-BE49-F238E27FC236}">
                      <a16:creationId xmlns:a16="http://schemas.microsoft.com/office/drawing/2014/main" id="{9B009CC8-B441-4310-8768-6FEC69511B42}"/>
                    </a:ext>
                  </a:extLst>
                </p:cNvPr>
                <p:cNvGrpSpPr/>
                <p:nvPr/>
              </p:nvGrpSpPr>
              <p:grpSpPr>
                <a:xfrm>
                  <a:off x="7559461" y="1481284"/>
                  <a:ext cx="2733685" cy="1876425"/>
                  <a:chOff x="7496118" y="1046363"/>
                  <a:chExt cx="2733685" cy="1876425"/>
                </a:xfrm>
              </p:grpSpPr>
              <p:sp>
                <p:nvSpPr>
                  <p:cNvPr id="315" name="矩形 314">
                    <a:extLst>
                      <a:ext uri="{FF2B5EF4-FFF2-40B4-BE49-F238E27FC236}">
                        <a16:creationId xmlns:a16="http://schemas.microsoft.com/office/drawing/2014/main" id="{F32FAF7C-C472-4930-A959-A115608E8E90}"/>
                      </a:ext>
                    </a:extLst>
                  </p:cNvPr>
                  <p:cNvSpPr/>
                  <p:nvPr/>
                </p:nvSpPr>
                <p:spPr>
                  <a:xfrm>
                    <a:off x="7496118" y="1046363"/>
                    <a:ext cx="2733685" cy="1876425"/>
                  </a:xfrm>
                  <a:prstGeom prst="rect">
                    <a:avLst/>
                  </a:prstGeom>
                  <a:solidFill>
                    <a:schemeClr val="bg1">
                      <a:lumMod val="95000"/>
                    </a:schemeClr>
                  </a:solidFill>
                  <a:ln>
                    <a:prstDash val="dash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sz="900" dirty="0"/>
                  </a:p>
                </p:txBody>
              </p:sp>
              <p:grpSp>
                <p:nvGrpSpPr>
                  <p:cNvPr id="316" name="组合 315">
                    <a:extLst>
                      <a:ext uri="{FF2B5EF4-FFF2-40B4-BE49-F238E27FC236}">
                        <a16:creationId xmlns:a16="http://schemas.microsoft.com/office/drawing/2014/main" id="{2BA7DEAA-F75D-4219-826E-DE1E8B1FD5EB}"/>
                      </a:ext>
                    </a:extLst>
                  </p:cNvPr>
                  <p:cNvGrpSpPr/>
                  <p:nvPr/>
                </p:nvGrpSpPr>
                <p:grpSpPr>
                  <a:xfrm>
                    <a:off x="8144142" y="1984575"/>
                    <a:ext cx="2085661" cy="801356"/>
                    <a:chOff x="8083419" y="1371080"/>
                    <a:chExt cx="2213924" cy="1526083"/>
                  </a:xfrm>
                </p:grpSpPr>
                <p:sp>
                  <p:nvSpPr>
                    <p:cNvPr id="335" name="星形: 五角 334">
                      <a:extLst>
                        <a:ext uri="{FF2B5EF4-FFF2-40B4-BE49-F238E27FC236}">
                          <a16:creationId xmlns:a16="http://schemas.microsoft.com/office/drawing/2014/main" id="{FFFEE9DA-1385-4C1F-852A-FE30FB63D8F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836688" y="2119073"/>
                      <a:ext cx="137160" cy="137160"/>
                    </a:xfrm>
                    <a:prstGeom prst="star5">
                      <a:avLst/>
                    </a:prstGeom>
                    <a:solidFill>
                      <a:schemeClr val="accent6">
                        <a:lumMod val="60000"/>
                        <a:lumOff val="40000"/>
                      </a:schemeClr>
                    </a:solidFill>
                    <a:ln>
                      <a:solidFill>
                        <a:schemeClr val="accent6">
                          <a:lumMod val="40000"/>
                          <a:lumOff val="6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 sz="900"/>
                    </a:p>
                  </p:txBody>
                </p:sp>
                <p:sp>
                  <p:nvSpPr>
                    <p:cNvPr id="336" name="星形: 五角 335">
                      <a:extLst>
                        <a:ext uri="{FF2B5EF4-FFF2-40B4-BE49-F238E27FC236}">
                          <a16:creationId xmlns:a16="http://schemas.microsoft.com/office/drawing/2014/main" id="{51F9640B-4708-40B5-8148-04F269E9A36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339608" y="1478993"/>
                      <a:ext cx="137160" cy="137160"/>
                    </a:xfrm>
                    <a:prstGeom prst="star5">
                      <a:avLst/>
                    </a:prstGeom>
                    <a:solidFill>
                      <a:schemeClr val="accent6">
                        <a:lumMod val="60000"/>
                        <a:lumOff val="40000"/>
                      </a:schemeClr>
                    </a:solidFill>
                    <a:ln>
                      <a:solidFill>
                        <a:schemeClr val="accent6">
                          <a:lumMod val="40000"/>
                          <a:lumOff val="6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 sz="900"/>
                    </a:p>
                  </p:txBody>
                </p:sp>
                <p:cxnSp>
                  <p:nvCxnSpPr>
                    <p:cNvPr id="337" name="直接箭头连接符 336">
                      <a:extLst>
                        <a:ext uri="{FF2B5EF4-FFF2-40B4-BE49-F238E27FC236}">
                          <a16:creationId xmlns:a16="http://schemas.microsoft.com/office/drawing/2014/main" id="{1E5CC842-EA89-46D5-A697-92D8CAE91E7A}"/>
                        </a:ext>
                      </a:extLst>
                    </p:cNvPr>
                    <p:cNvCxnSpPr>
                      <a:cxnSpLocks/>
                      <a:endCxn id="335" idx="2"/>
                    </p:cNvCxnSpPr>
                    <p:nvPr/>
                  </p:nvCxnSpPr>
                  <p:spPr>
                    <a:xfrm flipV="1">
                      <a:off x="8083419" y="2256233"/>
                      <a:ext cx="779464" cy="640930"/>
                    </a:xfrm>
                    <a:prstGeom prst="straightConnector1">
                      <a:avLst/>
                    </a:prstGeom>
                    <a:ln w="12700">
                      <a:solidFill>
                        <a:schemeClr val="accent6">
                          <a:lumMod val="75000"/>
                        </a:schemeClr>
                      </a:solidFill>
                      <a:tailEnd type="triangle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338" name="直接箭头连接符 337">
                      <a:extLst>
                        <a:ext uri="{FF2B5EF4-FFF2-40B4-BE49-F238E27FC236}">
                          <a16:creationId xmlns:a16="http://schemas.microsoft.com/office/drawing/2014/main" id="{33E500BF-F64B-4908-B9F6-1044241165BA}"/>
                        </a:ext>
                      </a:extLst>
                    </p:cNvPr>
                    <p:cNvCxnSpPr>
                      <a:cxnSpLocks/>
                      <a:stCxn id="335" idx="4"/>
                      <a:endCxn id="336" idx="2"/>
                    </p:cNvCxnSpPr>
                    <p:nvPr/>
                  </p:nvCxnSpPr>
                  <p:spPr>
                    <a:xfrm flipV="1">
                      <a:off x="8973848" y="1616153"/>
                      <a:ext cx="391955" cy="555310"/>
                    </a:xfrm>
                    <a:prstGeom prst="straightConnector1">
                      <a:avLst/>
                    </a:prstGeom>
                    <a:ln w="12700">
                      <a:solidFill>
                        <a:schemeClr val="accent6">
                          <a:lumMod val="75000"/>
                        </a:schemeClr>
                      </a:solidFill>
                      <a:tailEnd type="triangle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339" name="直接箭头连接符 338">
                      <a:extLst>
                        <a:ext uri="{FF2B5EF4-FFF2-40B4-BE49-F238E27FC236}">
                          <a16:creationId xmlns:a16="http://schemas.microsoft.com/office/drawing/2014/main" id="{2991BFEB-4D72-4023-8804-3BD626EF0848}"/>
                        </a:ext>
                      </a:extLst>
                    </p:cNvPr>
                    <p:cNvCxnSpPr>
                      <a:cxnSpLocks/>
                      <a:stCxn id="336" idx="4"/>
                      <a:endCxn id="315" idx="3"/>
                    </p:cNvCxnSpPr>
                    <p:nvPr/>
                  </p:nvCxnSpPr>
                  <p:spPr>
                    <a:xfrm flipV="1">
                      <a:off x="9476768" y="1371080"/>
                      <a:ext cx="820575" cy="160303"/>
                    </a:xfrm>
                    <a:prstGeom prst="straightConnector1">
                      <a:avLst/>
                    </a:prstGeom>
                    <a:ln w="12700">
                      <a:solidFill>
                        <a:schemeClr val="accent6">
                          <a:lumMod val="75000"/>
                        </a:schemeClr>
                      </a:solidFill>
                      <a:tailEnd type="triangle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317" name="组合 316">
                    <a:extLst>
                      <a:ext uri="{FF2B5EF4-FFF2-40B4-BE49-F238E27FC236}">
                        <a16:creationId xmlns:a16="http://schemas.microsoft.com/office/drawing/2014/main" id="{6DD2015F-D327-43AC-ABFD-C79BF4CD3CCA}"/>
                      </a:ext>
                    </a:extLst>
                  </p:cNvPr>
                  <p:cNvGrpSpPr/>
                  <p:nvPr/>
                </p:nvGrpSpPr>
                <p:grpSpPr>
                  <a:xfrm>
                    <a:off x="7853584" y="1580891"/>
                    <a:ext cx="2287916" cy="1179400"/>
                    <a:chOff x="8015175" y="1028264"/>
                    <a:chExt cx="1989712" cy="1961979"/>
                  </a:xfrm>
                </p:grpSpPr>
                <p:sp>
                  <p:nvSpPr>
                    <p:cNvPr id="330" name="星形: 五角 329">
                      <a:extLst>
                        <a:ext uri="{FF2B5EF4-FFF2-40B4-BE49-F238E27FC236}">
                          <a16:creationId xmlns:a16="http://schemas.microsoft.com/office/drawing/2014/main" id="{B6E6699F-DD16-4B22-BD3F-0C9B0833A01A}"/>
                        </a:ext>
                      </a:extLst>
                    </p:cNvPr>
                    <p:cNvSpPr/>
                    <p:nvPr/>
                  </p:nvSpPr>
                  <p:spPr>
                    <a:xfrm rot="3880281">
                      <a:off x="8243895" y="2078195"/>
                      <a:ext cx="137160" cy="137160"/>
                    </a:xfrm>
                    <a:prstGeom prst="star5">
                      <a:avLst/>
                    </a:prstGeom>
                    <a:solidFill>
                      <a:schemeClr val="accent6">
                        <a:lumMod val="60000"/>
                        <a:lumOff val="40000"/>
                      </a:schemeClr>
                    </a:solidFill>
                    <a:ln>
                      <a:solidFill>
                        <a:schemeClr val="accent6">
                          <a:lumMod val="40000"/>
                          <a:lumOff val="6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 sz="900"/>
                    </a:p>
                  </p:txBody>
                </p:sp>
                <p:sp>
                  <p:nvSpPr>
                    <p:cNvPr id="331" name="星形: 五角 330">
                      <a:extLst>
                        <a:ext uri="{FF2B5EF4-FFF2-40B4-BE49-F238E27FC236}">
                          <a16:creationId xmlns:a16="http://schemas.microsoft.com/office/drawing/2014/main" id="{649DDA53-C2FE-4238-89C1-799A4265D63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891595" y="1422875"/>
                      <a:ext cx="137160" cy="137160"/>
                    </a:xfrm>
                    <a:prstGeom prst="star5">
                      <a:avLst/>
                    </a:prstGeom>
                    <a:solidFill>
                      <a:schemeClr val="accent6">
                        <a:lumMod val="60000"/>
                        <a:lumOff val="40000"/>
                      </a:schemeClr>
                    </a:solidFill>
                    <a:ln>
                      <a:solidFill>
                        <a:schemeClr val="accent6">
                          <a:lumMod val="40000"/>
                          <a:lumOff val="6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 sz="900"/>
                    </a:p>
                  </p:txBody>
                </p:sp>
                <p:cxnSp>
                  <p:nvCxnSpPr>
                    <p:cNvPr id="332" name="直接箭头连接符 331">
                      <a:extLst>
                        <a:ext uri="{FF2B5EF4-FFF2-40B4-BE49-F238E27FC236}">
                          <a16:creationId xmlns:a16="http://schemas.microsoft.com/office/drawing/2014/main" id="{30C40080-90E2-45CD-BA58-2AEE32A10010}"/>
                        </a:ext>
                      </a:extLst>
                    </p:cNvPr>
                    <p:cNvCxnSpPr>
                      <a:cxnSpLocks/>
                      <a:endCxn id="330" idx="3"/>
                    </p:cNvCxnSpPr>
                    <p:nvPr/>
                  </p:nvCxnSpPr>
                  <p:spPr>
                    <a:xfrm flipV="1">
                      <a:off x="8015175" y="2214425"/>
                      <a:ext cx="253445" cy="775818"/>
                    </a:xfrm>
                    <a:prstGeom prst="straightConnector1">
                      <a:avLst/>
                    </a:prstGeom>
                    <a:ln w="12700">
                      <a:solidFill>
                        <a:schemeClr val="accent6">
                          <a:lumMod val="75000"/>
                        </a:schemeClr>
                      </a:solidFill>
                      <a:tailEnd type="triangle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333" name="直接箭头连接符 332">
                      <a:extLst>
                        <a:ext uri="{FF2B5EF4-FFF2-40B4-BE49-F238E27FC236}">
                          <a16:creationId xmlns:a16="http://schemas.microsoft.com/office/drawing/2014/main" id="{D05674E3-A2AD-4C67-BB43-30920C99AA66}"/>
                        </a:ext>
                      </a:extLst>
                    </p:cNvPr>
                    <p:cNvCxnSpPr>
                      <a:cxnSpLocks/>
                      <a:stCxn id="330" idx="0"/>
                      <a:endCxn id="331" idx="2"/>
                    </p:cNvCxnSpPr>
                    <p:nvPr/>
                  </p:nvCxnSpPr>
                  <p:spPr>
                    <a:xfrm flipV="1">
                      <a:off x="8374462" y="1560035"/>
                      <a:ext cx="543328" cy="557401"/>
                    </a:xfrm>
                    <a:prstGeom prst="straightConnector1">
                      <a:avLst/>
                    </a:prstGeom>
                    <a:ln w="12700">
                      <a:solidFill>
                        <a:schemeClr val="accent6">
                          <a:lumMod val="75000"/>
                        </a:schemeClr>
                      </a:solidFill>
                      <a:tailEnd type="triangle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334" name="直接箭头连接符 333">
                      <a:extLst>
                        <a:ext uri="{FF2B5EF4-FFF2-40B4-BE49-F238E27FC236}">
                          <a16:creationId xmlns:a16="http://schemas.microsoft.com/office/drawing/2014/main" id="{8991C756-F948-4F04-B3A5-8CA3FDF782E6}"/>
                        </a:ext>
                      </a:extLst>
                    </p:cNvPr>
                    <p:cNvCxnSpPr>
                      <a:cxnSpLocks/>
                      <a:stCxn id="331" idx="4"/>
                    </p:cNvCxnSpPr>
                    <p:nvPr/>
                  </p:nvCxnSpPr>
                  <p:spPr>
                    <a:xfrm flipV="1">
                      <a:off x="9028755" y="1028264"/>
                      <a:ext cx="976132" cy="447004"/>
                    </a:xfrm>
                    <a:prstGeom prst="straightConnector1">
                      <a:avLst/>
                    </a:prstGeom>
                    <a:ln w="12700">
                      <a:solidFill>
                        <a:schemeClr val="accent6">
                          <a:lumMod val="75000"/>
                        </a:schemeClr>
                      </a:solidFill>
                      <a:tailEnd type="triangle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318" name="组合 317">
                    <a:extLst>
                      <a:ext uri="{FF2B5EF4-FFF2-40B4-BE49-F238E27FC236}">
                        <a16:creationId xmlns:a16="http://schemas.microsoft.com/office/drawing/2014/main" id="{A963604F-4C39-4140-B08E-5E33097E1370}"/>
                      </a:ext>
                    </a:extLst>
                  </p:cNvPr>
                  <p:cNvGrpSpPr/>
                  <p:nvPr/>
                </p:nvGrpSpPr>
                <p:grpSpPr>
                  <a:xfrm>
                    <a:off x="7622849" y="1062399"/>
                    <a:ext cx="1812445" cy="792038"/>
                    <a:chOff x="7585441" y="458744"/>
                    <a:chExt cx="2913527" cy="1650405"/>
                  </a:xfrm>
                  <a:solidFill>
                    <a:srgbClr val="C00000"/>
                  </a:solidFill>
                </p:grpSpPr>
                <p:sp>
                  <p:nvSpPr>
                    <p:cNvPr id="325" name="星形: 五角 324">
                      <a:extLst>
                        <a:ext uri="{FF2B5EF4-FFF2-40B4-BE49-F238E27FC236}">
                          <a16:creationId xmlns:a16="http://schemas.microsoft.com/office/drawing/2014/main" id="{C65E6E85-0919-4022-B9B4-3CE73D0696B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156941" y="1622419"/>
                      <a:ext cx="121920" cy="137160"/>
                    </a:xfrm>
                    <a:prstGeom prst="star5">
                      <a:avLst/>
                    </a:prstGeom>
                    <a:grpFill/>
                    <a:ln>
                      <a:solidFill>
                        <a:srgbClr val="C00000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 sz="900"/>
                    </a:p>
                  </p:txBody>
                </p:sp>
                <p:sp>
                  <p:nvSpPr>
                    <p:cNvPr id="326" name="星形: 五角 325">
                      <a:extLst>
                        <a:ext uri="{FF2B5EF4-FFF2-40B4-BE49-F238E27FC236}">
                          <a16:creationId xmlns:a16="http://schemas.microsoft.com/office/drawing/2014/main" id="{35634E1D-0376-4067-88DF-A34F8D7175D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843166" y="807079"/>
                      <a:ext cx="121920" cy="137160"/>
                    </a:xfrm>
                    <a:prstGeom prst="star5">
                      <a:avLst/>
                    </a:prstGeom>
                    <a:grpFill/>
                    <a:ln>
                      <a:solidFill>
                        <a:srgbClr val="C00000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 sz="900"/>
                    </a:p>
                  </p:txBody>
                </p:sp>
                <p:cxnSp>
                  <p:nvCxnSpPr>
                    <p:cNvPr id="327" name="直接箭头连接符 326">
                      <a:extLst>
                        <a:ext uri="{FF2B5EF4-FFF2-40B4-BE49-F238E27FC236}">
                          <a16:creationId xmlns:a16="http://schemas.microsoft.com/office/drawing/2014/main" id="{2FD0CAD3-A227-4D0C-8834-763F217EC165}"/>
                        </a:ext>
                      </a:extLst>
                    </p:cNvPr>
                    <p:cNvCxnSpPr>
                      <a:cxnSpLocks/>
                      <a:endCxn id="325" idx="2"/>
                    </p:cNvCxnSpPr>
                    <p:nvPr/>
                  </p:nvCxnSpPr>
                  <p:spPr>
                    <a:xfrm flipV="1">
                      <a:off x="7585441" y="1759579"/>
                      <a:ext cx="594785" cy="349570"/>
                    </a:xfrm>
                    <a:prstGeom prst="straightConnector1">
                      <a:avLst/>
                    </a:prstGeom>
                    <a:grpFill/>
                    <a:ln w="12700">
                      <a:solidFill>
                        <a:srgbClr val="C00000"/>
                      </a:solidFill>
                      <a:tailEnd type="triangle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328" name="直接箭头连接符 327">
                      <a:extLst>
                        <a:ext uri="{FF2B5EF4-FFF2-40B4-BE49-F238E27FC236}">
                          <a16:creationId xmlns:a16="http://schemas.microsoft.com/office/drawing/2014/main" id="{97A0CD3C-4715-46D2-AE45-DE3B5A9968A5}"/>
                        </a:ext>
                      </a:extLst>
                    </p:cNvPr>
                    <p:cNvCxnSpPr>
                      <a:cxnSpLocks/>
                      <a:stCxn id="325" idx="4"/>
                      <a:endCxn id="326" idx="2"/>
                    </p:cNvCxnSpPr>
                    <p:nvPr/>
                  </p:nvCxnSpPr>
                  <p:spPr>
                    <a:xfrm flipV="1">
                      <a:off x="8278861" y="944239"/>
                      <a:ext cx="587590" cy="730570"/>
                    </a:xfrm>
                    <a:prstGeom prst="straightConnector1">
                      <a:avLst/>
                    </a:prstGeom>
                    <a:grpFill/>
                    <a:ln w="12700">
                      <a:solidFill>
                        <a:srgbClr val="C00000"/>
                      </a:solidFill>
                      <a:tailEnd type="triangle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329" name="直接箭头连接符 328">
                      <a:extLst>
                        <a:ext uri="{FF2B5EF4-FFF2-40B4-BE49-F238E27FC236}">
                          <a16:creationId xmlns:a16="http://schemas.microsoft.com/office/drawing/2014/main" id="{1B38D286-6372-4970-AE03-EDE2DDD518AE}"/>
                        </a:ext>
                      </a:extLst>
                    </p:cNvPr>
                    <p:cNvCxnSpPr>
                      <a:cxnSpLocks/>
                      <a:stCxn id="326" idx="4"/>
                    </p:cNvCxnSpPr>
                    <p:nvPr/>
                  </p:nvCxnSpPr>
                  <p:spPr>
                    <a:xfrm flipV="1">
                      <a:off x="8965087" y="458744"/>
                      <a:ext cx="1533881" cy="400727"/>
                    </a:xfrm>
                    <a:prstGeom prst="straightConnector1">
                      <a:avLst/>
                    </a:prstGeom>
                    <a:grpFill/>
                    <a:ln w="12700">
                      <a:solidFill>
                        <a:srgbClr val="C00000"/>
                      </a:solidFill>
                      <a:tailEnd type="triangle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319" name="组合 318">
                    <a:extLst>
                      <a:ext uri="{FF2B5EF4-FFF2-40B4-BE49-F238E27FC236}">
                        <a16:creationId xmlns:a16="http://schemas.microsoft.com/office/drawing/2014/main" id="{F5685893-5AC5-48DB-9CDF-0D21AE176EFC}"/>
                      </a:ext>
                    </a:extLst>
                  </p:cNvPr>
                  <p:cNvGrpSpPr/>
                  <p:nvPr/>
                </p:nvGrpSpPr>
                <p:grpSpPr>
                  <a:xfrm>
                    <a:off x="8595363" y="2224911"/>
                    <a:ext cx="1521787" cy="571630"/>
                    <a:chOff x="8083419" y="1478993"/>
                    <a:chExt cx="1980718" cy="1418170"/>
                  </a:xfrm>
                </p:grpSpPr>
                <p:sp>
                  <p:nvSpPr>
                    <p:cNvPr id="320" name="星形: 五角 319">
                      <a:extLst>
                        <a:ext uri="{FF2B5EF4-FFF2-40B4-BE49-F238E27FC236}">
                          <a16:creationId xmlns:a16="http://schemas.microsoft.com/office/drawing/2014/main" id="{FFEB5018-476D-450C-BF2B-E6C09AC3987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836688" y="2119073"/>
                      <a:ext cx="137160" cy="137160"/>
                    </a:xfrm>
                    <a:prstGeom prst="star5">
                      <a:avLst/>
                    </a:prstGeom>
                    <a:solidFill>
                      <a:schemeClr val="accent6">
                        <a:lumMod val="60000"/>
                        <a:lumOff val="40000"/>
                      </a:schemeClr>
                    </a:solidFill>
                    <a:ln>
                      <a:solidFill>
                        <a:schemeClr val="accent6">
                          <a:lumMod val="40000"/>
                          <a:lumOff val="6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 sz="900"/>
                    </a:p>
                  </p:txBody>
                </p:sp>
                <p:sp>
                  <p:nvSpPr>
                    <p:cNvPr id="321" name="星形: 五角 320">
                      <a:extLst>
                        <a:ext uri="{FF2B5EF4-FFF2-40B4-BE49-F238E27FC236}">
                          <a16:creationId xmlns:a16="http://schemas.microsoft.com/office/drawing/2014/main" id="{C936E261-E027-4D21-9685-5392681C57F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339608" y="1478993"/>
                      <a:ext cx="137160" cy="137160"/>
                    </a:xfrm>
                    <a:prstGeom prst="star5">
                      <a:avLst/>
                    </a:prstGeom>
                    <a:solidFill>
                      <a:schemeClr val="accent6">
                        <a:lumMod val="60000"/>
                        <a:lumOff val="40000"/>
                      </a:schemeClr>
                    </a:solidFill>
                    <a:ln>
                      <a:solidFill>
                        <a:schemeClr val="accent6">
                          <a:lumMod val="40000"/>
                          <a:lumOff val="6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 sz="900"/>
                    </a:p>
                  </p:txBody>
                </p:sp>
                <p:cxnSp>
                  <p:nvCxnSpPr>
                    <p:cNvPr id="322" name="直接箭头连接符 321">
                      <a:extLst>
                        <a:ext uri="{FF2B5EF4-FFF2-40B4-BE49-F238E27FC236}">
                          <a16:creationId xmlns:a16="http://schemas.microsoft.com/office/drawing/2014/main" id="{81BF570C-582F-48AF-A10C-21EA4638FD89}"/>
                        </a:ext>
                      </a:extLst>
                    </p:cNvPr>
                    <p:cNvCxnSpPr>
                      <a:cxnSpLocks/>
                      <a:endCxn id="320" idx="2"/>
                    </p:cNvCxnSpPr>
                    <p:nvPr/>
                  </p:nvCxnSpPr>
                  <p:spPr>
                    <a:xfrm flipV="1">
                      <a:off x="8083419" y="2256233"/>
                      <a:ext cx="779464" cy="640930"/>
                    </a:xfrm>
                    <a:prstGeom prst="straightConnector1">
                      <a:avLst/>
                    </a:prstGeom>
                    <a:ln w="12700">
                      <a:solidFill>
                        <a:schemeClr val="accent6">
                          <a:lumMod val="75000"/>
                        </a:schemeClr>
                      </a:solidFill>
                      <a:tailEnd type="triangle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323" name="直接箭头连接符 322">
                      <a:extLst>
                        <a:ext uri="{FF2B5EF4-FFF2-40B4-BE49-F238E27FC236}">
                          <a16:creationId xmlns:a16="http://schemas.microsoft.com/office/drawing/2014/main" id="{52D4F18D-A1C9-4D56-B9DD-6DF58C393681}"/>
                        </a:ext>
                      </a:extLst>
                    </p:cNvPr>
                    <p:cNvCxnSpPr>
                      <a:cxnSpLocks/>
                      <a:stCxn id="320" idx="4"/>
                      <a:endCxn id="321" idx="2"/>
                    </p:cNvCxnSpPr>
                    <p:nvPr/>
                  </p:nvCxnSpPr>
                  <p:spPr>
                    <a:xfrm flipV="1">
                      <a:off x="8973848" y="1616153"/>
                      <a:ext cx="391955" cy="555310"/>
                    </a:xfrm>
                    <a:prstGeom prst="straightConnector1">
                      <a:avLst/>
                    </a:prstGeom>
                    <a:ln w="12700">
                      <a:solidFill>
                        <a:schemeClr val="accent6">
                          <a:lumMod val="75000"/>
                        </a:schemeClr>
                      </a:solidFill>
                      <a:tailEnd type="triangle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324" name="直接箭头连接符 323">
                      <a:extLst>
                        <a:ext uri="{FF2B5EF4-FFF2-40B4-BE49-F238E27FC236}">
                          <a16:creationId xmlns:a16="http://schemas.microsoft.com/office/drawing/2014/main" id="{FFBB44CA-37A7-4D2A-906A-4D3FD9329BE0}"/>
                        </a:ext>
                      </a:extLst>
                    </p:cNvPr>
                    <p:cNvCxnSpPr>
                      <a:cxnSpLocks/>
                      <a:stCxn id="321" idx="4"/>
                    </p:cNvCxnSpPr>
                    <p:nvPr/>
                  </p:nvCxnSpPr>
                  <p:spPr>
                    <a:xfrm>
                      <a:off x="9476769" y="1531385"/>
                      <a:ext cx="587368" cy="0"/>
                    </a:xfrm>
                    <a:prstGeom prst="straightConnector1">
                      <a:avLst/>
                    </a:prstGeom>
                    <a:ln w="12700">
                      <a:solidFill>
                        <a:schemeClr val="accent6">
                          <a:lumMod val="75000"/>
                        </a:schemeClr>
                      </a:solidFill>
                      <a:tailEnd type="triangle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</p:grpSp>
            <p:sp>
              <p:nvSpPr>
                <p:cNvPr id="309" name="文本框 308">
                  <a:extLst>
                    <a:ext uri="{FF2B5EF4-FFF2-40B4-BE49-F238E27FC236}">
                      <a16:creationId xmlns:a16="http://schemas.microsoft.com/office/drawing/2014/main" id="{B35CE7BA-C336-4F05-B501-78DC4477DF57}"/>
                    </a:ext>
                  </a:extLst>
                </p:cNvPr>
                <p:cNvSpPr txBox="1"/>
                <p:nvPr/>
              </p:nvSpPr>
              <p:spPr>
                <a:xfrm>
                  <a:off x="8368555" y="1644767"/>
                  <a:ext cx="2259070" cy="35176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zh-CN" altLang="en-US" sz="900" dirty="0"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需重新规划的簇路径</a:t>
                  </a:r>
                </a:p>
              </p:txBody>
            </p:sp>
            <p:sp>
              <p:nvSpPr>
                <p:cNvPr id="310" name="文本框 309">
                  <a:extLst>
                    <a:ext uri="{FF2B5EF4-FFF2-40B4-BE49-F238E27FC236}">
                      <a16:creationId xmlns:a16="http://schemas.microsoft.com/office/drawing/2014/main" id="{B9D247F0-F0C9-4CD5-89D9-FEC9A4077AEB}"/>
                    </a:ext>
                  </a:extLst>
                </p:cNvPr>
                <p:cNvSpPr txBox="1"/>
                <p:nvPr/>
              </p:nvSpPr>
              <p:spPr>
                <a:xfrm>
                  <a:off x="9164685" y="2831191"/>
                  <a:ext cx="1315684" cy="35176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zh-CN" altLang="en-US" sz="900" dirty="0"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无需重规划</a:t>
                  </a:r>
                </a:p>
              </p:txBody>
            </p: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311" name="文本框 310">
                      <a:extLst>
                        <a:ext uri="{FF2B5EF4-FFF2-40B4-BE49-F238E27FC236}">
                          <a16:creationId xmlns:a16="http://schemas.microsoft.com/office/drawing/2014/main" id="{0672249F-75B3-4D7B-A3DA-F87A69D4D8A3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7619999" y="2606040"/>
                      <a:ext cx="569966" cy="351761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altLang="zh-CN" sz="90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900" b="0" i="1" smtClean="0">
                                    <a:latin typeface="Cambria Math" panose="02040503050406030204" pitchFamily="18" charset="0"/>
                                  </a:rPr>
                                  <m:t>𝐶</m:t>
                                </m:r>
                              </m:e>
                              <m:sub>
                                <m:r>
                                  <a:rPr lang="en-US" altLang="zh-CN" sz="9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oMath>
                        </m:oMathPara>
                      </a14:m>
                      <a:endParaRPr lang="zh-CN" altLang="en-US" sz="900" dirty="0"/>
                    </a:p>
                  </p:txBody>
                </p:sp>
              </mc:Choice>
              <mc:Fallback xmlns="">
                <p:sp>
                  <p:nvSpPr>
                    <p:cNvPr id="311" name="文本框 310">
                      <a:extLst>
                        <a:ext uri="{FF2B5EF4-FFF2-40B4-BE49-F238E27FC236}">
                          <a16:creationId xmlns:a16="http://schemas.microsoft.com/office/drawing/2014/main" id="{0672249F-75B3-4D7B-A3DA-F87A69D4D8A3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7619999" y="2606040"/>
                      <a:ext cx="569966" cy="351761"/>
                    </a:xfrm>
                    <a:prstGeom prst="rect">
                      <a:avLst/>
                    </a:prstGeom>
                    <a:blipFill>
                      <a:blip r:embed="rId3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zh-CN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312" name="文本框 311">
                      <a:extLst>
                        <a:ext uri="{FF2B5EF4-FFF2-40B4-BE49-F238E27FC236}">
                          <a16:creationId xmlns:a16="http://schemas.microsoft.com/office/drawing/2014/main" id="{8BEFE2AE-3790-49C0-90C9-D21F3D41ED1C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8987843" y="2932613"/>
                      <a:ext cx="569966" cy="351761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altLang="zh-CN" sz="90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900" b="0" i="1" smtClean="0">
                                    <a:latin typeface="Cambria Math" panose="02040503050406030204" pitchFamily="18" charset="0"/>
                                  </a:rPr>
                                  <m:t>𝐶</m:t>
                                </m:r>
                              </m:e>
                              <m:sub>
                                <m:r>
                                  <a:rPr lang="en-US" altLang="zh-CN" sz="900" b="0" i="1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sub>
                            </m:sSub>
                          </m:oMath>
                        </m:oMathPara>
                      </a14:m>
                      <a:endParaRPr lang="zh-CN" altLang="en-US" sz="900" dirty="0"/>
                    </a:p>
                  </p:txBody>
                </p:sp>
              </mc:Choice>
              <mc:Fallback xmlns="">
                <p:sp>
                  <p:nvSpPr>
                    <p:cNvPr id="312" name="文本框 311">
                      <a:extLst>
                        <a:ext uri="{FF2B5EF4-FFF2-40B4-BE49-F238E27FC236}">
                          <a16:creationId xmlns:a16="http://schemas.microsoft.com/office/drawing/2014/main" id="{8BEFE2AE-3790-49C0-90C9-D21F3D41ED1C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8987843" y="2932613"/>
                      <a:ext cx="569966" cy="351761"/>
                    </a:xfrm>
                    <a:prstGeom prst="rect">
                      <a:avLst/>
                    </a:prstGeom>
                    <a:blipFill>
                      <a:blip r:embed="rId4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zh-CN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313" name="文本框 312">
                      <a:extLst>
                        <a:ext uri="{FF2B5EF4-FFF2-40B4-BE49-F238E27FC236}">
                          <a16:creationId xmlns:a16="http://schemas.microsoft.com/office/drawing/2014/main" id="{4CA7014A-6CD5-45D9-900F-2263A1BB1CB7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7596752" y="1714887"/>
                      <a:ext cx="565341" cy="351761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altLang="zh-CN" sz="90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900" b="0" i="1" smtClean="0">
                                    <a:latin typeface="Cambria Math" panose="02040503050406030204" pitchFamily="18" charset="0"/>
                                  </a:rPr>
                                  <m:t>𝐶</m:t>
                                </m:r>
                              </m:e>
                              <m:sub>
                                <m:r>
                                  <a:rPr lang="en-US" altLang="zh-CN" sz="9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oMath>
                        </m:oMathPara>
                      </a14:m>
                      <a:endParaRPr lang="zh-CN" altLang="en-US" sz="900" dirty="0"/>
                    </a:p>
                  </p:txBody>
                </p:sp>
              </mc:Choice>
              <mc:Fallback xmlns="">
                <p:sp>
                  <p:nvSpPr>
                    <p:cNvPr id="313" name="文本框 312">
                      <a:extLst>
                        <a:ext uri="{FF2B5EF4-FFF2-40B4-BE49-F238E27FC236}">
                          <a16:creationId xmlns:a16="http://schemas.microsoft.com/office/drawing/2014/main" id="{4CA7014A-6CD5-45D9-900F-2263A1BB1CB7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7596752" y="1714887"/>
                      <a:ext cx="565341" cy="351761"/>
                    </a:xfrm>
                    <a:prstGeom prst="rect">
                      <a:avLst/>
                    </a:prstGeom>
                    <a:blipFill>
                      <a:blip r:embed="rId5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zh-CN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314" name="文本框 313">
                      <a:extLst>
                        <a:ext uri="{FF2B5EF4-FFF2-40B4-BE49-F238E27FC236}">
                          <a16:creationId xmlns:a16="http://schemas.microsoft.com/office/drawing/2014/main" id="{5FF2C4F5-F156-4FC5-8C4C-8CB74C236C08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8338855" y="2629288"/>
                      <a:ext cx="569966" cy="351761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altLang="zh-CN" sz="90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900" b="0" i="1" smtClean="0">
                                    <a:latin typeface="Cambria Math" panose="02040503050406030204" pitchFamily="18" charset="0"/>
                                  </a:rPr>
                                  <m:t>𝐶</m:t>
                                </m:r>
                              </m:e>
                              <m:sub>
                                <m:r>
                                  <a:rPr lang="en-US" altLang="zh-CN" sz="900" b="0" i="1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b>
                            </m:sSub>
                          </m:oMath>
                        </m:oMathPara>
                      </a14:m>
                      <a:endParaRPr lang="zh-CN" altLang="en-US" sz="900" dirty="0"/>
                    </a:p>
                  </p:txBody>
                </p:sp>
              </mc:Choice>
              <mc:Fallback xmlns="">
                <p:sp>
                  <p:nvSpPr>
                    <p:cNvPr id="314" name="文本框 313">
                      <a:extLst>
                        <a:ext uri="{FF2B5EF4-FFF2-40B4-BE49-F238E27FC236}">
                          <a16:creationId xmlns:a16="http://schemas.microsoft.com/office/drawing/2014/main" id="{5FF2C4F5-F156-4FC5-8C4C-8CB74C236C08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8338855" y="2629288"/>
                      <a:ext cx="569966" cy="351761"/>
                    </a:xfrm>
                    <a:prstGeom prst="rect">
                      <a:avLst/>
                    </a:prstGeom>
                    <a:blipFill>
                      <a:blip r:embed="rId6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zh-CN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</p:grpSp>
        <p:grpSp>
          <p:nvGrpSpPr>
            <p:cNvPr id="486" name="组合 485">
              <a:extLst>
                <a:ext uri="{FF2B5EF4-FFF2-40B4-BE49-F238E27FC236}">
                  <a16:creationId xmlns:a16="http://schemas.microsoft.com/office/drawing/2014/main" id="{F51629AA-9783-42B9-B91E-4B8652F1AADD}"/>
                </a:ext>
              </a:extLst>
            </p:cNvPr>
            <p:cNvGrpSpPr/>
            <p:nvPr/>
          </p:nvGrpSpPr>
          <p:grpSpPr>
            <a:xfrm>
              <a:off x="8289949" y="3512621"/>
              <a:ext cx="2966923" cy="2386009"/>
              <a:chOff x="6695456" y="3543301"/>
              <a:chExt cx="2966923" cy="2386009"/>
            </a:xfrm>
          </p:grpSpPr>
          <p:grpSp>
            <p:nvGrpSpPr>
              <p:cNvPr id="32" name="组合 31">
                <a:extLst>
                  <a:ext uri="{FF2B5EF4-FFF2-40B4-BE49-F238E27FC236}">
                    <a16:creationId xmlns:a16="http://schemas.microsoft.com/office/drawing/2014/main" id="{3C477CEE-B424-43C9-AC58-2FFDB5D7B69A}"/>
                  </a:ext>
                </a:extLst>
              </p:cNvPr>
              <p:cNvGrpSpPr/>
              <p:nvPr/>
            </p:nvGrpSpPr>
            <p:grpSpPr>
              <a:xfrm>
                <a:off x="6695456" y="4493418"/>
                <a:ext cx="2584280" cy="1435892"/>
                <a:chOff x="1262765" y="5808812"/>
                <a:chExt cx="1518729" cy="562165"/>
              </a:xfrm>
            </p:grpSpPr>
            <p:sp>
              <p:nvSpPr>
                <p:cNvPr id="26" name="矩形: 圆角 25">
                  <a:extLst>
                    <a:ext uri="{FF2B5EF4-FFF2-40B4-BE49-F238E27FC236}">
                      <a16:creationId xmlns:a16="http://schemas.microsoft.com/office/drawing/2014/main" id="{27E0080A-BF62-49E5-A290-7AE6CCFAE50F}"/>
                    </a:ext>
                  </a:extLst>
                </p:cNvPr>
                <p:cNvSpPr/>
                <p:nvPr/>
              </p:nvSpPr>
              <p:spPr>
                <a:xfrm>
                  <a:off x="1264442" y="5808812"/>
                  <a:ext cx="1517052" cy="562165"/>
                </a:xfrm>
                <a:prstGeom prst="round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27" name="文本框 26">
                  <a:extLst>
                    <a:ext uri="{FF2B5EF4-FFF2-40B4-BE49-F238E27FC236}">
                      <a16:creationId xmlns:a16="http://schemas.microsoft.com/office/drawing/2014/main" id="{6B69F0E1-78A3-4487-9ABE-27F28726D042}"/>
                    </a:ext>
                  </a:extLst>
                </p:cNvPr>
                <p:cNvSpPr txBox="1"/>
                <p:nvPr/>
              </p:nvSpPr>
              <p:spPr>
                <a:xfrm>
                  <a:off x="1262765" y="5950746"/>
                  <a:ext cx="368411" cy="32534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zh-CN" altLang="en-US" sz="1200" b="1" dirty="0"/>
                    <a:t>③</a:t>
                  </a:r>
                  <a:r>
                    <a:rPr lang="zh-CN" altLang="en-US" sz="1200" dirty="0"/>
                    <a:t>执行单步决策</a:t>
                  </a:r>
                </a:p>
              </p:txBody>
            </p:sp>
          </p:grpSp>
          <p:grpSp>
            <p:nvGrpSpPr>
              <p:cNvPr id="340" name="组合 339">
                <a:extLst>
                  <a:ext uri="{FF2B5EF4-FFF2-40B4-BE49-F238E27FC236}">
                    <a16:creationId xmlns:a16="http://schemas.microsoft.com/office/drawing/2014/main" id="{A8DC95FE-ED7F-4EC3-A029-7D38980E4203}"/>
                  </a:ext>
                </a:extLst>
              </p:cNvPr>
              <p:cNvGrpSpPr/>
              <p:nvPr/>
            </p:nvGrpSpPr>
            <p:grpSpPr>
              <a:xfrm>
                <a:off x="7232965" y="3543301"/>
                <a:ext cx="2429414" cy="2276628"/>
                <a:chOff x="7567480" y="2362324"/>
                <a:chExt cx="3516505" cy="3508251"/>
              </a:xfrm>
            </p:grpSpPr>
            <p:grpSp>
              <p:nvGrpSpPr>
                <p:cNvPr id="341" name="组合 340">
                  <a:extLst>
                    <a:ext uri="{FF2B5EF4-FFF2-40B4-BE49-F238E27FC236}">
                      <a16:creationId xmlns:a16="http://schemas.microsoft.com/office/drawing/2014/main" id="{E5E53631-767D-4D9D-B2D3-F41F6E659A36}"/>
                    </a:ext>
                  </a:extLst>
                </p:cNvPr>
                <p:cNvGrpSpPr/>
                <p:nvPr/>
              </p:nvGrpSpPr>
              <p:grpSpPr>
                <a:xfrm>
                  <a:off x="7567480" y="2362324"/>
                  <a:ext cx="3516505" cy="3508251"/>
                  <a:chOff x="9386755" y="1371724"/>
                  <a:chExt cx="3516505" cy="3508251"/>
                </a:xfrm>
              </p:grpSpPr>
              <p:grpSp>
                <p:nvGrpSpPr>
                  <p:cNvPr id="348" name="组合 347">
                    <a:extLst>
                      <a:ext uri="{FF2B5EF4-FFF2-40B4-BE49-F238E27FC236}">
                        <a16:creationId xmlns:a16="http://schemas.microsoft.com/office/drawing/2014/main" id="{3F039BFB-38CD-4659-9217-D81153ABC598}"/>
                      </a:ext>
                    </a:extLst>
                  </p:cNvPr>
                  <p:cNvGrpSpPr/>
                  <p:nvPr/>
                </p:nvGrpSpPr>
                <p:grpSpPr>
                  <a:xfrm>
                    <a:off x="9386755" y="3003550"/>
                    <a:ext cx="2743200" cy="1876425"/>
                    <a:chOff x="7417802" y="4095750"/>
                    <a:chExt cx="2743200" cy="1876425"/>
                  </a:xfrm>
                </p:grpSpPr>
                <p:sp>
                  <p:nvSpPr>
                    <p:cNvPr id="350" name="矩形 349">
                      <a:extLst>
                        <a:ext uri="{FF2B5EF4-FFF2-40B4-BE49-F238E27FC236}">
                          <a16:creationId xmlns:a16="http://schemas.microsoft.com/office/drawing/2014/main" id="{A1EE6CBA-BA82-4758-A6FB-37154B204A8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417802" y="4095750"/>
                      <a:ext cx="2743200" cy="1876425"/>
                    </a:xfrm>
                    <a:prstGeom prst="rect">
                      <a:avLst/>
                    </a:prstGeom>
                    <a:solidFill>
                      <a:schemeClr val="bg1">
                        <a:lumMod val="95000"/>
                      </a:schemeClr>
                    </a:solidFill>
                    <a:ln>
                      <a:prstDash val="dash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 sz="900" dirty="0"/>
                    </a:p>
                  </p:txBody>
                </p:sp>
                <p:sp>
                  <p:nvSpPr>
                    <p:cNvPr id="351" name="矩形 350">
                      <a:extLst>
                        <a:ext uri="{FF2B5EF4-FFF2-40B4-BE49-F238E27FC236}">
                          <a16:creationId xmlns:a16="http://schemas.microsoft.com/office/drawing/2014/main" id="{54F2989B-0D4D-4AAF-AD32-2F5A3878FC9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126219" y="4902179"/>
                      <a:ext cx="679450" cy="713740"/>
                    </a:xfrm>
                    <a:prstGeom prst="rect">
                      <a:avLst/>
                    </a:prstGeom>
                    <a:solidFill>
                      <a:schemeClr val="accent1">
                        <a:lumMod val="60000"/>
                        <a:lumOff val="40000"/>
                      </a:schemeClr>
                    </a:solidFill>
                    <a:ln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 sz="900"/>
                    </a:p>
                  </p:txBody>
                </p:sp>
                <p:pic>
                  <p:nvPicPr>
                    <p:cNvPr id="352" name="图片 351">
                      <a:extLst>
                        <a:ext uri="{FF2B5EF4-FFF2-40B4-BE49-F238E27FC236}">
                          <a16:creationId xmlns:a16="http://schemas.microsoft.com/office/drawing/2014/main" id="{40D2D2D9-6237-498B-AEEA-56AED9EAC783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>
                    <a:blip r:embed="rId7">
                      <a:extLst>
                        <a:ext uri="{28A0092B-C50C-407E-A947-70E740481C1C}">
                          <a14:useLocalDpi xmlns:a14="http://schemas.microsoft.com/office/drawing/2010/main" val="0"/>
                        </a:ext>
                      </a:extLst>
                    </a:blip>
                    <a:stretch>
                      <a:fillRect/>
                    </a:stretch>
                  </p:blipFill>
                  <p:spPr>
                    <a:xfrm>
                      <a:off x="7723683" y="5373685"/>
                      <a:ext cx="260463" cy="260463"/>
                    </a:xfrm>
                    <a:prstGeom prst="rect">
                      <a:avLst/>
                    </a:prstGeom>
                  </p:spPr>
                </p:pic>
                <p:pic>
                  <p:nvPicPr>
                    <p:cNvPr id="353" name="图片 352">
                      <a:extLst>
                        <a:ext uri="{FF2B5EF4-FFF2-40B4-BE49-F238E27FC236}">
                          <a16:creationId xmlns:a16="http://schemas.microsoft.com/office/drawing/2014/main" id="{EFF266B7-B201-4711-908E-CE63DC47DF00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>
                    <a:blip r:embed="rId7">
                      <a:extLst>
                        <a:ext uri="{28A0092B-C50C-407E-A947-70E740481C1C}">
                          <a14:useLocalDpi xmlns:a14="http://schemas.microsoft.com/office/drawing/2010/main" val="0"/>
                        </a:ext>
                      </a:extLst>
                    </a:blip>
                    <a:stretch>
                      <a:fillRect/>
                    </a:stretch>
                  </p:blipFill>
                  <p:spPr>
                    <a:xfrm>
                      <a:off x="7751309" y="4716624"/>
                      <a:ext cx="268397" cy="268397"/>
                    </a:xfrm>
                    <a:prstGeom prst="rect">
                      <a:avLst/>
                    </a:prstGeom>
                  </p:spPr>
                </p:pic>
                <p:pic>
                  <p:nvPicPr>
                    <p:cNvPr id="354" name="图片 353">
                      <a:extLst>
                        <a:ext uri="{FF2B5EF4-FFF2-40B4-BE49-F238E27FC236}">
                          <a16:creationId xmlns:a16="http://schemas.microsoft.com/office/drawing/2014/main" id="{7A8D5013-BABA-4B10-8AF7-C5B41E82F1D9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>
                    <a:blip r:embed="rId7">
                      <a:extLst>
                        <a:ext uri="{28A0092B-C50C-407E-A947-70E740481C1C}">
                          <a14:useLocalDpi xmlns:a14="http://schemas.microsoft.com/office/drawing/2010/main" val="0"/>
                        </a:ext>
                      </a:extLst>
                    </a:blip>
                    <a:stretch>
                      <a:fillRect/>
                    </a:stretch>
                  </p:blipFill>
                  <p:spPr>
                    <a:xfrm>
                      <a:off x="8485797" y="5277122"/>
                      <a:ext cx="304800" cy="304800"/>
                    </a:xfrm>
                    <a:prstGeom prst="rect">
                      <a:avLst/>
                    </a:prstGeom>
                  </p:spPr>
                </p:pic>
                <p:cxnSp>
                  <p:nvCxnSpPr>
                    <p:cNvPr id="355" name="直接箭头连接符 354">
                      <a:extLst>
                        <a:ext uri="{FF2B5EF4-FFF2-40B4-BE49-F238E27FC236}">
                          <a16:creationId xmlns:a16="http://schemas.microsoft.com/office/drawing/2014/main" id="{479B1EA9-E8DD-4F56-A33A-F853BA330E4D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H="1">
                      <a:off x="8458200" y="5626100"/>
                      <a:ext cx="120650" cy="317500"/>
                    </a:xfrm>
                    <a:prstGeom prst="straightConnector1">
                      <a:avLst/>
                    </a:prstGeom>
                    <a:ln w="12700">
                      <a:solidFill>
                        <a:srgbClr val="C00000"/>
                      </a:solidFill>
                      <a:tailEnd type="triangle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356" name="直接箭头连接符 355">
                      <a:extLst>
                        <a:ext uri="{FF2B5EF4-FFF2-40B4-BE49-F238E27FC236}">
                          <a16:creationId xmlns:a16="http://schemas.microsoft.com/office/drawing/2014/main" id="{565ACE5D-6FCA-42E7-ABE3-6AA0A20AC44B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H="1" flipV="1">
                      <a:off x="8039100" y="5016500"/>
                      <a:ext cx="453047" cy="298722"/>
                    </a:xfrm>
                    <a:prstGeom prst="straightConnector1">
                      <a:avLst/>
                    </a:prstGeom>
                    <a:ln w="12700">
                      <a:solidFill>
                        <a:srgbClr val="00B050"/>
                      </a:solidFill>
                      <a:tailEnd type="triangle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357" name="直接箭头连接符 356">
                      <a:extLst>
                        <a:ext uri="{FF2B5EF4-FFF2-40B4-BE49-F238E27FC236}">
                          <a16:creationId xmlns:a16="http://schemas.microsoft.com/office/drawing/2014/main" id="{9DABB258-5F89-4335-92A3-F555C9FAFB23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H="1">
                      <a:off x="8064500" y="5473700"/>
                      <a:ext cx="361950" cy="0"/>
                    </a:xfrm>
                    <a:prstGeom prst="straightConnector1">
                      <a:avLst/>
                    </a:prstGeom>
                    <a:ln w="12700">
                      <a:solidFill>
                        <a:srgbClr val="C00000"/>
                      </a:solidFill>
                      <a:tailEnd type="triangle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358" name="直接箭头连接符 357">
                      <a:extLst>
                        <a:ext uri="{FF2B5EF4-FFF2-40B4-BE49-F238E27FC236}">
                          <a16:creationId xmlns:a16="http://schemas.microsoft.com/office/drawing/2014/main" id="{F6E8610F-3CEA-47EB-96CA-C31B5E301E87}"/>
                        </a:ext>
                      </a:extLst>
                    </p:cNvPr>
                    <p:cNvCxnSpPr>
                      <a:cxnSpLocks/>
                      <a:endCxn id="345" idx="1"/>
                    </p:cNvCxnSpPr>
                    <p:nvPr/>
                  </p:nvCxnSpPr>
                  <p:spPr>
                    <a:xfrm>
                      <a:off x="8715636" y="5590312"/>
                      <a:ext cx="329171" cy="164289"/>
                    </a:xfrm>
                    <a:prstGeom prst="straightConnector1">
                      <a:avLst/>
                    </a:prstGeom>
                    <a:ln w="12700">
                      <a:solidFill>
                        <a:srgbClr val="00B050"/>
                      </a:solidFill>
                      <a:tailEnd type="triangle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sp>
                <p:nvSpPr>
                  <p:cNvPr id="349" name="弧形 348">
                    <a:extLst>
                      <a:ext uri="{FF2B5EF4-FFF2-40B4-BE49-F238E27FC236}">
                        <a16:creationId xmlns:a16="http://schemas.microsoft.com/office/drawing/2014/main" id="{B80157C9-562D-4C96-AFFC-67CFB62E2B86}"/>
                      </a:ext>
                    </a:extLst>
                  </p:cNvPr>
                  <p:cNvSpPr/>
                  <p:nvPr/>
                </p:nvSpPr>
                <p:spPr>
                  <a:xfrm rot="10598637">
                    <a:off x="9962226" y="1371724"/>
                    <a:ext cx="2941034" cy="2863850"/>
                  </a:xfrm>
                  <a:prstGeom prst="arc">
                    <a:avLst>
                      <a:gd name="adj1" fmla="val 14444823"/>
                      <a:gd name="adj2" fmla="val 21386217"/>
                    </a:avLst>
                  </a:prstGeom>
                  <a:ln w="12700">
                    <a:solidFill>
                      <a:srgbClr val="C00000"/>
                    </a:solidFill>
                    <a:prstDash val="lgDash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sz="900" dirty="0"/>
                  </a:p>
                </p:txBody>
              </p:sp>
            </p:grpSp>
            <p:sp>
              <p:nvSpPr>
                <p:cNvPr id="343" name="文本框 342">
                  <a:extLst>
                    <a:ext uri="{FF2B5EF4-FFF2-40B4-BE49-F238E27FC236}">
                      <a16:creationId xmlns:a16="http://schemas.microsoft.com/office/drawing/2014/main" id="{43862A2C-44E2-4687-914A-2C23CA14965B}"/>
                    </a:ext>
                  </a:extLst>
                </p:cNvPr>
                <p:cNvSpPr txBox="1"/>
                <p:nvPr/>
              </p:nvSpPr>
              <p:spPr>
                <a:xfrm>
                  <a:off x="8134350" y="5454650"/>
                  <a:ext cx="415498" cy="2308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zh-CN" altLang="en-US" sz="900" dirty="0"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斥力</a:t>
                  </a:r>
                </a:p>
              </p:txBody>
            </p:sp>
            <p:sp>
              <p:nvSpPr>
                <p:cNvPr id="344" name="文本框 343">
                  <a:extLst>
                    <a:ext uri="{FF2B5EF4-FFF2-40B4-BE49-F238E27FC236}">
                      <a16:creationId xmlns:a16="http://schemas.microsoft.com/office/drawing/2014/main" id="{870C0CA1-C03C-4E17-8766-39F1B71078D1}"/>
                    </a:ext>
                  </a:extLst>
                </p:cNvPr>
                <p:cNvSpPr txBox="1"/>
                <p:nvPr/>
              </p:nvSpPr>
              <p:spPr>
                <a:xfrm>
                  <a:off x="7614129" y="5029022"/>
                  <a:ext cx="1528835" cy="29927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900" dirty="0"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MST</a:t>
                  </a:r>
                  <a:r>
                    <a:rPr lang="zh-CN" altLang="en-US" sz="900" dirty="0"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通信力</a:t>
                  </a:r>
                </a:p>
              </p:txBody>
            </p:sp>
            <p:sp>
              <p:nvSpPr>
                <p:cNvPr id="345" name="文本框 344">
                  <a:extLst>
                    <a:ext uri="{FF2B5EF4-FFF2-40B4-BE49-F238E27FC236}">
                      <a16:creationId xmlns:a16="http://schemas.microsoft.com/office/drawing/2014/main" id="{B51FF4E2-D787-4252-B110-67A83AAF2F4E}"/>
                    </a:ext>
                  </a:extLst>
                </p:cNvPr>
                <p:cNvSpPr txBox="1"/>
                <p:nvPr/>
              </p:nvSpPr>
              <p:spPr>
                <a:xfrm>
                  <a:off x="9194485" y="5503361"/>
                  <a:ext cx="1323524" cy="29927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zh-CN" altLang="en-US" sz="900" dirty="0"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目标吸引力</a:t>
                  </a:r>
                </a:p>
              </p:txBody>
            </p: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346" name="文本框 345">
                      <a:extLst>
                        <a:ext uri="{FF2B5EF4-FFF2-40B4-BE49-F238E27FC236}">
                          <a16:creationId xmlns:a16="http://schemas.microsoft.com/office/drawing/2014/main" id="{69F627FF-605B-4B3F-943D-8E590252D705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8823960" y="5105400"/>
                      <a:ext cx="396240" cy="230832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altLang="zh-CN" sz="90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900" b="0" i="1" smtClean="0">
                                    <a:latin typeface="Cambria Math" panose="02040503050406030204" pitchFamily="18" charset="0"/>
                                  </a:rPr>
                                  <m:t>𝑢</m:t>
                                </m:r>
                              </m:e>
                              <m:sub>
                                <m:r>
                                  <a:rPr lang="en-US" altLang="zh-CN" sz="9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oMath>
                        </m:oMathPara>
                      </a14:m>
                      <a:endParaRPr lang="zh-CN" altLang="en-US" sz="900" dirty="0"/>
                    </a:p>
                  </p:txBody>
                </p:sp>
              </mc:Choice>
              <mc:Fallback xmlns="">
                <p:sp>
                  <p:nvSpPr>
                    <p:cNvPr id="346" name="文本框 345">
                      <a:extLst>
                        <a:ext uri="{FF2B5EF4-FFF2-40B4-BE49-F238E27FC236}">
                          <a16:creationId xmlns:a16="http://schemas.microsoft.com/office/drawing/2014/main" id="{69F627FF-605B-4B3F-943D-8E590252D705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8823960" y="5105400"/>
                      <a:ext cx="396240" cy="230832"/>
                    </a:xfrm>
                    <a:prstGeom prst="rect">
                      <a:avLst/>
                    </a:prstGeom>
                    <a:blipFill>
                      <a:blip r:embed="rId8"/>
                      <a:stretch>
                        <a:fillRect b="-40000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zh-CN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347" name="文本框 346">
                      <a:extLst>
                        <a:ext uri="{FF2B5EF4-FFF2-40B4-BE49-F238E27FC236}">
                          <a16:creationId xmlns:a16="http://schemas.microsoft.com/office/drawing/2014/main" id="{20AB7E96-5056-4E39-BBC3-3D5E17A7CA16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7627620" y="5471160"/>
                      <a:ext cx="396240" cy="230832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altLang="zh-CN" sz="90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900" b="0" i="1" smtClean="0">
                                    <a:latin typeface="Cambria Math" panose="02040503050406030204" pitchFamily="18" charset="0"/>
                                  </a:rPr>
                                  <m:t>𝑢</m:t>
                                </m:r>
                              </m:e>
                              <m:sub>
                                <m:r>
                                  <a:rPr lang="en-US" altLang="zh-CN" sz="900" b="0" i="1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b>
                            </m:sSub>
                          </m:oMath>
                        </m:oMathPara>
                      </a14:m>
                      <a:endParaRPr lang="zh-CN" altLang="en-US" sz="900" dirty="0"/>
                    </a:p>
                  </p:txBody>
                </p:sp>
              </mc:Choice>
              <mc:Fallback xmlns="">
                <p:sp>
                  <p:nvSpPr>
                    <p:cNvPr id="347" name="文本框 346">
                      <a:extLst>
                        <a:ext uri="{FF2B5EF4-FFF2-40B4-BE49-F238E27FC236}">
                          <a16:creationId xmlns:a16="http://schemas.microsoft.com/office/drawing/2014/main" id="{20AB7E96-5056-4E39-BBC3-3D5E17A7CA16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7627620" y="5471160"/>
                      <a:ext cx="396240" cy="230832"/>
                    </a:xfrm>
                    <a:prstGeom prst="rect">
                      <a:avLst/>
                    </a:prstGeom>
                    <a:blipFill>
                      <a:blip r:embed="rId9"/>
                      <a:stretch>
                        <a:fillRect b="-36000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zh-CN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360" name="文本框 359">
                      <a:extLst>
                        <a:ext uri="{FF2B5EF4-FFF2-40B4-BE49-F238E27FC236}">
                          <a16:creationId xmlns:a16="http://schemas.microsoft.com/office/drawing/2014/main" id="{763C8EFE-7360-41F6-9FFC-7847A17EC03D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7689312" y="4335967"/>
                      <a:ext cx="396240" cy="335977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altLang="zh-CN" sz="90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900" b="0" i="1" smtClean="0">
                                    <a:latin typeface="Cambria Math" panose="02040503050406030204" pitchFamily="18" charset="0"/>
                                  </a:rPr>
                                  <m:t>𝑢</m:t>
                                </m:r>
                              </m:e>
                              <m:sub>
                                <m:r>
                                  <a:rPr lang="en-US" altLang="zh-CN" sz="9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oMath>
                        </m:oMathPara>
                      </a14:m>
                      <a:endParaRPr lang="zh-CN" altLang="en-US" sz="900" dirty="0"/>
                    </a:p>
                  </p:txBody>
                </p:sp>
              </mc:Choice>
              <mc:Fallback xmlns="">
                <p:sp>
                  <p:nvSpPr>
                    <p:cNvPr id="360" name="文本框 359">
                      <a:extLst>
                        <a:ext uri="{FF2B5EF4-FFF2-40B4-BE49-F238E27FC236}">
                          <a16:creationId xmlns:a16="http://schemas.microsoft.com/office/drawing/2014/main" id="{763C8EFE-7360-41F6-9FFC-7847A17EC03D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7689312" y="4335967"/>
                      <a:ext cx="396240" cy="335977"/>
                    </a:xfrm>
                    <a:prstGeom prst="rect">
                      <a:avLst/>
                    </a:prstGeom>
                    <a:blipFill>
                      <a:blip r:embed="rId10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zh-CN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</p:grpSp>
        <p:sp>
          <p:nvSpPr>
            <p:cNvPr id="483" name="文本框 482">
              <a:extLst>
                <a:ext uri="{FF2B5EF4-FFF2-40B4-BE49-F238E27FC236}">
                  <a16:creationId xmlns:a16="http://schemas.microsoft.com/office/drawing/2014/main" id="{E11A632F-599E-4335-B56D-7EA07DD37E62}"/>
                </a:ext>
              </a:extLst>
            </p:cNvPr>
            <p:cNvSpPr txBox="1"/>
            <p:nvPr/>
          </p:nvSpPr>
          <p:spPr>
            <a:xfrm>
              <a:off x="9398805" y="2178166"/>
              <a:ext cx="36099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zh-CN" altLang="en-US" sz="1200" dirty="0"/>
            </a:p>
          </p:txBody>
        </p:sp>
        <p:sp>
          <p:nvSpPr>
            <p:cNvPr id="485" name="文本框 484">
              <a:extLst>
                <a:ext uri="{FF2B5EF4-FFF2-40B4-BE49-F238E27FC236}">
                  <a16:creationId xmlns:a16="http://schemas.microsoft.com/office/drawing/2014/main" id="{4328DF00-7F31-4713-8DC6-70C9A78F44D9}"/>
                </a:ext>
              </a:extLst>
            </p:cNvPr>
            <p:cNvSpPr txBox="1"/>
            <p:nvPr/>
          </p:nvSpPr>
          <p:spPr>
            <a:xfrm>
              <a:off x="7783033" y="3127056"/>
              <a:ext cx="50682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完成</a:t>
              </a:r>
            </a:p>
          </p:txBody>
        </p:sp>
        <p:cxnSp>
          <p:nvCxnSpPr>
            <p:cNvPr id="491" name="连接符: 肘形 490">
              <a:extLst>
                <a:ext uri="{FF2B5EF4-FFF2-40B4-BE49-F238E27FC236}">
                  <a16:creationId xmlns:a16="http://schemas.microsoft.com/office/drawing/2014/main" id="{272F8110-0DE7-4690-98B9-3607BEFE6B99}"/>
                </a:ext>
              </a:extLst>
            </p:cNvPr>
            <p:cNvCxnSpPr>
              <a:cxnSpLocks/>
              <a:stCxn id="23" idx="2"/>
              <a:endCxn id="27" idx="1"/>
            </p:cNvCxnSpPr>
            <p:nvPr/>
          </p:nvCxnSpPr>
          <p:spPr>
            <a:xfrm rot="16200000" flipH="1">
              <a:off x="7500013" y="4450831"/>
              <a:ext cx="1020920" cy="558951"/>
            </a:xfrm>
            <a:prstGeom prst="bentConnector2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0" name="直接连接符 529">
              <a:extLst>
                <a:ext uri="{FF2B5EF4-FFF2-40B4-BE49-F238E27FC236}">
                  <a16:creationId xmlns:a16="http://schemas.microsoft.com/office/drawing/2014/main" id="{B3C9DAEF-8513-42E4-A490-5FAE0BA739FA}"/>
                </a:ext>
              </a:extLst>
            </p:cNvPr>
            <p:cNvCxnSpPr>
              <a:cxnSpLocks/>
              <a:stCxn id="515" idx="2"/>
              <a:endCxn id="606" idx="4"/>
            </p:cNvCxnSpPr>
            <p:nvPr/>
          </p:nvCxnSpPr>
          <p:spPr>
            <a:xfrm flipH="1">
              <a:off x="666679" y="2796735"/>
              <a:ext cx="287655" cy="2978211"/>
            </a:xfrm>
            <a:prstGeom prst="line">
              <a:avLst/>
            </a:prstGeom>
            <a:ln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623" name="组合 622">
              <a:extLst>
                <a:ext uri="{FF2B5EF4-FFF2-40B4-BE49-F238E27FC236}">
                  <a16:creationId xmlns:a16="http://schemas.microsoft.com/office/drawing/2014/main" id="{54FFE5ED-064A-4585-A70F-40D28E9DEE9F}"/>
                </a:ext>
              </a:extLst>
            </p:cNvPr>
            <p:cNvGrpSpPr/>
            <p:nvPr/>
          </p:nvGrpSpPr>
          <p:grpSpPr>
            <a:xfrm>
              <a:off x="286416" y="593881"/>
              <a:ext cx="6310057" cy="4845341"/>
              <a:chOff x="-243662" y="1238924"/>
              <a:chExt cx="6310057" cy="4845341"/>
            </a:xfrm>
          </p:grpSpPr>
          <p:sp>
            <p:nvSpPr>
              <p:cNvPr id="509" name="平行四边形 508">
                <a:extLst>
                  <a:ext uri="{FF2B5EF4-FFF2-40B4-BE49-F238E27FC236}">
                    <a16:creationId xmlns:a16="http://schemas.microsoft.com/office/drawing/2014/main" id="{495D0F38-C2C4-420A-9851-5F9B8A1B9F9C}"/>
                  </a:ext>
                </a:extLst>
              </p:cNvPr>
              <p:cNvSpPr/>
              <p:nvPr/>
            </p:nvSpPr>
            <p:spPr>
              <a:xfrm>
                <a:off x="-243662" y="1238924"/>
                <a:ext cx="6310057" cy="2289489"/>
              </a:xfrm>
              <a:prstGeom prst="parallelogram">
                <a:avLst>
                  <a:gd name="adj" fmla="val 88318"/>
                </a:avLst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solidFill>
                  <a:schemeClr val="accent4">
                    <a:lumMod val="20000"/>
                    <a:lumOff val="8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pic>
            <p:nvPicPr>
              <p:cNvPr id="513" name="图片 512">
                <a:extLst>
                  <a:ext uri="{FF2B5EF4-FFF2-40B4-BE49-F238E27FC236}">
                    <a16:creationId xmlns:a16="http://schemas.microsoft.com/office/drawing/2014/main" id="{B6C3CDCB-7E7D-4EC2-B213-0DE569033EB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499202" y="2608305"/>
                <a:ext cx="304800" cy="304800"/>
              </a:xfrm>
              <a:prstGeom prst="rect">
                <a:avLst/>
              </a:prstGeom>
            </p:spPr>
          </p:pic>
          <p:pic>
            <p:nvPicPr>
              <p:cNvPr id="514" name="图片 513">
                <a:extLst>
                  <a:ext uri="{FF2B5EF4-FFF2-40B4-BE49-F238E27FC236}">
                    <a16:creationId xmlns:a16="http://schemas.microsoft.com/office/drawing/2014/main" id="{27AB493E-4ECA-4AB7-843E-EFDC4D6C4F8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998517" y="2264183"/>
                <a:ext cx="304800" cy="304800"/>
              </a:xfrm>
              <a:prstGeom prst="rect">
                <a:avLst/>
              </a:prstGeom>
            </p:spPr>
          </p:pic>
          <p:pic>
            <p:nvPicPr>
              <p:cNvPr id="515" name="图片 514">
                <a:extLst>
                  <a:ext uri="{FF2B5EF4-FFF2-40B4-BE49-F238E27FC236}">
                    <a16:creationId xmlns:a16="http://schemas.microsoft.com/office/drawing/2014/main" id="{450A2A86-7142-43A1-85D0-0F1487AEA48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71856" y="3136978"/>
                <a:ext cx="304800" cy="304800"/>
              </a:xfrm>
              <a:prstGeom prst="rect">
                <a:avLst/>
              </a:prstGeom>
            </p:spPr>
          </p:pic>
          <p:pic>
            <p:nvPicPr>
              <p:cNvPr id="516" name="图片 515">
                <a:extLst>
                  <a:ext uri="{FF2B5EF4-FFF2-40B4-BE49-F238E27FC236}">
                    <a16:creationId xmlns:a16="http://schemas.microsoft.com/office/drawing/2014/main" id="{FD79633A-0ACD-46DF-8619-FC8F2747372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127401" y="3063454"/>
                <a:ext cx="304800" cy="304800"/>
              </a:xfrm>
              <a:prstGeom prst="rect">
                <a:avLst/>
              </a:prstGeom>
            </p:spPr>
          </p:pic>
          <p:sp>
            <p:nvSpPr>
              <p:cNvPr id="519" name="平行四边形 518">
                <a:extLst>
                  <a:ext uri="{FF2B5EF4-FFF2-40B4-BE49-F238E27FC236}">
                    <a16:creationId xmlns:a16="http://schemas.microsoft.com/office/drawing/2014/main" id="{D1BC4AB5-56F8-4BC6-B4C4-008A67EBA2D9}"/>
                  </a:ext>
                </a:extLst>
              </p:cNvPr>
              <p:cNvSpPr/>
              <p:nvPr/>
            </p:nvSpPr>
            <p:spPr>
              <a:xfrm>
                <a:off x="1743416" y="3282587"/>
                <a:ext cx="525780" cy="251460"/>
              </a:xfrm>
              <a:prstGeom prst="parallelogram">
                <a:avLst>
                  <a:gd name="adj" fmla="val 73160"/>
                </a:avLst>
              </a:prstGeom>
              <a:solidFill>
                <a:schemeClr val="accent1">
                  <a:lumMod val="40000"/>
                  <a:lumOff val="60000"/>
                </a:schemeClr>
              </a:solidFill>
              <a:ln>
                <a:solidFill>
                  <a:schemeClr val="accent1">
                    <a:lumMod val="40000"/>
                    <a:lumOff val="6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520" name="平行四边形 519">
                <a:extLst>
                  <a:ext uri="{FF2B5EF4-FFF2-40B4-BE49-F238E27FC236}">
                    <a16:creationId xmlns:a16="http://schemas.microsoft.com/office/drawing/2014/main" id="{4EB1949E-3B9F-445B-93B6-EDD7BD6E0B2B}"/>
                  </a:ext>
                </a:extLst>
              </p:cNvPr>
              <p:cNvSpPr/>
              <p:nvPr/>
            </p:nvSpPr>
            <p:spPr>
              <a:xfrm>
                <a:off x="3640796" y="3023507"/>
                <a:ext cx="510540" cy="236220"/>
              </a:xfrm>
              <a:prstGeom prst="parallelogram">
                <a:avLst>
                  <a:gd name="adj" fmla="val 75724"/>
                </a:avLst>
              </a:prstGeom>
              <a:solidFill>
                <a:schemeClr val="accent1">
                  <a:lumMod val="40000"/>
                  <a:lumOff val="60000"/>
                </a:schemeClr>
              </a:solidFill>
              <a:ln>
                <a:solidFill>
                  <a:schemeClr val="accent1">
                    <a:lumMod val="40000"/>
                    <a:lumOff val="6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21" name="平行四边形 520">
                <a:extLst>
                  <a:ext uri="{FF2B5EF4-FFF2-40B4-BE49-F238E27FC236}">
                    <a16:creationId xmlns:a16="http://schemas.microsoft.com/office/drawing/2014/main" id="{252C5B35-42C1-44F7-8A8F-2A2E8A1C18E2}"/>
                  </a:ext>
                </a:extLst>
              </p:cNvPr>
              <p:cNvSpPr/>
              <p:nvPr/>
            </p:nvSpPr>
            <p:spPr>
              <a:xfrm>
                <a:off x="1065236" y="2025287"/>
                <a:ext cx="373380" cy="205740"/>
              </a:xfrm>
              <a:prstGeom prst="parallelogram">
                <a:avLst>
                  <a:gd name="adj" fmla="val 75958"/>
                </a:avLst>
              </a:prstGeom>
              <a:solidFill>
                <a:schemeClr val="accent1">
                  <a:lumMod val="40000"/>
                  <a:lumOff val="60000"/>
                </a:schemeClr>
              </a:solidFill>
              <a:ln>
                <a:solidFill>
                  <a:schemeClr val="accent1">
                    <a:lumMod val="40000"/>
                    <a:lumOff val="6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22" name="平行四边形 521">
                <a:extLst>
                  <a:ext uri="{FF2B5EF4-FFF2-40B4-BE49-F238E27FC236}">
                    <a16:creationId xmlns:a16="http://schemas.microsoft.com/office/drawing/2014/main" id="{6E7E4B67-F912-450E-AC84-47BEC84DA7AA}"/>
                  </a:ext>
                </a:extLst>
              </p:cNvPr>
              <p:cNvSpPr/>
              <p:nvPr/>
            </p:nvSpPr>
            <p:spPr>
              <a:xfrm>
                <a:off x="4559006" y="2208167"/>
                <a:ext cx="632460" cy="251460"/>
              </a:xfrm>
              <a:prstGeom prst="parallelogram">
                <a:avLst>
                  <a:gd name="adj" fmla="val 87845"/>
                </a:avLst>
              </a:prstGeom>
              <a:solidFill>
                <a:schemeClr val="accent1">
                  <a:lumMod val="40000"/>
                  <a:lumOff val="60000"/>
                </a:schemeClr>
              </a:solidFill>
              <a:ln>
                <a:solidFill>
                  <a:schemeClr val="accent1">
                    <a:lumMod val="40000"/>
                    <a:lumOff val="6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23" name="平行四边形 522">
                <a:extLst>
                  <a:ext uri="{FF2B5EF4-FFF2-40B4-BE49-F238E27FC236}">
                    <a16:creationId xmlns:a16="http://schemas.microsoft.com/office/drawing/2014/main" id="{D7A203F1-C8A7-434A-9F29-113E6A6BC0C8}"/>
                  </a:ext>
                </a:extLst>
              </p:cNvPr>
              <p:cNvSpPr/>
              <p:nvPr/>
            </p:nvSpPr>
            <p:spPr>
              <a:xfrm>
                <a:off x="2078696" y="1682387"/>
                <a:ext cx="464820" cy="251460"/>
              </a:xfrm>
              <a:prstGeom prst="parallelogram">
                <a:avLst>
                  <a:gd name="adj" fmla="val 65468"/>
                </a:avLst>
              </a:prstGeom>
              <a:solidFill>
                <a:schemeClr val="accent1">
                  <a:lumMod val="40000"/>
                  <a:lumOff val="60000"/>
                </a:schemeClr>
              </a:solidFill>
              <a:ln>
                <a:solidFill>
                  <a:schemeClr val="accent1">
                    <a:lumMod val="40000"/>
                    <a:lumOff val="6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24" name="平行四边形 523">
                <a:extLst>
                  <a:ext uri="{FF2B5EF4-FFF2-40B4-BE49-F238E27FC236}">
                    <a16:creationId xmlns:a16="http://schemas.microsoft.com/office/drawing/2014/main" id="{75DD4F33-C659-446A-ACEC-A55EAF8221EA}"/>
                  </a:ext>
                </a:extLst>
              </p:cNvPr>
              <p:cNvSpPr/>
              <p:nvPr/>
            </p:nvSpPr>
            <p:spPr>
              <a:xfrm>
                <a:off x="3473156" y="1529987"/>
                <a:ext cx="236220" cy="137160"/>
              </a:xfrm>
              <a:prstGeom prst="parallelogram">
                <a:avLst>
                  <a:gd name="adj" fmla="val 70516"/>
                </a:avLst>
              </a:prstGeom>
              <a:solidFill>
                <a:schemeClr val="accent1">
                  <a:lumMod val="40000"/>
                  <a:lumOff val="60000"/>
                </a:schemeClr>
              </a:solidFill>
              <a:ln>
                <a:solidFill>
                  <a:schemeClr val="accent1">
                    <a:lumMod val="40000"/>
                    <a:lumOff val="6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25" name="椭圆 524">
                <a:extLst>
                  <a:ext uri="{FF2B5EF4-FFF2-40B4-BE49-F238E27FC236}">
                    <a16:creationId xmlns:a16="http://schemas.microsoft.com/office/drawing/2014/main" id="{B9FB6CEA-2A36-45F9-9A4C-17CA32CDD5E8}"/>
                  </a:ext>
                </a:extLst>
              </p:cNvPr>
              <p:cNvSpPr/>
              <p:nvPr/>
            </p:nvSpPr>
            <p:spPr>
              <a:xfrm rot="21014316">
                <a:off x="1952904" y="1797016"/>
                <a:ext cx="1790162" cy="1095951"/>
              </a:xfrm>
              <a:prstGeom prst="ellipse">
                <a:avLst/>
              </a:prstGeom>
              <a:noFill/>
              <a:ln>
                <a:solidFill>
                  <a:srgbClr val="C00000"/>
                </a:solidFill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26" name="等腰三角形 525">
                <a:extLst>
                  <a:ext uri="{FF2B5EF4-FFF2-40B4-BE49-F238E27FC236}">
                    <a16:creationId xmlns:a16="http://schemas.microsoft.com/office/drawing/2014/main" id="{D070F142-A2D6-4346-A177-17F0D7D5DCA4}"/>
                  </a:ext>
                </a:extLst>
              </p:cNvPr>
              <p:cNvSpPr/>
              <p:nvPr/>
            </p:nvSpPr>
            <p:spPr>
              <a:xfrm>
                <a:off x="2794976" y="2284367"/>
                <a:ext cx="99060" cy="99060"/>
              </a:xfrm>
              <a:prstGeom prst="triangle">
                <a:avLst/>
              </a:prstGeom>
              <a:solidFill>
                <a:srgbClr val="C00000"/>
              </a:solidFill>
              <a:ln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27" name="等腰三角形 526">
                <a:extLst>
                  <a:ext uri="{FF2B5EF4-FFF2-40B4-BE49-F238E27FC236}">
                    <a16:creationId xmlns:a16="http://schemas.microsoft.com/office/drawing/2014/main" id="{0A8CA655-7784-41DC-9519-29D2974A776C}"/>
                  </a:ext>
                </a:extLst>
              </p:cNvPr>
              <p:cNvSpPr/>
              <p:nvPr/>
            </p:nvSpPr>
            <p:spPr>
              <a:xfrm>
                <a:off x="5561036" y="1358537"/>
                <a:ext cx="99060" cy="99060"/>
              </a:xfrm>
              <a:prstGeom prst="triangle">
                <a:avLst/>
              </a:prstGeom>
              <a:solidFill>
                <a:srgbClr val="92D050"/>
              </a:solidFill>
              <a:ln>
                <a:solidFill>
                  <a:srgbClr val="92D0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28" name="平行四边形 527">
                <a:extLst>
                  <a:ext uri="{FF2B5EF4-FFF2-40B4-BE49-F238E27FC236}">
                    <a16:creationId xmlns:a16="http://schemas.microsoft.com/office/drawing/2014/main" id="{7DB1E4C7-D72F-4B32-9118-10FAF9DEC06E}"/>
                  </a:ext>
                </a:extLst>
              </p:cNvPr>
              <p:cNvSpPr/>
              <p:nvPr/>
            </p:nvSpPr>
            <p:spPr>
              <a:xfrm>
                <a:off x="2619716" y="2688227"/>
                <a:ext cx="388620" cy="220980"/>
              </a:xfrm>
              <a:prstGeom prst="parallelogram">
                <a:avLst>
                  <a:gd name="adj" fmla="val 55212"/>
                </a:avLst>
              </a:prstGeom>
              <a:solidFill>
                <a:schemeClr val="accent1">
                  <a:lumMod val="40000"/>
                  <a:lumOff val="60000"/>
                </a:schemeClr>
              </a:solidFill>
              <a:ln>
                <a:solidFill>
                  <a:schemeClr val="accent1">
                    <a:lumMod val="40000"/>
                    <a:lumOff val="6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536" name="星形: 五角 535">
                <a:extLst>
                  <a:ext uri="{FF2B5EF4-FFF2-40B4-BE49-F238E27FC236}">
                    <a16:creationId xmlns:a16="http://schemas.microsoft.com/office/drawing/2014/main" id="{46A3CE48-94DA-40B0-BA23-E6B6766C34E0}"/>
                  </a:ext>
                </a:extLst>
              </p:cNvPr>
              <p:cNvSpPr/>
              <p:nvPr/>
            </p:nvSpPr>
            <p:spPr>
              <a:xfrm rot="1976744">
                <a:off x="3194551" y="3236867"/>
                <a:ext cx="137160" cy="137160"/>
              </a:xfrm>
              <a:prstGeom prst="star5">
                <a:avLst/>
              </a:prstGeom>
              <a:solidFill>
                <a:schemeClr val="accent6">
                  <a:lumMod val="75000"/>
                </a:schemeClr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37" name="星形: 五角 536">
                <a:extLst>
                  <a:ext uri="{FF2B5EF4-FFF2-40B4-BE49-F238E27FC236}">
                    <a16:creationId xmlns:a16="http://schemas.microsoft.com/office/drawing/2014/main" id="{845B4B5B-FF61-4583-BBCF-D59AAB9FCA3F}"/>
                  </a:ext>
                </a:extLst>
              </p:cNvPr>
              <p:cNvSpPr/>
              <p:nvPr/>
            </p:nvSpPr>
            <p:spPr>
              <a:xfrm>
                <a:off x="4082756" y="2551067"/>
                <a:ext cx="137160" cy="137160"/>
              </a:xfrm>
              <a:prstGeom prst="star5">
                <a:avLst/>
              </a:prstGeom>
              <a:solidFill>
                <a:schemeClr val="accent6">
                  <a:lumMod val="75000"/>
                </a:schemeClr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38" name="星形: 五角 537">
                <a:extLst>
                  <a:ext uri="{FF2B5EF4-FFF2-40B4-BE49-F238E27FC236}">
                    <a16:creationId xmlns:a16="http://schemas.microsoft.com/office/drawing/2014/main" id="{B7389E18-E6D0-49AA-B308-0D4F418F0679}"/>
                  </a:ext>
                </a:extLst>
              </p:cNvPr>
              <p:cNvSpPr/>
              <p:nvPr/>
            </p:nvSpPr>
            <p:spPr>
              <a:xfrm>
                <a:off x="4585676" y="1910987"/>
                <a:ext cx="137160" cy="137160"/>
              </a:xfrm>
              <a:prstGeom prst="star5">
                <a:avLst/>
              </a:prstGeom>
              <a:solidFill>
                <a:schemeClr val="accent6">
                  <a:lumMod val="75000"/>
                </a:schemeClr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40" name="星形: 五角 539">
                <a:extLst>
                  <a:ext uri="{FF2B5EF4-FFF2-40B4-BE49-F238E27FC236}">
                    <a16:creationId xmlns:a16="http://schemas.microsoft.com/office/drawing/2014/main" id="{A9E37E7C-CDDD-4323-858B-D9F2B1378320}"/>
                  </a:ext>
                </a:extLst>
              </p:cNvPr>
              <p:cNvSpPr/>
              <p:nvPr/>
            </p:nvSpPr>
            <p:spPr>
              <a:xfrm rot="5609243">
                <a:off x="2492641" y="3008267"/>
                <a:ext cx="137160" cy="137160"/>
              </a:xfrm>
              <a:prstGeom prst="star5">
                <a:avLst/>
              </a:prstGeom>
              <a:solidFill>
                <a:schemeClr val="accent6">
                  <a:lumMod val="75000"/>
                </a:schemeClr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41" name="星形: 五角 540">
                <a:extLst>
                  <a:ext uri="{FF2B5EF4-FFF2-40B4-BE49-F238E27FC236}">
                    <a16:creationId xmlns:a16="http://schemas.microsoft.com/office/drawing/2014/main" id="{3417FB1D-0BD5-4EAC-9079-B442A4F86D42}"/>
                  </a:ext>
                </a:extLst>
              </p:cNvPr>
              <p:cNvSpPr/>
              <p:nvPr/>
            </p:nvSpPr>
            <p:spPr>
              <a:xfrm rot="3880281">
                <a:off x="3686516" y="2535827"/>
                <a:ext cx="137160" cy="137160"/>
              </a:xfrm>
              <a:prstGeom prst="star5">
                <a:avLst/>
              </a:prstGeom>
              <a:solidFill>
                <a:schemeClr val="accent6">
                  <a:lumMod val="75000"/>
                </a:schemeClr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42" name="星形: 五角 541">
                <a:extLst>
                  <a:ext uri="{FF2B5EF4-FFF2-40B4-BE49-F238E27FC236}">
                    <a16:creationId xmlns:a16="http://schemas.microsoft.com/office/drawing/2014/main" id="{FD8E6C77-3019-43CF-A7EC-F29CCDA883CF}"/>
                  </a:ext>
                </a:extLst>
              </p:cNvPr>
              <p:cNvSpPr/>
              <p:nvPr/>
            </p:nvSpPr>
            <p:spPr>
              <a:xfrm>
                <a:off x="4334216" y="1880507"/>
                <a:ext cx="137160" cy="137160"/>
              </a:xfrm>
              <a:prstGeom prst="star5">
                <a:avLst/>
              </a:prstGeom>
              <a:solidFill>
                <a:schemeClr val="accent6">
                  <a:lumMod val="75000"/>
                </a:schemeClr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544" name="直接箭头连接符 543">
                <a:extLst>
                  <a:ext uri="{FF2B5EF4-FFF2-40B4-BE49-F238E27FC236}">
                    <a16:creationId xmlns:a16="http://schemas.microsoft.com/office/drawing/2014/main" id="{A6AD42FE-7907-4C10-A3D3-127A1C996437}"/>
                  </a:ext>
                </a:extLst>
              </p:cNvPr>
              <p:cNvCxnSpPr>
                <a:cxnSpLocks/>
                <a:endCxn id="535" idx="1"/>
              </p:cNvCxnSpPr>
              <p:nvPr/>
            </p:nvCxnSpPr>
            <p:spPr>
              <a:xfrm flipV="1">
                <a:off x="1423376" y="3133812"/>
                <a:ext cx="592588" cy="125914"/>
              </a:xfrm>
              <a:prstGeom prst="straightConnector1">
                <a:avLst/>
              </a:prstGeom>
              <a:ln w="6350">
                <a:solidFill>
                  <a:schemeClr val="accent6">
                    <a:lumMod val="75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5" name="直接箭头连接符 544">
                <a:extLst>
                  <a:ext uri="{FF2B5EF4-FFF2-40B4-BE49-F238E27FC236}">
                    <a16:creationId xmlns:a16="http://schemas.microsoft.com/office/drawing/2014/main" id="{2B7F3B58-C17D-44D8-99A5-ACF84E2E6998}"/>
                  </a:ext>
                </a:extLst>
              </p:cNvPr>
              <p:cNvCxnSpPr>
                <a:cxnSpLocks/>
                <a:stCxn id="535" idx="4"/>
                <a:endCxn id="536" idx="2"/>
              </p:cNvCxnSpPr>
              <p:nvPr/>
            </p:nvCxnSpPr>
            <p:spPr>
              <a:xfrm>
                <a:off x="2151026" y="3109915"/>
                <a:ext cx="1039239" cy="230033"/>
              </a:xfrm>
              <a:prstGeom prst="straightConnector1">
                <a:avLst/>
              </a:prstGeom>
              <a:ln w="6350">
                <a:solidFill>
                  <a:schemeClr val="accent6">
                    <a:lumMod val="75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6" name="直接箭头连接符 545">
                <a:extLst>
                  <a:ext uri="{FF2B5EF4-FFF2-40B4-BE49-F238E27FC236}">
                    <a16:creationId xmlns:a16="http://schemas.microsoft.com/office/drawing/2014/main" id="{0EDA552D-577F-4C8B-B8CF-13216DBD4F7B}"/>
                  </a:ext>
                </a:extLst>
              </p:cNvPr>
              <p:cNvCxnSpPr>
                <a:cxnSpLocks/>
                <a:stCxn id="536" idx="4"/>
                <a:endCxn id="537" idx="2"/>
              </p:cNvCxnSpPr>
              <p:nvPr/>
            </p:nvCxnSpPr>
            <p:spPr>
              <a:xfrm flipV="1">
                <a:off x="3329487" y="2688227"/>
                <a:ext cx="779464" cy="640930"/>
              </a:xfrm>
              <a:prstGeom prst="straightConnector1">
                <a:avLst/>
              </a:prstGeom>
              <a:ln w="6350">
                <a:solidFill>
                  <a:schemeClr val="accent6">
                    <a:lumMod val="75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7" name="直接箭头连接符 546">
                <a:extLst>
                  <a:ext uri="{FF2B5EF4-FFF2-40B4-BE49-F238E27FC236}">
                    <a16:creationId xmlns:a16="http://schemas.microsoft.com/office/drawing/2014/main" id="{785F3EA7-F450-4A25-997A-89679D96B1AC}"/>
                  </a:ext>
                </a:extLst>
              </p:cNvPr>
              <p:cNvCxnSpPr>
                <a:cxnSpLocks/>
                <a:stCxn id="537" idx="4"/>
                <a:endCxn id="538" idx="2"/>
              </p:cNvCxnSpPr>
              <p:nvPr/>
            </p:nvCxnSpPr>
            <p:spPr>
              <a:xfrm flipV="1">
                <a:off x="4219916" y="2048147"/>
                <a:ext cx="391955" cy="555310"/>
              </a:xfrm>
              <a:prstGeom prst="straightConnector1">
                <a:avLst/>
              </a:prstGeom>
              <a:ln w="6350">
                <a:solidFill>
                  <a:schemeClr val="accent6">
                    <a:lumMod val="75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8" name="直接箭头连接符 547">
                <a:extLst>
                  <a:ext uri="{FF2B5EF4-FFF2-40B4-BE49-F238E27FC236}">
                    <a16:creationId xmlns:a16="http://schemas.microsoft.com/office/drawing/2014/main" id="{758FD970-C70B-440E-B967-2A299790A9D7}"/>
                  </a:ext>
                </a:extLst>
              </p:cNvPr>
              <p:cNvCxnSpPr>
                <a:cxnSpLocks/>
                <a:stCxn id="538" idx="4"/>
                <a:endCxn id="527" idx="2"/>
              </p:cNvCxnSpPr>
              <p:nvPr/>
            </p:nvCxnSpPr>
            <p:spPr>
              <a:xfrm flipV="1">
                <a:off x="4722836" y="1457597"/>
                <a:ext cx="838200" cy="505780"/>
              </a:xfrm>
              <a:prstGeom prst="straightConnector1">
                <a:avLst/>
              </a:prstGeom>
              <a:ln w="6350">
                <a:solidFill>
                  <a:schemeClr val="accent6">
                    <a:lumMod val="75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9" name="直接箭头连接符 548">
                <a:extLst>
                  <a:ext uri="{FF2B5EF4-FFF2-40B4-BE49-F238E27FC236}">
                    <a16:creationId xmlns:a16="http://schemas.microsoft.com/office/drawing/2014/main" id="{031EDED0-A64E-4FE4-8615-7DC73B84FE31}"/>
                  </a:ext>
                </a:extLst>
              </p:cNvPr>
              <p:cNvCxnSpPr>
                <a:cxnSpLocks/>
                <a:stCxn id="515" idx="3"/>
                <a:endCxn id="539" idx="2"/>
              </p:cNvCxnSpPr>
              <p:nvPr/>
            </p:nvCxnSpPr>
            <p:spPr>
              <a:xfrm flipV="1">
                <a:off x="576656" y="2982972"/>
                <a:ext cx="1136844" cy="306406"/>
              </a:xfrm>
              <a:prstGeom prst="straightConnector1">
                <a:avLst/>
              </a:prstGeom>
              <a:ln w="6350">
                <a:solidFill>
                  <a:schemeClr val="accent6">
                    <a:lumMod val="75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50" name="直接箭头连接符 549">
                <a:extLst>
                  <a:ext uri="{FF2B5EF4-FFF2-40B4-BE49-F238E27FC236}">
                    <a16:creationId xmlns:a16="http://schemas.microsoft.com/office/drawing/2014/main" id="{9143BD81-B6C0-4859-82B8-0292EB2CBD2E}"/>
                  </a:ext>
                </a:extLst>
              </p:cNvPr>
              <p:cNvCxnSpPr>
                <a:cxnSpLocks/>
                <a:stCxn id="539" idx="4"/>
                <a:endCxn id="540" idx="2"/>
              </p:cNvCxnSpPr>
              <p:nvPr/>
            </p:nvCxnSpPr>
            <p:spPr>
              <a:xfrm>
                <a:off x="1850304" y="2954971"/>
                <a:ext cx="645042" cy="75398"/>
              </a:xfrm>
              <a:prstGeom prst="straightConnector1">
                <a:avLst/>
              </a:prstGeom>
              <a:ln w="6350">
                <a:solidFill>
                  <a:schemeClr val="accent6">
                    <a:lumMod val="75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51" name="星形: 五角 550">
                <a:extLst>
                  <a:ext uri="{FF2B5EF4-FFF2-40B4-BE49-F238E27FC236}">
                    <a16:creationId xmlns:a16="http://schemas.microsoft.com/office/drawing/2014/main" id="{F9601510-4DBE-4314-B06F-E43ABB10E192}"/>
                  </a:ext>
                </a:extLst>
              </p:cNvPr>
              <p:cNvSpPr/>
              <p:nvPr/>
            </p:nvSpPr>
            <p:spPr>
              <a:xfrm rot="372011">
                <a:off x="3319289" y="3387983"/>
                <a:ext cx="137160" cy="137160"/>
              </a:xfrm>
              <a:prstGeom prst="star5">
                <a:avLst/>
              </a:prstGeom>
              <a:solidFill>
                <a:schemeClr val="accent6">
                  <a:lumMod val="75000"/>
                </a:schemeClr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552" name="直接箭头连接符 551">
                <a:extLst>
                  <a:ext uri="{FF2B5EF4-FFF2-40B4-BE49-F238E27FC236}">
                    <a16:creationId xmlns:a16="http://schemas.microsoft.com/office/drawing/2014/main" id="{EB33193C-FD27-4B76-9A14-7E5540D1BDCC}"/>
                  </a:ext>
                </a:extLst>
              </p:cNvPr>
              <p:cNvCxnSpPr>
                <a:cxnSpLocks/>
                <a:stCxn id="540" idx="0"/>
                <a:endCxn id="551" idx="1"/>
              </p:cNvCxnSpPr>
              <p:nvPr/>
            </p:nvCxnSpPr>
            <p:spPr>
              <a:xfrm>
                <a:off x="2629674" y="3081019"/>
                <a:ext cx="691765" cy="352042"/>
              </a:xfrm>
              <a:prstGeom prst="straightConnector1">
                <a:avLst/>
              </a:prstGeom>
              <a:ln w="12700">
                <a:solidFill>
                  <a:schemeClr val="accent6">
                    <a:lumMod val="75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53" name="直接箭头连接符 552">
                <a:extLst>
                  <a:ext uri="{FF2B5EF4-FFF2-40B4-BE49-F238E27FC236}">
                    <a16:creationId xmlns:a16="http://schemas.microsoft.com/office/drawing/2014/main" id="{B0B5DDF0-326D-4431-8492-E5C4E21E6155}"/>
                  </a:ext>
                </a:extLst>
              </p:cNvPr>
              <p:cNvCxnSpPr>
                <a:cxnSpLocks/>
                <a:stCxn id="551" idx="4"/>
                <a:endCxn id="541" idx="3"/>
              </p:cNvCxnSpPr>
              <p:nvPr/>
            </p:nvCxnSpPr>
            <p:spPr>
              <a:xfrm flipV="1">
                <a:off x="3457796" y="2672057"/>
                <a:ext cx="253445" cy="775818"/>
              </a:xfrm>
              <a:prstGeom prst="straightConnector1">
                <a:avLst/>
              </a:prstGeom>
              <a:ln w="6350">
                <a:solidFill>
                  <a:schemeClr val="accent6">
                    <a:lumMod val="75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54" name="直接箭头连接符 553">
                <a:extLst>
                  <a:ext uri="{FF2B5EF4-FFF2-40B4-BE49-F238E27FC236}">
                    <a16:creationId xmlns:a16="http://schemas.microsoft.com/office/drawing/2014/main" id="{2A47E8A2-0442-4140-B8BA-684DF690EE74}"/>
                  </a:ext>
                </a:extLst>
              </p:cNvPr>
              <p:cNvCxnSpPr>
                <a:cxnSpLocks/>
                <a:stCxn id="541" idx="0"/>
                <a:endCxn id="542" idx="2"/>
              </p:cNvCxnSpPr>
              <p:nvPr/>
            </p:nvCxnSpPr>
            <p:spPr>
              <a:xfrm flipV="1">
                <a:off x="3817083" y="2017667"/>
                <a:ext cx="543328" cy="557401"/>
              </a:xfrm>
              <a:prstGeom prst="straightConnector1">
                <a:avLst/>
              </a:prstGeom>
              <a:ln w="6350">
                <a:solidFill>
                  <a:schemeClr val="accent6">
                    <a:lumMod val="75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55" name="直接箭头连接符 554">
                <a:extLst>
                  <a:ext uri="{FF2B5EF4-FFF2-40B4-BE49-F238E27FC236}">
                    <a16:creationId xmlns:a16="http://schemas.microsoft.com/office/drawing/2014/main" id="{F4A00F98-CB0D-484A-B318-AF61E99AF742}"/>
                  </a:ext>
                </a:extLst>
              </p:cNvPr>
              <p:cNvCxnSpPr>
                <a:cxnSpLocks/>
                <a:stCxn id="542" idx="4"/>
                <a:endCxn id="527" idx="2"/>
              </p:cNvCxnSpPr>
              <p:nvPr/>
            </p:nvCxnSpPr>
            <p:spPr>
              <a:xfrm flipV="1">
                <a:off x="4471376" y="1457597"/>
                <a:ext cx="1089660" cy="475300"/>
              </a:xfrm>
              <a:prstGeom prst="straightConnector1">
                <a:avLst/>
              </a:prstGeom>
              <a:ln w="12700">
                <a:solidFill>
                  <a:schemeClr val="accent6">
                    <a:lumMod val="75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56" name="星形: 五角 555">
                <a:extLst>
                  <a:ext uri="{FF2B5EF4-FFF2-40B4-BE49-F238E27FC236}">
                    <a16:creationId xmlns:a16="http://schemas.microsoft.com/office/drawing/2014/main" id="{807DF924-D8D3-480B-AA1A-16AD52DE5D02}"/>
                  </a:ext>
                </a:extLst>
              </p:cNvPr>
              <p:cNvSpPr/>
              <p:nvPr/>
            </p:nvSpPr>
            <p:spPr>
              <a:xfrm>
                <a:off x="3206456" y="2840627"/>
                <a:ext cx="121920" cy="137160"/>
              </a:xfrm>
              <a:prstGeom prst="star5">
                <a:avLst/>
              </a:prstGeom>
              <a:solidFill>
                <a:schemeClr val="accent6">
                  <a:lumMod val="75000"/>
                </a:schemeClr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57" name="星形: 五角 556">
                <a:extLst>
                  <a:ext uri="{FF2B5EF4-FFF2-40B4-BE49-F238E27FC236}">
                    <a16:creationId xmlns:a16="http://schemas.microsoft.com/office/drawing/2014/main" id="{4BB73DA8-88D6-487E-89EC-8F0195BDFB3A}"/>
                  </a:ext>
                </a:extLst>
              </p:cNvPr>
              <p:cNvSpPr/>
              <p:nvPr/>
            </p:nvSpPr>
            <p:spPr>
              <a:xfrm>
                <a:off x="3892681" y="2025287"/>
                <a:ext cx="121920" cy="137160"/>
              </a:xfrm>
              <a:prstGeom prst="star5">
                <a:avLst/>
              </a:prstGeom>
              <a:solidFill>
                <a:schemeClr val="accent6">
                  <a:lumMod val="75000"/>
                </a:schemeClr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59" name="星形: 五角 558">
                <a:extLst>
                  <a:ext uri="{FF2B5EF4-FFF2-40B4-BE49-F238E27FC236}">
                    <a16:creationId xmlns:a16="http://schemas.microsoft.com/office/drawing/2014/main" id="{0ACD0237-78D8-40E9-874F-CA2F0E828016}"/>
                  </a:ext>
                </a:extLst>
              </p:cNvPr>
              <p:cNvSpPr/>
              <p:nvPr/>
            </p:nvSpPr>
            <p:spPr>
              <a:xfrm>
                <a:off x="2513036" y="3274967"/>
                <a:ext cx="121920" cy="137160"/>
              </a:xfrm>
              <a:prstGeom prst="star5">
                <a:avLst/>
              </a:prstGeom>
              <a:solidFill>
                <a:schemeClr val="accent6">
                  <a:lumMod val="75000"/>
                </a:schemeClr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560" name="直接箭头连接符 559">
                <a:extLst>
                  <a:ext uri="{FF2B5EF4-FFF2-40B4-BE49-F238E27FC236}">
                    <a16:creationId xmlns:a16="http://schemas.microsoft.com/office/drawing/2014/main" id="{88BAD02B-188D-4B57-965C-FDF2E1EC89D3}"/>
                  </a:ext>
                </a:extLst>
              </p:cNvPr>
              <p:cNvCxnSpPr>
                <a:cxnSpLocks/>
                <a:stCxn id="513" idx="3"/>
                <a:endCxn id="543" idx="1"/>
              </p:cNvCxnSpPr>
              <p:nvPr/>
            </p:nvCxnSpPr>
            <p:spPr>
              <a:xfrm>
                <a:off x="804002" y="2760705"/>
                <a:ext cx="764154" cy="18012"/>
              </a:xfrm>
              <a:prstGeom prst="straightConnector1">
                <a:avLst/>
              </a:prstGeom>
              <a:ln w="6350">
                <a:solidFill>
                  <a:schemeClr val="accent6">
                    <a:lumMod val="75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1" name="直接箭头连接符 560">
                <a:extLst>
                  <a:ext uri="{FF2B5EF4-FFF2-40B4-BE49-F238E27FC236}">
                    <a16:creationId xmlns:a16="http://schemas.microsoft.com/office/drawing/2014/main" id="{DDD9E668-83CA-4482-945C-192F81BD3C17}"/>
                  </a:ext>
                </a:extLst>
              </p:cNvPr>
              <p:cNvCxnSpPr>
                <a:cxnSpLocks/>
                <a:stCxn id="543" idx="4"/>
                <a:endCxn id="559" idx="1"/>
              </p:cNvCxnSpPr>
              <p:nvPr/>
            </p:nvCxnSpPr>
            <p:spPr>
              <a:xfrm>
                <a:off x="1690076" y="2778717"/>
                <a:ext cx="822960" cy="548640"/>
              </a:xfrm>
              <a:prstGeom prst="straightConnector1">
                <a:avLst/>
              </a:prstGeom>
              <a:ln w="6350">
                <a:solidFill>
                  <a:schemeClr val="accent6">
                    <a:lumMod val="75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2" name="直接箭头连接符 561">
                <a:extLst>
                  <a:ext uri="{FF2B5EF4-FFF2-40B4-BE49-F238E27FC236}">
                    <a16:creationId xmlns:a16="http://schemas.microsoft.com/office/drawing/2014/main" id="{960C1641-F3D0-4177-A431-80D76B529061}"/>
                  </a:ext>
                </a:extLst>
              </p:cNvPr>
              <p:cNvCxnSpPr>
                <a:cxnSpLocks/>
                <a:stCxn id="559" idx="4"/>
                <a:endCxn id="556" idx="2"/>
              </p:cNvCxnSpPr>
              <p:nvPr/>
            </p:nvCxnSpPr>
            <p:spPr>
              <a:xfrm flipV="1">
                <a:off x="2634956" y="2977787"/>
                <a:ext cx="594785" cy="349570"/>
              </a:xfrm>
              <a:prstGeom prst="straightConnector1">
                <a:avLst/>
              </a:prstGeom>
              <a:ln w="6350">
                <a:solidFill>
                  <a:schemeClr val="accent6">
                    <a:lumMod val="75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3" name="直接箭头连接符 562">
                <a:extLst>
                  <a:ext uri="{FF2B5EF4-FFF2-40B4-BE49-F238E27FC236}">
                    <a16:creationId xmlns:a16="http://schemas.microsoft.com/office/drawing/2014/main" id="{5344E385-C520-40C1-9DDC-E3A37A463540}"/>
                  </a:ext>
                </a:extLst>
              </p:cNvPr>
              <p:cNvCxnSpPr>
                <a:cxnSpLocks/>
                <a:stCxn id="556" idx="4"/>
                <a:endCxn id="557" idx="2"/>
              </p:cNvCxnSpPr>
              <p:nvPr/>
            </p:nvCxnSpPr>
            <p:spPr>
              <a:xfrm flipV="1">
                <a:off x="3328376" y="2162447"/>
                <a:ext cx="587590" cy="730570"/>
              </a:xfrm>
              <a:prstGeom prst="straightConnector1">
                <a:avLst/>
              </a:prstGeom>
              <a:ln w="6350">
                <a:solidFill>
                  <a:schemeClr val="accent6">
                    <a:lumMod val="75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4" name="直接箭头连接符 563">
                <a:extLst>
                  <a:ext uri="{FF2B5EF4-FFF2-40B4-BE49-F238E27FC236}">
                    <a16:creationId xmlns:a16="http://schemas.microsoft.com/office/drawing/2014/main" id="{590C21D8-8630-417F-85B4-29D857756960}"/>
                  </a:ext>
                </a:extLst>
              </p:cNvPr>
              <p:cNvCxnSpPr>
                <a:cxnSpLocks/>
                <a:stCxn id="557" idx="4"/>
                <a:endCxn id="527" idx="2"/>
              </p:cNvCxnSpPr>
              <p:nvPr/>
            </p:nvCxnSpPr>
            <p:spPr>
              <a:xfrm flipV="1">
                <a:off x="4014601" y="1457597"/>
                <a:ext cx="1546435" cy="620080"/>
              </a:xfrm>
              <a:prstGeom prst="straightConnector1">
                <a:avLst/>
              </a:prstGeom>
              <a:solidFill>
                <a:schemeClr val="accent6">
                  <a:lumMod val="75000"/>
                </a:schemeClr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565" name="直接箭头连接符 564">
                <a:extLst>
                  <a:ext uri="{FF2B5EF4-FFF2-40B4-BE49-F238E27FC236}">
                    <a16:creationId xmlns:a16="http://schemas.microsoft.com/office/drawing/2014/main" id="{33A8CBC6-991E-4349-BF4E-A9CF505DB9B6}"/>
                  </a:ext>
                </a:extLst>
              </p:cNvPr>
              <p:cNvCxnSpPr>
                <a:cxnSpLocks/>
                <a:stCxn id="514" idx="3"/>
                <a:endCxn id="558" idx="2"/>
              </p:cNvCxnSpPr>
              <p:nvPr/>
            </p:nvCxnSpPr>
            <p:spPr>
              <a:xfrm flipV="1">
                <a:off x="1303317" y="1565029"/>
                <a:ext cx="679469" cy="851554"/>
              </a:xfrm>
              <a:prstGeom prst="straightConnector1">
                <a:avLst/>
              </a:prstGeom>
              <a:ln w="6350">
                <a:solidFill>
                  <a:srgbClr val="C0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68" name="星形: 五角 567">
                <a:extLst>
                  <a:ext uri="{FF2B5EF4-FFF2-40B4-BE49-F238E27FC236}">
                    <a16:creationId xmlns:a16="http://schemas.microsoft.com/office/drawing/2014/main" id="{DFD28A0F-6AD2-455B-A5E3-4273155D5002}"/>
                  </a:ext>
                </a:extLst>
              </p:cNvPr>
              <p:cNvSpPr/>
              <p:nvPr/>
            </p:nvSpPr>
            <p:spPr>
              <a:xfrm rot="622673">
                <a:off x="3015642" y="1607021"/>
                <a:ext cx="121920" cy="137160"/>
              </a:xfrm>
              <a:prstGeom prst="star5">
                <a:avLst/>
              </a:prstGeom>
              <a:solidFill>
                <a:srgbClr val="C00000"/>
              </a:solidFill>
              <a:ln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569" name="直接箭头连接符 568">
                <a:extLst>
                  <a:ext uri="{FF2B5EF4-FFF2-40B4-BE49-F238E27FC236}">
                    <a16:creationId xmlns:a16="http://schemas.microsoft.com/office/drawing/2014/main" id="{ABCAA498-3A0F-4457-BD90-A3139F46B6A3}"/>
                  </a:ext>
                </a:extLst>
              </p:cNvPr>
              <p:cNvCxnSpPr>
                <a:cxnSpLocks/>
                <a:stCxn id="558" idx="4"/>
                <a:endCxn id="568" idx="1"/>
              </p:cNvCxnSpPr>
              <p:nvPr/>
            </p:nvCxnSpPr>
            <p:spPr>
              <a:xfrm>
                <a:off x="2108639" y="1597829"/>
                <a:ext cx="910917" cy="50866"/>
              </a:xfrm>
              <a:prstGeom prst="straightConnector1">
                <a:avLst/>
              </a:prstGeom>
              <a:ln w="6350">
                <a:solidFill>
                  <a:srgbClr val="C0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70" name="直接箭头连接符 569">
                <a:extLst>
                  <a:ext uri="{FF2B5EF4-FFF2-40B4-BE49-F238E27FC236}">
                    <a16:creationId xmlns:a16="http://schemas.microsoft.com/office/drawing/2014/main" id="{CB927F35-8889-4B94-AA47-50568A7C556B}"/>
                  </a:ext>
                </a:extLst>
              </p:cNvPr>
              <p:cNvCxnSpPr>
                <a:cxnSpLocks/>
                <a:stCxn id="568" idx="4"/>
                <a:endCxn id="571" idx="1"/>
              </p:cNvCxnSpPr>
              <p:nvPr/>
            </p:nvCxnSpPr>
            <p:spPr>
              <a:xfrm>
                <a:off x="3139481" y="1670657"/>
                <a:ext cx="748879" cy="111815"/>
              </a:xfrm>
              <a:prstGeom prst="straightConnector1">
                <a:avLst/>
              </a:prstGeom>
              <a:ln w="6350">
                <a:solidFill>
                  <a:srgbClr val="C0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71" name="星形: 五角 570">
                <a:extLst>
                  <a:ext uri="{FF2B5EF4-FFF2-40B4-BE49-F238E27FC236}">
                    <a16:creationId xmlns:a16="http://schemas.microsoft.com/office/drawing/2014/main" id="{5BC05C1B-5472-4279-B952-6A6BABD36F1B}"/>
                  </a:ext>
                </a:extLst>
              </p:cNvPr>
              <p:cNvSpPr/>
              <p:nvPr/>
            </p:nvSpPr>
            <p:spPr>
              <a:xfrm rot="804682">
                <a:off x="3882942" y="1743780"/>
                <a:ext cx="121920" cy="137160"/>
              </a:xfrm>
              <a:prstGeom prst="star5">
                <a:avLst/>
              </a:prstGeom>
              <a:solidFill>
                <a:srgbClr val="C00000"/>
              </a:solidFill>
              <a:ln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572" name="直接箭头连接符 571">
                <a:extLst>
                  <a:ext uri="{FF2B5EF4-FFF2-40B4-BE49-F238E27FC236}">
                    <a16:creationId xmlns:a16="http://schemas.microsoft.com/office/drawing/2014/main" id="{12C5C2F2-A4BB-4EAA-9F80-BC36C816DBA2}"/>
                  </a:ext>
                </a:extLst>
              </p:cNvPr>
              <p:cNvCxnSpPr>
                <a:cxnSpLocks/>
                <a:stCxn id="571" idx="4"/>
                <a:endCxn id="527" idx="2"/>
              </p:cNvCxnSpPr>
              <p:nvPr/>
            </p:nvCxnSpPr>
            <p:spPr>
              <a:xfrm flipV="1">
                <a:off x="4006955" y="1457597"/>
                <a:ext cx="1554081" cy="353154"/>
              </a:xfrm>
              <a:prstGeom prst="straightConnector1">
                <a:avLst/>
              </a:prstGeom>
              <a:ln w="6350">
                <a:solidFill>
                  <a:srgbClr val="C0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76" name="文本框 575">
                    <a:extLst>
                      <a:ext uri="{FF2B5EF4-FFF2-40B4-BE49-F238E27FC236}">
                        <a16:creationId xmlns:a16="http://schemas.microsoft.com/office/drawing/2014/main" id="{0C83C5E9-F2E6-4013-B705-BE86737BA0EA}"/>
                      </a:ext>
                    </a:extLst>
                  </p:cNvPr>
                  <p:cNvSpPr txBox="1"/>
                  <p:nvPr/>
                </p:nvSpPr>
                <p:spPr>
                  <a:xfrm>
                    <a:off x="597262" y="2120808"/>
                    <a:ext cx="473528" cy="276999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sz="12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oMath>
                      </m:oMathPara>
                    </a14:m>
                    <a:endParaRPr lang="zh-CN" altLang="en-US" sz="1200" dirty="0"/>
                  </a:p>
                </p:txBody>
              </p:sp>
            </mc:Choice>
            <mc:Fallback xmlns="">
              <p:sp>
                <p:nvSpPr>
                  <p:cNvPr id="576" name="文本框 575">
                    <a:extLst>
                      <a:ext uri="{FF2B5EF4-FFF2-40B4-BE49-F238E27FC236}">
                        <a16:creationId xmlns:a16="http://schemas.microsoft.com/office/drawing/2014/main" id="{0C83C5E9-F2E6-4013-B705-BE86737BA0EA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97262" y="2120808"/>
                    <a:ext cx="473528" cy="276999"/>
                  </a:xfrm>
                  <a:prstGeom prst="rect">
                    <a:avLst/>
                  </a:prstGeom>
                  <a:blipFill>
                    <a:blip r:embed="rId11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77" name="文本框 576">
                    <a:extLst>
                      <a:ext uri="{FF2B5EF4-FFF2-40B4-BE49-F238E27FC236}">
                        <a16:creationId xmlns:a16="http://schemas.microsoft.com/office/drawing/2014/main" id="{90D7FB6B-5DE4-4D0B-B943-F155C33C1258}"/>
                      </a:ext>
                    </a:extLst>
                  </p:cNvPr>
                  <p:cNvSpPr txBox="1"/>
                  <p:nvPr/>
                </p:nvSpPr>
                <p:spPr>
                  <a:xfrm>
                    <a:off x="182925" y="2720883"/>
                    <a:ext cx="473528" cy="276999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sz="12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oMath>
                      </m:oMathPara>
                    </a14:m>
                    <a:endParaRPr lang="zh-CN" altLang="en-US" sz="1200" dirty="0"/>
                  </a:p>
                </p:txBody>
              </p:sp>
            </mc:Choice>
            <mc:Fallback xmlns="">
              <p:sp>
                <p:nvSpPr>
                  <p:cNvPr id="577" name="文本框 576">
                    <a:extLst>
                      <a:ext uri="{FF2B5EF4-FFF2-40B4-BE49-F238E27FC236}">
                        <a16:creationId xmlns:a16="http://schemas.microsoft.com/office/drawing/2014/main" id="{90D7FB6B-5DE4-4D0B-B943-F155C33C1258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82925" y="2720883"/>
                    <a:ext cx="473528" cy="276999"/>
                  </a:xfrm>
                  <a:prstGeom prst="rect">
                    <a:avLst/>
                  </a:prstGeom>
                  <a:blipFill>
                    <a:blip r:embed="rId12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78" name="文本框 577">
                    <a:extLst>
                      <a:ext uri="{FF2B5EF4-FFF2-40B4-BE49-F238E27FC236}">
                        <a16:creationId xmlns:a16="http://schemas.microsoft.com/office/drawing/2014/main" id="{F929DCB4-FF36-4462-8B02-7D0095114FE5}"/>
                      </a:ext>
                    </a:extLst>
                  </p:cNvPr>
                  <p:cNvSpPr txBox="1"/>
                  <p:nvPr/>
                </p:nvSpPr>
                <p:spPr>
                  <a:xfrm>
                    <a:off x="-67107" y="3163797"/>
                    <a:ext cx="473528" cy="276999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sz="12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oMath>
                      </m:oMathPara>
                    </a14:m>
                    <a:endParaRPr lang="zh-CN" altLang="en-US" sz="1200" dirty="0"/>
                  </a:p>
                </p:txBody>
              </p:sp>
            </mc:Choice>
            <mc:Fallback xmlns="">
              <p:sp>
                <p:nvSpPr>
                  <p:cNvPr id="578" name="文本框 577">
                    <a:extLst>
                      <a:ext uri="{FF2B5EF4-FFF2-40B4-BE49-F238E27FC236}">
                        <a16:creationId xmlns:a16="http://schemas.microsoft.com/office/drawing/2014/main" id="{F929DCB4-FF36-4462-8B02-7D0095114FE5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-67107" y="3163797"/>
                    <a:ext cx="473528" cy="276999"/>
                  </a:xfrm>
                  <a:prstGeom prst="rect">
                    <a:avLst/>
                  </a:prstGeom>
                  <a:blipFill>
                    <a:blip r:embed="rId13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79" name="文本框 578">
                    <a:extLst>
                      <a:ext uri="{FF2B5EF4-FFF2-40B4-BE49-F238E27FC236}">
                        <a16:creationId xmlns:a16="http://schemas.microsoft.com/office/drawing/2014/main" id="{E640F0C9-AD98-444E-8FBB-7AF05798EE66}"/>
                      </a:ext>
                    </a:extLst>
                  </p:cNvPr>
                  <p:cNvSpPr txBox="1"/>
                  <p:nvPr/>
                </p:nvSpPr>
                <p:spPr>
                  <a:xfrm>
                    <a:off x="711561" y="3156654"/>
                    <a:ext cx="473528" cy="276999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sz="12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b>
                          </m:sSub>
                        </m:oMath>
                      </m:oMathPara>
                    </a14:m>
                    <a:endParaRPr lang="zh-CN" altLang="en-US" sz="1200" dirty="0"/>
                  </a:p>
                </p:txBody>
              </p:sp>
            </mc:Choice>
            <mc:Fallback xmlns="">
              <p:sp>
                <p:nvSpPr>
                  <p:cNvPr id="579" name="文本框 578">
                    <a:extLst>
                      <a:ext uri="{FF2B5EF4-FFF2-40B4-BE49-F238E27FC236}">
                        <a16:creationId xmlns:a16="http://schemas.microsoft.com/office/drawing/2014/main" id="{E640F0C9-AD98-444E-8FBB-7AF05798EE66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11561" y="3156654"/>
                    <a:ext cx="473528" cy="276999"/>
                  </a:xfrm>
                  <a:prstGeom prst="rect">
                    <a:avLst/>
                  </a:prstGeom>
                  <a:blipFill>
                    <a:blip r:embed="rId14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535" name="星形: 五角 534">
                <a:extLst>
                  <a:ext uri="{FF2B5EF4-FFF2-40B4-BE49-F238E27FC236}">
                    <a16:creationId xmlns:a16="http://schemas.microsoft.com/office/drawing/2014/main" id="{EB64C830-BC92-455E-9A86-864E5CBCEAC8}"/>
                  </a:ext>
                </a:extLst>
              </p:cNvPr>
              <p:cNvSpPr/>
              <p:nvPr/>
            </p:nvSpPr>
            <p:spPr>
              <a:xfrm rot="20997962">
                <a:off x="2017736" y="3069226"/>
                <a:ext cx="137160" cy="137160"/>
              </a:xfrm>
              <a:prstGeom prst="star5">
                <a:avLst/>
              </a:prstGeom>
              <a:solidFill>
                <a:schemeClr val="accent6">
                  <a:lumMod val="75000"/>
                </a:schemeClr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39" name="星形: 五角 538">
                <a:extLst>
                  <a:ext uri="{FF2B5EF4-FFF2-40B4-BE49-F238E27FC236}">
                    <a16:creationId xmlns:a16="http://schemas.microsoft.com/office/drawing/2014/main" id="{A40C4014-3338-489B-93E6-8CBEF61F1C99}"/>
                  </a:ext>
                </a:extLst>
              </p:cNvPr>
              <p:cNvSpPr/>
              <p:nvPr/>
            </p:nvSpPr>
            <p:spPr>
              <a:xfrm rot="1548584">
                <a:off x="1712936" y="2871107"/>
                <a:ext cx="137160" cy="137160"/>
              </a:xfrm>
              <a:prstGeom prst="star5">
                <a:avLst/>
              </a:prstGeom>
              <a:solidFill>
                <a:schemeClr val="accent6">
                  <a:lumMod val="75000"/>
                </a:schemeClr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43" name="星形: 五角 542">
                <a:extLst>
                  <a:ext uri="{FF2B5EF4-FFF2-40B4-BE49-F238E27FC236}">
                    <a16:creationId xmlns:a16="http://schemas.microsoft.com/office/drawing/2014/main" id="{5E743DD9-3FAB-4FEE-B30A-F063B81098A8}"/>
                  </a:ext>
                </a:extLst>
              </p:cNvPr>
              <p:cNvSpPr/>
              <p:nvPr/>
            </p:nvSpPr>
            <p:spPr>
              <a:xfrm>
                <a:off x="1568156" y="2726327"/>
                <a:ext cx="121920" cy="137160"/>
              </a:xfrm>
              <a:prstGeom prst="star5">
                <a:avLst/>
              </a:prstGeom>
              <a:solidFill>
                <a:schemeClr val="accent6">
                  <a:lumMod val="75000"/>
                </a:schemeClr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58" name="星形: 五角 557">
                <a:extLst>
                  <a:ext uri="{FF2B5EF4-FFF2-40B4-BE49-F238E27FC236}">
                    <a16:creationId xmlns:a16="http://schemas.microsoft.com/office/drawing/2014/main" id="{FD75D922-82DB-4DE8-8A0A-EBC4041D8C89}"/>
                  </a:ext>
                </a:extLst>
              </p:cNvPr>
              <p:cNvSpPr/>
              <p:nvPr/>
            </p:nvSpPr>
            <p:spPr>
              <a:xfrm rot="3317061">
                <a:off x="1999654" y="1488361"/>
                <a:ext cx="121920" cy="137160"/>
              </a:xfrm>
              <a:prstGeom prst="star5">
                <a:avLst/>
              </a:prstGeom>
              <a:solidFill>
                <a:srgbClr val="C00000"/>
              </a:solidFill>
              <a:ln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30" name="星形: 五角 229">
                <a:extLst>
                  <a:ext uri="{FF2B5EF4-FFF2-40B4-BE49-F238E27FC236}">
                    <a16:creationId xmlns:a16="http://schemas.microsoft.com/office/drawing/2014/main" id="{3FE5C256-0A58-4589-B30D-BDD46B0B02CB}"/>
                  </a:ext>
                </a:extLst>
              </p:cNvPr>
              <p:cNvSpPr/>
              <p:nvPr/>
            </p:nvSpPr>
            <p:spPr>
              <a:xfrm rot="20997962">
                <a:off x="2219005" y="5947105"/>
                <a:ext cx="137160" cy="137160"/>
              </a:xfrm>
              <a:prstGeom prst="star5">
                <a:avLst/>
              </a:prstGeom>
              <a:solidFill>
                <a:schemeClr val="accent6">
                  <a:lumMod val="75000"/>
                </a:schemeClr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31" name="星形: 五角 230">
                <a:extLst>
                  <a:ext uri="{FF2B5EF4-FFF2-40B4-BE49-F238E27FC236}">
                    <a16:creationId xmlns:a16="http://schemas.microsoft.com/office/drawing/2014/main" id="{626D8A72-9A71-4591-AD32-888567D6964A}"/>
                  </a:ext>
                </a:extLst>
              </p:cNvPr>
              <p:cNvSpPr/>
              <p:nvPr/>
            </p:nvSpPr>
            <p:spPr>
              <a:xfrm rot="1548584">
                <a:off x="1914205" y="5748986"/>
                <a:ext cx="137160" cy="137160"/>
              </a:xfrm>
              <a:prstGeom prst="star5">
                <a:avLst/>
              </a:prstGeom>
              <a:solidFill>
                <a:schemeClr val="accent6">
                  <a:lumMod val="75000"/>
                </a:schemeClr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32" name="星形: 五角 231">
                <a:extLst>
                  <a:ext uri="{FF2B5EF4-FFF2-40B4-BE49-F238E27FC236}">
                    <a16:creationId xmlns:a16="http://schemas.microsoft.com/office/drawing/2014/main" id="{A50893CA-41A2-4CDD-B658-2C83AF59A789}"/>
                  </a:ext>
                </a:extLst>
              </p:cNvPr>
              <p:cNvSpPr/>
              <p:nvPr/>
            </p:nvSpPr>
            <p:spPr>
              <a:xfrm>
                <a:off x="1769425" y="5604206"/>
                <a:ext cx="121920" cy="137160"/>
              </a:xfrm>
              <a:prstGeom prst="star5">
                <a:avLst/>
              </a:prstGeom>
              <a:solidFill>
                <a:schemeClr val="accent6">
                  <a:lumMod val="75000"/>
                </a:schemeClr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33" name="星形: 五角 232">
                <a:extLst>
                  <a:ext uri="{FF2B5EF4-FFF2-40B4-BE49-F238E27FC236}">
                    <a16:creationId xmlns:a16="http://schemas.microsoft.com/office/drawing/2014/main" id="{E34FB7BE-4125-4E2A-AAE1-FBD29E0A8B94}"/>
                  </a:ext>
                </a:extLst>
              </p:cNvPr>
              <p:cNvSpPr/>
              <p:nvPr/>
            </p:nvSpPr>
            <p:spPr>
              <a:xfrm rot="3317061">
                <a:off x="2200923" y="4366240"/>
                <a:ext cx="121920" cy="137160"/>
              </a:xfrm>
              <a:prstGeom prst="star5">
                <a:avLst/>
              </a:prstGeom>
              <a:solidFill>
                <a:srgbClr val="C00000"/>
              </a:solidFill>
              <a:ln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624" name="组合 623">
              <a:extLst>
                <a:ext uri="{FF2B5EF4-FFF2-40B4-BE49-F238E27FC236}">
                  <a16:creationId xmlns:a16="http://schemas.microsoft.com/office/drawing/2014/main" id="{5E4C235A-0A53-4DA5-B92B-4B1A537E0194}"/>
                </a:ext>
              </a:extLst>
            </p:cNvPr>
            <p:cNvGrpSpPr/>
            <p:nvPr/>
          </p:nvGrpSpPr>
          <p:grpSpPr>
            <a:xfrm>
              <a:off x="381219" y="3645768"/>
              <a:ext cx="6310057" cy="2378489"/>
              <a:chOff x="-120284" y="3624061"/>
              <a:chExt cx="6310057" cy="2378489"/>
            </a:xfrm>
          </p:grpSpPr>
          <p:sp>
            <p:nvSpPr>
              <p:cNvPr id="507" name="平行四边形 506">
                <a:extLst>
                  <a:ext uri="{FF2B5EF4-FFF2-40B4-BE49-F238E27FC236}">
                    <a16:creationId xmlns:a16="http://schemas.microsoft.com/office/drawing/2014/main" id="{3C8FFEC6-F233-4304-87EC-35F9CBE02B22}"/>
                  </a:ext>
                </a:extLst>
              </p:cNvPr>
              <p:cNvSpPr/>
              <p:nvPr/>
            </p:nvSpPr>
            <p:spPr>
              <a:xfrm>
                <a:off x="-120284" y="3690822"/>
                <a:ext cx="6310057" cy="2289489"/>
              </a:xfrm>
              <a:prstGeom prst="parallelogram">
                <a:avLst>
                  <a:gd name="adj" fmla="val 88013"/>
                </a:avLst>
              </a:prstGeom>
              <a:solidFill>
                <a:schemeClr val="accent6">
                  <a:lumMod val="20000"/>
                  <a:lumOff val="80000"/>
                </a:schemeClr>
              </a:solidFill>
              <a:ln>
                <a:solidFill>
                  <a:schemeClr val="accent6">
                    <a:lumMod val="20000"/>
                    <a:lumOff val="8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508" name="立方体 507">
                <a:extLst>
                  <a:ext uri="{FF2B5EF4-FFF2-40B4-BE49-F238E27FC236}">
                    <a16:creationId xmlns:a16="http://schemas.microsoft.com/office/drawing/2014/main" id="{3610096C-4E08-469E-A49C-96C4B95E0CA7}"/>
                  </a:ext>
                </a:extLst>
              </p:cNvPr>
              <p:cNvSpPr/>
              <p:nvPr/>
            </p:nvSpPr>
            <p:spPr>
              <a:xfrm>
                <a:off x="1327109" y="4280334"/>
                <a:ext cx="481630" cy="566997"/>
              </a:xfrm>
              <a:prstGeom prst="cube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>
                <a:solidFill>
                  <a:schemeClr val="accent1">
                    <a:lumMod val="40000"/>
                    <a:lumOff val="6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10" name="立方体 509">
                <a:extLst>
                  <a:ext uri="{FF2B5EF4-FFF2-40B4-BE49-F238E27FC236}">
                    <a16:creationId xmlns:a16="http://schemas.microsoft.com/office/drawing/2014/main" id="{29F4CFFB-9C37-4C92-A490-60AE47E35DF9}"/>
                  </a:ext>
                </a:extLst>
              </p:cNvPr>
              <p:cNvSpPr/>
              <p:nvPr/>
            </p:nvSpPr>
            <p:spPr>
              <a:xfrm>
                <a:off x="3684480" y="3624061"/>
                <a:ext cx="308730" cy="505595"/>
              </a:xfrm>
              <a:prstGeom prst="cube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>
                <a:solidFill>
                  <a:schemeClr val="accent1">
                    <a:lumMod val="40000"/>
                    <a:lumOff val="6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pic>
            <p:nvPicPr>
              <p:cNvPr id="511" name="图片 510">
                <a:extLst>
                  <a:ext uri="{FF2B5EF4-FFF2-40B4-BE49-F238E27FC236}">
                    <a16:creationId xmlns:a16="http://schemas.microsoft.com/office/drawing/2014/main" id="{0D4ABCA1-DB54-4EB8-9814-5F038605AF2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049635" y="4317039"/>
                <a:ext cx="395832" cy="395832"/>
              </a:xfrm>
              <a:prstGeom prst="rect">
                <a:avLst/>
              </a:prstGeom>
            </p:spPr>
          </p:pic>
          <p:pic>
            <p:nvPicPr>
              <p:cNvPr id="512" name="图片 511">
                <a:extLst>
                  <a:ext uri="{FF2B5EF4-FFF2-40B4-BE49-F238E27FC236}">
                    <a16:creationId xmlns:a16="http://schemas.microsoft.com/office/drawing/2014/main" id="{0C468D1B-1E57-4E4D-A16F-3732A5F436B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276735" y="3726465"/>
                <a:ext cx="298111" cy="298111"/>
              </a:xfrm>
              <a:prstGeom prst="rect">
                <a:avLst/>
              </a:prstGeom>
            </p:spPr>
          </p:pic>
          <p:sp>
            <p:nvSpPr>
              <p:cNvPr id="517" name="椭圆 516">
                <a:extLst>
                  <a:ext uri="{FF2B5EF4-FFF2-40B4-BE49-F238E27FC236}">
                    <a16:creationId xmlns:a16="http://schemas.microsoft.com/office/drawing/2014/main" id="{411D3AC6-AC90-4859-8DE9-50404C3F2F3B}"/>
                  </a:ext>
                </a:extLst>
              </p:cNvPr>
              <p:cNvSpPr/>
              <p:nvPr/>
            </p:nvSpPr>
            <p:spPr>
              <a:xfrm rot="21014316">
                <a:off x="2089444" y="3866783"/>
                <a:ext cx="2249504" cy="1412781"/>
              </a:xfrm>
              <a:prstGeom prst="ellipse">
                <a:avLst/>
              </a:prstGeom>
              <a:noFill/>
              <a:ln>
                <a:solidFill>
                  <a:srgbClr val="C00000"/>
                </a:solidFill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18" name="立方体 517">
                <a:extLst>
                  <a:ext uri="{FF2B5EF4-FFF2-40B4-BE49-F238E27FC236}">
                    <a16:creationId xmlns:a16="http://schemas.microsoft.com/office/drawing/2014/main" id="{280FE416-A4D5-405A-B1F7-FC0A27B2C9CA}"/>
                  </a:ext>
                </a:extLst>
              </p:cNvPr>
              <p:cNvSpPr/>
              <p:nvPr/>
            </p:nvSpPr>
            <p:spPr>
              <a:xfrm>
                <a:off x="2817836" y="4883943"/>
                <a:ext cx="348226" cy="551873"/>
              </a:xfrm>
              <a:prstGeom prst="cube">
                <a:avLst>
                  <a:gd name="adj" fmla="val 23586"/>
                </a:avLst>
              </a:prstGeom>
              <a:solidFill>
                <a:schemeClr val="accent1">
                  <a:lumMod val="40000"/>
                  <a:lumOff val="60000"/>
                </a:schemeClr>
              </a:solidFill>
              <a:ln>
                <a:solidFill>
                  <a:schemeClr val="accent1">
                    <a:lumMod val="40000"/>
                    <a:lumOff val="6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566" name="立方体 565">
                <a:extLst>
                  <a:ext uri="{FF2B5EF4-FFF2-40B4-BE49-F238E27FC236}">
                    <a16:creationId xmlns:a16="http://schemas.microsoft.com/office/drawing/2014/main" id="{4D747C29-D793-4FD2-BB2D-8B1F2663F619}"/>
                  </a:ext>
                </a:extLst>
              </p:cNvPr>
              <p:cNvSpPr/>
              <p:nvPr/>
            </p:nvSpPr>
            <p:spPr>
              <a:xfrm>
                <a:off x="3730229" y="5190387"/>
                <a:ext cx="504174" cy="594917"/>
              </a:xfrm>
              <a:prstGeom prst="cube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>
                <a:solidFill>
                  <a:schemeClr val="accent1">
                    <a:lumMod val="40000"/>
                    <a:lumOff val="6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67" name="立方体 566">
                <a:extLst>
                  <a:ext uri="{FF2B5EF4-FFF2-40B4-BE49-F238E27FC236}">
                    <a16:creationId xmlns:a16="http://schemas.microsoft.com/office/drawing/2014/main" id="{8AB430F3-C7AE-4726-B59F-D8E9E7B9C5EB}"/>
                  </a:ext>
                </a:extLst>
              </p:cNvPr>
              <p:cNvSpPr/>
              <p:nvPr/>
            </p:nvSpPr>
            <p:spPr>
              <a:xfrm>
                <a:off x="3809148" y="4225917"/>
                <a:ext cx="348226" cy="551873"/>
              </a:xfrm>
              <a:prstGeom prst="cube">
                <a:avLst>
                  <a:gd name="adj" fmla="val 23586"/>
                </a:avLst>
              </a:prstGeom>
              <a:solidFill>
                <a:schemeClr val="accent1">
                  <a:lumMod val="40000"/>
                  <a:lumOff val="60000"/>
                </a:schemeClr>
              </a:solidFill>
              <a:ln>
                <a:solidFill>
                  <a:schemeClr val="accent1">
                    <a:lumMod val="40000"/>
                    <a:lumOff val="6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73" name="任意多边形: 形状 572">
                <a:extLst>
                  <a:ext uri="{FF2B5EF4-FFF2-40B4-BE49-F238E27FC236}">
                    <a16:creationId xmlns:a16="http://schemas.microsoft.com/office/drawing/2014/main" id="{04F14F60-FAC2-401C-98CB-501ACE319721}"/>
                  </a:ext>
                </a:extLst>
              </p:cNvPr>
              <p:cNvSpPr/>
              <p:nvPr/>
            </p:nvSpPr>
            <p:spPr>
              <a:xfrm>
                <a:off x="1050132" y="4036219"/>
                <a:ext cx="4281488" cy="1393031"/>
              </a:xfrm>
              <a:custGeom>
                <a:avLst/>
                <a:gdLst>
                  <a:gd name="connsiteX0" fmla="*/ 0 w 3552825"/>
                  <a:gd name="connsiteY0" fmla="*/ 1485900 h 1563817"/>
                  <a:gd name="connsiteX1" fmla="*/ 466725 w 3552825"/>
                  <a:gd name="connsiteY1" fmla="*/ 1047750 h 1563817"/>
                  <a:gd name="connsiteX2" fmla="*/ 923925 w 3552825"/>
                  <a:gd name="connsiteY2" fmla="*/ 1543050 h 1563817"/>
                  <a:gd name="connsiteX3" fmla="*/ 1781175 w 3552825"/>
                  <a:gd name="connsiteY3" fmla="*/ 1371600 h 1563817"/>
                  <a:gd name="connsiteX4" fmla="*/ 2752725 w 3552825"/>
                  <a:gd name="connsiteY4" fmla="*/ 485775 h 1563817"/>
                  <a:gd name="connsiteX5" fmla="*/ 2952750 w 3552825"/>
                  <a:gd name="connsiteY5" fmla="*/ 238125 h 1563817"/>
                  <a:gd name="connsiteX6" fmla="*/ 3552825 w 3552825"/>
                  <a:gd name="connsiteY6" fmla="*/ 0 h 156381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552825" h="1563817">
                    <a:moveTo>
                      <a:pt x="0" y="1485900"/>
                    </a:moveTo>
                    <a:cubicBezTo>
                      <a:pt x="156369" y="1262062"/>
                      <a:pt x="312738" y="1038225"/>
                      <a:pt x="466725" y="1047750"/>
                    </a:cubicBezTo>
                    <a:cubicBezTo>
                      <a:pt x="620712" y="1057275"/>
                      <a:pt x="704850" y="1489075"/>
                      <a:pt x="923925" y="1543050"/>
                    </a:cubicBezTo>
                    <a:cubicBezTo>
                      <a:pt x="1143000" y="1597025"/>
                      <a:pt x="1476375" y="1547813"/>
                      <a:pt x="1781175" y="1371600"/>
                    </a:cubicBezTo>
                    <a:cubicBezTo>
                      <a:pt x="2085975" y="1195387"/>
                      <a:pt x="2557463" y="674687"/>
                      <a:pt x="2752725" y="485775"/>
                    </a:cubicBezTo>
                    <a:cubicBezTo>
                      <a:pt x="2947987" y="296863"/>
                      <a:pt x="2819400" y="319087"/>
                      <a:pt x="2952750" y="238125"/>
                    </a:cubicBezTo>
                    <a:cubicBezTo>
                      <a:pt x="3086100" y="157163"/>
                      <a:pt x="3402012" y="23813"/>
                      <a:pt x="3552825" y="0"/>
                    </a:cubicBezTo>
                  </a:path>
                </a:pathLst>
              </a:custGeom>
              <a:noFill/>
              <a:ln w="19050">
                <a:solidFill>
                  <a:schemeClr val="accent6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74" name="立方体 573">
                <a:extLst>
                  <a:ext uri="{FF2B5EF4-FFF2-40B4-BE49-F238E27FC236}">
                    <a16:creationId xmlns:a16="http://schemas.microsoft.com/office/drawing/2014/main" id="{89735A1E-690C-4086-A4E1-4CB3CA32F3A7}"/>
                  </a:ext>
                </a:extLst>
              </p:cNvPr>
              <p:cNvSpPr/>
              <p:nvPr/>
            </p:nvSpPr>
            <p:spPr>
              <a:xfrm>
                <a:off x="2379192" y="3802291"/>
                <a:ext cx="434373" cy="732215"/>
              </a:xfrm>
              <a:prstGeom prst="cube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>
                <a:solidFill>
                  <a:schemeClr val="accent1">
                    <a:lumMod val="40000"/>
                    <a:lumOff val="6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grpSp>
            <p:nvGrpSpPr>
              <p:cNvPr id="575" name="组合 574">
                <a:extLst>
                  <a:ext uri="{FF2B5EF4-FFF2-40B4-BE49-F238E27FC236}">
                    <a16:creationId xmlns:a16="http://schemas.microsoft.com/office/drawing/2014/main" id="{DB16CA7D-6D64-44D1-A3D4-605FB67E18B7}"/>
                  </a:ext>
                </a:extLst>
              </p:cNvPr>
              <p:cNvGrpSpPr/>
              <p:nvPr/>
            </p:nvGrpSpPr>
            <p:grpSpPr>
              <a:xfrm>
                <a:off x="162779" y="4603296"/>
                <a:ext cx="1596047" cy="1399254"/>
                <a:chOff x="1412935" y="4481852"/>
                <a:chExt cx="1596047" cy="1399254"/>
              </a:xfrm>
            </p:grpSpPr>
            <p:sp>
              <p:nvSpPr>
                <p:cNvPr id="605" name="椭圆 604">
                  <a:extLst>
                    <a:ext uri="{FF2B5EF4-FFF2-40B4-BE49-F238E27FC236}">
                      <a16:creationId xmlns:a16="http://schemas.microsoft.com/office/drawing/2014/main" id="{9FC46889-CDE6-4D6E-A6D7-44F5B8CA140A}"/>
                    </a:ext>
                  </a:extLst>
                </p:cNvPr>
                <p:cNvSpPr/>
                <p:nvPr/>
              </p:nvSpPr>
              <p:spPr>
                <a:xfrm rot="5136353">
                  <a:off x="1595955" y="4801440"/>
                  <a:ext cx="579615" cy="686579"/>
                </a:xfrm>
                <a:prstGeom prst="ellipse">
                  <a:avLst/>
                </a:prstGeom>
                <a:solidFill>
                  <a:schemeClr val="accent4">
                    <a:lumMod val="20000"/>
                    <a:lumOff val="80000"/>
                  </a:schemeClr>
                </a:solidFill>
                <a:ln>
                  <a:solidFill>
                    <a:schemeClr val="accent4">
                      <a:lumMod val="20000"/>
                      <a:lumOff val="80000"/>
                    </a:schemeClr>
                  </a:solidFill>
                  <a:prstDash val="sysDash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606" name="椭圆 605">
                  <a:extLst>
                    <a:ext uri="{FF2B5EF4-FFF2-40B4-BE49-F238E27FC236}">
                      <a16:creationId xmlns:a16="http://schemas.microsoft.com/office/drawing/2014/main" id="{06BEB97D-D22F-4DC9-AC2A-D5831DBBB9DA}"/>
                    </a:ext>
                  </a:extLst>
                </p:cNvPr>
                <p:cNvSpPr/>
                <p:nvPr/>
              </p:nvSpPr>
              <p:spPr>
                <a:xfrm rot="4993526">
                  <a:off x="1466417" y="5248009"/>
                  <a:ext cx="579615" cy="686579"/>
                </a:xfrm>
                <a:prstGeom prst="ellipse">
                  <a:avLst/>
                </a:prstGeom>
                <a:solidFill>
                  <a:schemeClr val="accent4">
                    <a:lumMod val="20000"/>
                    <a:lumOff val="80000"/>
                  </a:schemeClr>
                </a:solidFill>
                <a:ln>
                  <a:solidFill>
                    <a:schemeClr val="accent4">
                      <a:lumMod val="60000"/>
                      <a:lumOff val="40000"/>
                    </a:schemeClr>
                  </a:solidFill>
                  <a:prstDash val="sysDash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607" name="椭圆 606">
                  <a:extLst>
                    <a:ext uri="{FF2B5EF4-FFF2-40B4-BE49-F238E27FC236}">
                      <a16:creationId xmlns:a16="http://schemas.microsoft.com/office/drawing/2014/main" id="{9E216099-FB19-4CAE-9807-BDB06CD189C9}"/>
                    </a:ext>
                  </a:extLst>
                </p:cNvPr>
                <p:cNvSpPr/>
                <p:nvPr/>
              </p:nvSpPr>
              <p:spPr>
                <a:xfrm rot="5162698">
                  <a:off x="2202687" y="4443302"/>
                  <a:ext cx="579615" cy="686579"/>
                </a:xfrm>
                <a:prstGeom prst="ellipse">
                  <a:avLst/>
                </a:prstGeom>
                <a:solidFill>
                  <a:schemeClr val="accent4">
                    <a:lumMod val="20000"/>
                    <a:lumOff val="80000"/>
                  </a:schemeClr>
                </a:solidFill>
                <a:ln>
                  <a:solidFill>
                    <a:schemeClr val="accent4">
                      <a:lumMod val="20000"/>
                      <a:lumOff val="80000"/>
                    </a:schemeClr>
                  </a:solidFill>
                  <a:prstDash val="sysDash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pic>
              <p:nvPicPr>
                <p:cNvPr id="608" name="图片 607">
                  <a:extLst>
                    <a:ext uri="{FF2B5EF4-FFF2-40B4-BE49-F238E27FC236}">
                      <a16:creationId xmlns:a16="http://schemas.microsoft.com/office/drawing/2014/main" id="{A1B30398-97F7-4887-A262-49C7067450B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7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2557892" y="5231044"/>
                  <a:ext cx="304800" cy="304800"/>
                </a:xfrm>
                <a:prstGeom prst="rect">
                  <a:avLst/>
                </a:prstGeom>
              </p:spPr>
            </p:pic>
            <p:pic>
              <p:nvPicPr>
                <p:cNvPr id="609" name="图片 608">
                  <a:extLst>
                    <a:ext uri="{FF2B5EF4-FFF2-40B4-BE49-F238E27FC236}">
                      <a16:creationId xmlns:a16="http://schemas.microsoft.com/office/drawing/2014/main" id="{B5C29B32-99E5-4078-91CC-95B277F3A57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7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622431" y="5642725"/>
                  <a:ext cx="237849" cy="237849"/>
                </a:xfrm>
                <a:prstGeom prst="rect">
                  <a:avLst/>
                </a:prstGeom>
              </p:spPr>
            </p:pic>
            <p:pic>
              <p:nvPicPr>
                <p:cNvPr id="610" name="图片 609">
                  <a:extLst>
                    <a:ext uri="{FF2B5EF4-FFF2-40B4-BE49-F238E27FC236}">
                      <a16:creationId xmlns:a16="http://schemas.microsoft.com/office/drawing/2014/main" id="{7325ED6B-0A7A-4ABC-BCD1-FE325950089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7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2446947" y="4709432"/>
                  <a:ext cx="304800" cy="304800"/>
                </a:xfrm>
                <a:prstGeom prst="rect">
                  <a:avLst/>
                </a:prstGeom>
              </p:spPr>
            </p:pic>
            <p:pic>
              <p:nvPicPr>
                <p:cNvPr id="611" name="图片 610">
                  <a:extLst>
                    <a:ext uri="{FF2B5EF4-FFF2-40B4-BE49-F238E27FC236}">
                      <a16:creationId xmlns:a16="http://schemas.microsoft.com/office/drawing/2014/main" id="{A07872B7-38FF-4F9F-856B-D82FE0E83D4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7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799500" y="5338244"/>
                  <a:ext cx="239596" cy="239596"/>
                </a:xfrm>
                <a:prstGeom prst="rect">
                  <a:avLst/>
                </a:prstGeom>
              </p:spPr>
            </p:pic>
            <p:pic>
              <p:nvPicPr>
                <p:cNvPr id="612" name="图片 611">
                  <a:extLst>
                    <a:ext uri="{FF2B5EF4-FFF2-40B4-BE49-F238E27FC236}">
                      <a16:creationId xmlns:a16="http://schemas.microsoft.com/office/drawing/2014/main" id="{CE311B09-621D-443D-A4F9-897172EDF78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7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2185501" y="4537026"/>
                  <a:ext cx="304800" cy="304800"/>
                </a:xfrm>
                <a:prstGeom prst="rect">
                  <a:avLst/>
                </a:prstGeom>
              </p:spPr>
            </p:pic>
            <p:sp>
              <p:nvSpPr>
                <p:cNvPr id="613" name="椭圆 612">
                  <a:extLst>
                    <a:ext uri="{FF2B5EF4-FFF2-40B4-BE49-F238E27FC236}">
                      <a16:creationId xmlns:a16="http://schemas.microsoft.com/office/drawing/2014/main" id="{2E69DF1B-5B99-4AC6-A7F7-511295BE4BFA}"/>
                    </a:ext>
                  </a:extLst>
                </p:cNvPr>
                <p:cNvSpPr/>
                <p:nvPr/>
              </p:nvSpPr>
              <p:spPr>
                <a:xfrm rot="5210808">
                  <a:off x="2263341" y="5061647"/>
                  <a:ext cx="654549" cy="836733"/>
                </a:xfrm>
                <a:prstGeom prst="ellipse">
                  <a:avLst/>
                </a:prstGeom>
                <a:solidFill>
                  <a:schemeClr val="accent4">
                    <a:lumMod val="40000"/>
                    <a:lumOff val="60000"/>
                  </a:schemeClr>
                </a:solidFill>
                <a:ln>
                  <a:solidFill>
                    <a:schemeClr val="accent4"/>
                  </a:solidFill>
                  <a:prstDash val="sysDash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pic>
              <p:nvPicPr>
                <p:cNvPr id="614" name="图片 613">
                  <a:extLst>
                    <a:ext uri="{FF2B5EF4-FFF2-40B4-BE49-F238E27FC236}">
                      <a16:creationId xmlns:a16="http://schemas.microsoft.com/office/drawing/2014/main" id="{4C463F0B-D9AF-40F9-9382-59BEB890592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7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2177203" y="5395949"/>
                  <a:ext cx="304800" cy="304800"/>
                </a:xfrm>
                <a:prstGeom prst="rect">
                  <a:avLst/>
                </a:prstGeom>
              </p:spPr>
            </p:pic>
            <p:pic>
              <p:nvPicPr>
                <p:cNvPr id="615" name="图片 614">
                  <a:extLst>
                    <a:ext uri="{FF2B5EF4-FFF2-40B4-BE49-F238E27FC236}">
                      <a16:creationId xmlns:a16="http://schemas.microsoft.com/office/drawing/2014/main" id="{BE44BBE9-FBC2-49CA-AE81-07E45113B1D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7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438510" y="5402928"/>
                  <a:ext cx="281592" cy="281592"/>
                </a:xfrm>
                <a:prstGeom prst="rect">
                  <a:avLst/>
                </a:prstGeom>
              </p:spPr>
            </p:pic>
            <p:pic>
              <p:nvPicPr>
                <p:cNvPr id="616" name="图片 615">
                  <a:extLst>
                    <a:ext uri="{FF2B5EF4-FFF2-40B4-BE49-F238E27FC236}">
                      <a16:creationId xmlns:a16="http://schemas.microsoft.com/office/drawing/2014/main" id="{CCBE66FD-0308-4D20-8CCA-C1A71778A4E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7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903678" y="4916934"/>
                  <a:ext cx="304800" cy="304800"/>
                </a:xfrm>
                <a:prstGeom prst="rect">
                  <a:avLst/>
                </a:prstGeom>
              </p:spPr>
            </p:pic>
            <p:pic>
              <p:nvPicPr>
                <p:cNvPr id="617" name="图片 616">
                  <a:extLst>
                    <a:ext uri="{FF2B5EF4-FFF2-40B4-BE49-F238E27FC236}">
                      <a16:creationId xmlns:a16="http://schemas.microsoft.com/office/drawing/2014/main" id="{1332BFBF-C166-4C98-95A5-635A10D91B1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7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552053" y="5047696"/>
                  <a:ext cx="304800" cy="304800"/>
                </a:xfrm>
                <a:prstGeom prst="rect">
                  <a:avLst/>
                </a:prstGeom>
              </p:spPr>
            </p:pic>
            <p:pic>
              <p:nvPicPr>
                <p:cNvPr id="618" name="图片 617">
                  <a:extLst>
                    <a:ext uri="{FF2B5EF4-FFF2-40B4-BE49-F238E27FC236}">
                      <a16:creationId xmlns:a16="http://schemas.microsoft.com/office/drawing/2014/main" id="{CECB6CBC-08B4-4D79-A7DC-E446D7E035F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7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2624959" y="5199340"/>
                  <a:ext cx="304800" cy="304800"/>
                </a:xfrm>
                <a:prstGeom prst="rect">
                  <a:avLst/>
                </a:prstGeom>
              </p:spPr>
            </p:pic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619" name="文本框 618">
                      <a:extLst>
                        <a:ext uri="{FF2B5EF4-FFF2-40B4-BE49-F238E27FC236}">
                          <a16:creationId xmlns:a16="http://schemas.microsoft.com/office/drawing/2014/main" id="{3D7B14A4-E4FA-4CD7-8482-F39228A2D7E7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2450411" y="4481852"/>
                      <a:ext cx="377218" cy="276999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altLang="zh-CN" sz="120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1200" b="0" i="1" smtClean="0">
                                    <a:latin typeface="Cambria Math" panose="02040503050406030204" pitchFamily="18" charset="0"/>
                                  </a:rPr>
                                  <m:t>𝐶</m:t>
                                </m:r>
                              </m:e>
                              <m:sub>
                                <m:r>
                                  <a:rPr lang="en-US" altLang="zh-CN" sz="12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oMath>
                        </m:oMathPara>
                      </a14:m>
                      <a:endParaRPr lang="zh-CN" altLang="en-US" sz="1200" dirty="0"/>
                    </a:p>
                  </p:txBody>
                </p:sp>
              </mc:Choice>
              <mc:Fallback xmlns="">
                <p:sp>
                  <p:nvSpPr>
                    <p:cNvPr id="619" name="文本框 618">
                      <a:extLst>
                        <a:ext uri="{FF2B5EF4-FFF2-40B4-BE49-F238E27FC236}">
                          <a16:creationId xmlns:a16="http://schemas.microsoft.com/office/drawing/2014/main" id="{3D7B14A4-E4FA-4CD7-8482-F39228A2D7E7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2450411" y="4481852"/>
                      <a:ext cx="377218" cy="276999"/>
                    </a:xfrm>
                    <a:prstGeom prst="rect">
                      <a:avLst/>
                    </a:prstGeom>
                    <a:blipFill>
                      <a:blip r:embed="rId17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zh-CN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620" name="文本框 619">
                      <a:extLst>
                        <a:ext uri="{FF2B5EF4-FFF2-40B4-BE49-F238E27FC236}">
                          <a16:creationId xmlns:a16="http://schemas.microsoft.com/office/drawing/2014/main" id="{A8DD20F9-0317-41AD-900B-0B0F09D73241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1598004" y="4846062"/>
                      <a:ext cx="380810" cy="276999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altLang="zh-CN" sz="120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1200" b="0" i="1" smtClean="0">
                                    <a:latin typeface="Cambria Math" panose="02040503050406030204" pitchFamily="18" charset="0"/>
                                  </a:rPr>
                                  <m:t>𝐶</m:t>
                                </m:r>
                              </m:e>
                              <m:sub>
                                <m:r>
                                  <a:rPr lang="en-US" altLang="zh-CN" sz="12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oMath>
                        </m:oMathPara>
                      </a14:m>
                      <a:endParaRPr lang="zh-CN" altLang="en-US" sz="1200" dirty="0"/>
                    </a:p>
                  </p:txBody>
                </p:sp>
              </mc:Choice>
              <mc:Fallback xmlns="">
                <p:sp>
                  <p:nvSpPr>
                    <p:cNvPr id="620" name="文本框 619">
                      <a:extLst>
                        <a:ext uri="{FF2B5EF4-FFF2-40B4-BE49-F238E27FC236}">
                          <a16:creationId xmlns:a16="http://schemas.microsoft.com/office/drawing/2014/main" id="{A8DD20F9-0317-41AD-900B-0B0F09D73241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598004" y="4846062"/>
                      <a:ext cx="380810" cy="276999"/>
                    </a:xfrm>
                    <a:prstGeom prst="rect">
                      <a:avLst/>
                    </a:prstGeom>
                    <a:blipFill>
                      <a:blip r:embed="rId18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zh-CN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621" name="文本框 620">
                      <a:extLst>
                        <a:ext uri="{FF2B5EF4-FFF2-40B4-BE49-F238E27FC236}">
                          <a16:creationId xmlns:a16="http://schemas.microsoft.com/office/drawing/2014/main" id="{41B12F56-5E15-4485-9C0C-99AE3ECC4C60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1805415" y="5552446"/>
                      <a:ext cx="380810" cy="276999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altLang="zh-CN" sz="120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1200" b="0" i="1" smtClean="0">
                                    <a:latin typeface="Cambria Math" panose="02040503050406030204" pitchFamily="18" charset="0"/>
                                  </a:rPr>
                                  <m:t>𝐶</m:t>
                                </m:r>
                              </m:e>
                              <m:sub>
                                <m:r>
                                  <a:rPr lang="en-US" altLang="zh-CN" sz="1200" b="0" i="1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b>
                            </m:sSub>
                          </m:oMath>
                        </m:oMathPara>
                      </a14:m>
                      <a:endParaRPr lang="zh-CN" altLang="en-US" sz="1200" dirty="0"/>
                    </a:p>
                  </p:txBody>
                </p:sp>
              </mc:Choice>
              <mc:Fallback xmlns="">
                <p:sp>
                  <p:nvSpPr>
                    <p:cNvPr id="621" name="文本框 620">
                      <a:extLst>
                        <a:ext uri="{FF2B5EF4-FFF2-40B4-BE49-F238E27FC236}">
                          <a16:creationId xmlns:a16="http://schemas.microsoft.com/office/drawing/2014/main" id="{41B12F56-5E15-4485-9C0C-99AE3ECC4C60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805415" y="5552446"/>
                      <a:ext cx="380810" cy="276999"/>
                    </a:xfrm>
                    <a:prstGeom prst="rect">
                      <a:avLst/>
                    </a:prstGeom>
                    <a:blipFill>
                      <a:blip r:embed="rId19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zh-CN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622" name="文本框 621">
                      <a:extLst>
                        <a:ext uri="{FF2B5EF4-FFF2-40B4-BE49-F238E27FC236}">
                          <a16:creationId xmlns:a16="http://schemas.microsoft.com/office/drawing/2014/main" id="{3D3AD1CD-ED10-4027-BDF2-745141CB0427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2558900" y="5434998"/>
                      <a:ext cx="380810" cy="276999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altLang="zh-CN" sz="120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1200" b="0" i="1" smtClean="0">
                                    <a:latin typeface="Cambria Math" panose="02040503050406030204" pitchFamily="18" charset="0"/>
                                  </a:rPr>
                                  <m:t>𝐶</m:t>
                                </m:r>
                              </m:e>
                              <m:sub>
                                <m:r>
                                  <a:rPr lang="en-US" altLang="zh-CN" sz="1200" b="0" i="1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sub>
                            </m:sSub>
                          </m:oMath>
                        </m:oMathPara>
                      </a14:m>
                      <a:endParaRPr lang="zh-CN" altLang="en-US" sz="1200" dirty="0"/>
                    </a:p>
                  </p:txBody>
                </p:sp>
              </mc:Choice>
              <mc:Fallback xmlns="">
                <p:sp>
                  <p:nvSpPr>
                    <p:cNvPr id="622" name="文本框 621">
                      <a:extLst>
                        <a:ext uri="{FF2B5EF4-FFF2-40B4-BE49-F238E27FC236}">
                          <a16:creationId xmlns:a16="http://schemas.microsoft.com/office/drawing/2014/main" id="{3D3AD1CD-ED10-4027-BDF2-745141CB0427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2558900" y="5434998"/>
                      <a:ext cx="380810" cy="276999"/>
                    </a:xfrm>
                    <a:prstGeom prst="rect">
                      <a:avLst/>
                    </a:prstGeom>
                    <a:blipFill>
                      <a:blip r:embed="rId20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zh-CN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p:sp>
            <p:nvSpPr>
              <p:cNvPr id="580" name="椭圆 579">
                <a:extLst>
                  <a:ext uri="{FF2B5EF4-FFF2-40B4-BE49-F238E27FC236}">
                    <a16:creationId xmlns:a16="http://schemas.microsoft.com/office/drawing/2014/main" id="{2FC82DAC-BD3A-4D1B-8B37-764D3FAE2CC3}"/>
                  </a:ext>
                </a:extLst>
              </p:cNvPr>
              <p:cNvSpPr/>
              <p:nvPr/>
            </p:nvSpPr>
            <p:spPr>
              <a:xfrm rot="5136353">
                <a:off x="3391418" y="4553791"/>
                <a:ext cx="579615" cy="686579"/>
              </a:xfrm>
              <a:prstGeom prst="ellipse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solidFill>
                  <a:schemeClr val="accent4">
                    <a:lumMod val="20000"/>
                    <a:lumOff val="80000"/>
                  </a:schemeClr>
                </a:solidFill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pic>
            <p:nvPicPr>
              <p:cNvPr id="581" name="图片 580">
                <a:extLst>
                  <a:ext uri="{FF2B5EF4-FFF2-40B4-BE49-F238E27FC236}">
                    <a16:creationId xmlns:a16="http://schemas.microsoft.com/office/drawing/2014/main" id="{FFAA5F92-FA48-4838-A271-D133AF9CBC9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699141" y="4669285"/>
                <a:ext cx="304800" cy="304800"/>
              </a:xfrm>
              <a:prstGeom prst="rect">
                <a:avLst/>
              </a:prstGeom>
            </p:spPr>
          </p:pic>
          <p:pic>
            <p:nvPicPr>
              <p:cNvPr id="582" name="图片 581">
                <a:extLst>
                  <a:ext uri="{FF2B5EF4-FFF2-40B4-BE49-F238E27FC236}">
                    <a16:creationId xmlns:a16="http://schemas.microsoft.com/office/drawing/2014/main" id="{2E0859E2-855B-44B4-B181-7783AB33FD5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347516" y="4800047"/>
                <a:ext cx="304800" cy="304800"/>
              </a:xfrm>
              <a:prstGeom prst="rect">
                <a:avLst/>
              </a:prstGeom>
            </p:spPr>
          </p:pic>
          <p:grpSp>
            <p:nvGrpSpPr>
              <p:cNvPr id="583" name="组合 582">
                <a:extLst>
                  <a:ext uri="{FF2B5EF4-FFF2-40B4-BE49-F238E27FC236}">
                    <a16:creationId xmlns:a16="http://schemas.microsoft.com/office/drawing/2014/main" id="{FA9986D6-F31F-4575-A36E-6731132724F0}"/>
                  </a:ext>
                </a:extLst>
              </p:cNvPr>
              <p:cNvGrpSpPr/>
              <p:nvPr/>
            </p:nvGrpSpPr>
            <p:grpSpPr>
              <a:xfrm>
                <a:off x="4023250" y="4212771"/>
                <a:ext cx="686579" cy="594547"/>
                <a:chOff x="5266262" y="3984171"/>
                <a:chExt cx="686579" cy="594547"/>
              </a:xfrm>
            </p:grpSpPr>
            <p:sp>
              <p:nvSpPr>
                <p:cNvPr id="601" name="椭圆 600">
                  <a:extLst>
                    <a:ext uri="{FF2B5EF4-FFF2-40B4-BE49-F238E27FC236}">
                      <a16:creationId xmlns:a16="http://schemas.microsoft.com/office/drawing/2014/main" id="{8081EC4F-18E3-4300-9EF3-A387EE6822A7}"/>
                    </a:ext>
                  </a:extLst>
                </p:cNvPr>
                <p:cNvSpPr/>
                <p:nvPr/>
              </p:nvSpPr>
              <p:spPr>
                <a:xfrm rot="5162698">
                  <a:off x="5319744" y="3945621"/>
                  <a:ext cx="579615" cy="686579"/>
                </a:xfrm>
                <a:prstGeom prst="ellipse">
                  <a:avLst/>
                </a:prstGeom>
                <a:solidFill>
                  <a:schemeClr val="accent4">
                    <a:lumMod val="20000"/>
                    <a:lumOff val="80000"/>
                  </a:schemeClr>
                </a:solidFill>
                <a:ln>
                  <a:solidFill>
                    <a:schemeClr val="accent4">
                      <a:lumMod val="20000"/>
                      <a:lumOff val="80000"/>
                    </a:schemeClr>
                  </a:solidFill>
                  <a:prstDash val="sysDash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pic>
              <p:nvPicPr>
                <p:cNvPr id="602" name="图片 601">
                  <a:extLst>
                    <a:ext uri="{FF2B5EF4-FFF2-40B4-BE49-F238E27FC236}">
                      <a16:creationId xmlns:a16="http://schemas.microsoft.com/office/drawing/2014/main" id="{62EC9490-1B69-45DB-B578-AC015BB7B4F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7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564004" y="4211751"/>
                  <a:ext cx="304800" cy="304800"/>
                </a:xfrm>
                <a:prstGeom prst="rect">
                  <a:avLst/>
                </a:prstGeom>
              </p:spPr>
            </p:pic>
            <p:pic>
              <p:nvPicPr>
                <p:cNvPr id="603" name="图片 602">
                  <a:extLst>
                    <a:ext uri="{FF2B5EF4-FFF2-40B4-BE49-F238E27FC236}">
                      <a16:creationId xmlns:a16="http://schemas.microsoft.com/office/drawing/2014/main" id="{EB607072-CBD6-428E-8810-A5EF8EF1F78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7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302558" y="4039345"/>
                  <a:ext cx="304800" cy="304800"/>
                </a:xfrm>
                <a:prstGeom prst="rect">
                  <a:avLst/>
                </a:prstGeom>
              </p:spPr>
            </p:pic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604" name="文本框 603">
                      <a:extLst>
                        <a:ext uri="{FF2B5EF4-FFF2-40B4-BE49-F238E27FC236}">
                          <a16:creationId xmlns:a16="http://schemas.microsoft.com/office/drawing/2014/main" id="{E73C405D-2E79-4853-8E0E-3196099B9DCD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5567468" y="3984171"/>
                      <a:ext cx="377218" cy="276999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altLang="zh-CN" sz="120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1200" b="0" i="1" smtClean="0">
                                    <a:latin typeface="Cambria Math" panose="02040503050406030204" pitchFamily="18" charset="0"/>
                                  </a:rPr>
                                  <m:t>𝐶</m:t>
                                </m:r>
                              </m:e>
                              <m:sub>
                                <m:r>
                                  <a:rPr lang="en-US" altLang="zh-CN" sz="12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oMath>
                        </m:oMathPara>
                      </a14:m>
                      <a:endParaRPr lang="zh-CN" altLang="en-US" sz="1200" dirty="0"/>
                    </a:p>
                  </p:txBody>
                </p:sp>
              </mc:Choice>
              <mc:Fallback xmlns="">
                <p:sp>
                  <p:nvSpPr>
                    <p:cNvPr id="604" name="文本框 603">
                      <a:extLst>
                        <a:ext uri="{FF2B5EF4-FFF2-40B4-BE49-F238E27FC236}">
                          <a16:creationId xmlns:a16="http://schemas.microsoft.com/office/drawing/2014/main" id="{E73C405D-2E79-4853-8E0E-3196099B9DCD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5567468" y="3984171"/>
                      <a:ext cx="377218" cy="276999"/>
                    </a:xfrm>
                    <a:prstGeom prst="rect">
                      <a:avLst/>
                    </a:prstGeom>
                    <a:blipFill>
                      <a:blip r:embed="rId21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zh-CN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84" name="文本框 583">
                    <a:extLst>
                      <a:ext uri="{FF2B5EF4-FFF2-40B4-BE49-F238E27FC236}">
                        <a16:creationId xmlns:a16="http://schemas.microsoft.com/office/drawing/2014/main" id="{E7E34E03-EB08-47D7-BED1-6BE89D0372F8}"/>
                      </a:ext>
                    </a:extLst>
                  </p:cNvPr>
                  <p:cNvSpPr txBox="1"/>
                  <p:nvPr/>
                </p:nvSpPr>
                <p:spPr>
                  <a:xfrm>
                    <a:off x="3393467" y="4598413"/>
                    <a:ext cx="380810" cy="276999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sz="12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oMath>
                      </m:oMathPara>
                    </a14:m>
                    <a:endParaRPr lang="zh-CN" altLang="en-US" sz="1200" dirty="0"/>
                  </a:p>
                </p:txBody>
              </p:sp>
            </mc:Choice>
            <mc:Fallback xmlns="">
              <p:sp>
                <p:nvSpPr>
                  <p:cNvPr id="584" name="文本框 583">
                    <a:extLst>
                      <a:ext uri="{FF2B5EF4-FFF2-40B4-BE49-F238E27FC236}">
                        <a16:creationId xmlns:a16="http://schemas.microsoft.com/office/drawing/2014/main" id="{E7E34E03-EB08-47D7-BED1-6BE89D0372F8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393467" y="4598413"/>
                    <a:ext cx="380810" cy="276999"/>
                  </a:xfrm>
                  <a:prstGeom prst="rect">
                    <a:avLst/>
                  </a:prstGeom>
                  <a:blipFill>
                    <a:blip r:embed="rId22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grpSp>
            <p:nvGrpSpPr>
              <p:cNvPr id="585" name="组合 584">
                <a:extLst>
                  <a:ext uri="{FF2B5EF4-FFF2-40B4-BE49-F238E27FC236}">
                    <a16:creationId xmlns:a16="http://schemas.microsoft.com/office/drawing/2014/main" id="{8ACAEF91-8140-4D2C-808E-F289C0595B1F}"/>
                  </a:ext>
                </a:extLst>
              </p:cNvPr>
              <p:cNvGrpSpPr/>
              <p:nvPr/>
            </p:nvGrpSpPr>
            <p:grpSpPr>
              <a:xfrm>
                <a:off x="3001230" y="5275298"/>
                <a:ext cx="773290" cy="579615"/>
                <a:chOff x="4529992" y="4803810"/>
                <a:chExt cx="773290" cy="579615"/>
              </a:xfrm>
            </p:grpSpPr>
            <p:sp>
              <p:nvSpPr>
                <p:cNvPr id="596" name="椭圆 595">
                  <a:extLst>
                    <a:ext uri="{FF2B5EF4-FFF2-40B4-BE49-F238E27FC236}">
                      <a16:creationId xmlns:a16="http://schemas.microsoft.com/office/drawing/2014/main" id="{DF3FC0D9-78B0-468A-B003-802B02A531F6}"/>
                    </a:ext>
                  </a:extLst>
                </p:cNvPr>
                <p:cNvSpPr/>
                <p:nvPr/>
              </p:nvSpPr>
              <p:spPr>
                <a:xfrm rot="4993526">
                  <a:off x="4583474" y="4750328"/>
                  <a:ext cx="579615" cy="686579"/>
                </a:xfrm>
                <a:prstGeom prst="ellipse">
                  <a:avLst/>
                </a:prstGeom>
                <a:solidFill>
                  <a:schemeClr val="accent4">
                    <a:lumMod val="20000"/>
                    <a:lumOff val="80000"/>
                  </a:schemeClr>
                </a:solidFill>
                <a:ln>
                  <a:solidFill>
                    <a:schemeClr val="accent4">
                      <a:lumMod val="60000"/>
                      <a:lumOff val="40000"/>
                    </a:schemeClr>
                  </a:solidFill>
                  <a:prstDash val="sysDash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pic>
              <p:nvPicPr>
                <p:cNvPr id="597" name="图片 596">
                  <a:extLst>
                    <a:ext uri="{FF2B5EF4-FFF2-40B4-BE49-F238E27FC236}">
                      <a16:creationId xmlns:a16="http://schemas.microsoft.com/office/drawing/2014/main" id="{B7BBB5BE-B4B0-41E3-B2CA-CF9CD49231C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7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4739488" y="5145044"/>
                  <a:ext cx="237849" cy="237849"/>
                </a:xfrm>
                <a:prstGeom prst="rect">
                  <a:avLst/>
                </a:prstGeom>
              </p:spPr>
            </p:pic>
            <p:pic>
              <p:nvPicPr>
                <p:cNvPr id="598" name="图片 597">
                  <a:extLst>
                    <a:ext uri="{FF2B5EF4-FFF2-40B4-BE49-F238E27FC236}">
                      <a16:creationId xmlns:a16="http://schemas.microsoft.com/office/drawing/2014/main" id="{2AA70575-C301-4CAF-A6C0-3FAEABD16D5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7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4916557" y="4840563"/>
                  <a:ext cx="239596" cy="239596"/>
                </a:xfrm>
                <a:prstGeom prst="rect">
                  <a:avLst/>
                </a:prstGeom>
              </p:spPr>
            </p:pic>
            <p:pic>
              <p:nvPicPr>
                <p:cNvPr id="599" name="图片 598">
                  <a:extLst>
                    <a:ext uri="{FF2B5EF4-FFF2-40B4-BE49-F238E27FC236}">
                      <a16:creationId xmlns:a16="http://schemas.microsoft.com/office/drawing/2014/main" id="{152626A9-C6AE-4885-A3B5-C72C573A331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7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4555567" y="4905247"/>
                  <a:ext cx="281592" cy="281592"/>
                </a:xfrm>
                <a:prstGeom prst="rect">
                  <a:avLst/>
                </a:prstGeom>
              </p:spPr>
            </p:pic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600" name="文本框 599">
                      <a:extLst>
                        <a:ext uri="{FF2B5EF4-FFF2-40B4-BE49-F238E27FC236}">
                          <a16:creationId xmlns:a16="http://schemas.microsoft.com/office/drawing/2014/main" id="{89D1B75F-D720-43B2-9467-9073DC6D7DD0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4922472" y="5054765"/>
                      <a:ext cx="380810" cy="276999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altLang="zh-CN" sz="120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1200" b="0" i="1" smtClean="0">
                                    <a:latin typeface="Cambria Math" panose="02040503050406030204" pitchFamily="18" charset="0"/>
                                  </a:rPr>
                                  <m:t>𝐶</m:t>
                                </m:r>
                              </m:e>
                              <m:sub>
                                <m:r>
                                  <a:rPr lang="en-US" altLang="zh-CN" sz="1200" b="0" i="1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b>
                            </m:sSub>
                          </m:oMath>
                        </m:oMathPara>
                      </a14:m>
                      <a:endParaRPr lang="zh-CN" altLang="en-US" sz="1200" dirty="0"/>
                    </a:p>
                  </p:txBody>
                </p:sp>
              </mc:Choice>
              <mc:Fallback xmlns="">
                <p:sp>
                  <p:nvSpPr>
                    <p:cNvPr id="600" name="文本框 599">
                      <a:extLst>
                        <a:ext uri="{FF2B5EF4-FFF2-40B4-BE49-F238E27FC236}">
                          <a16:creationId xmlns:a16="http://schemas.microsoft.com/office/drawing/2014/main" id="{89D1B75F-D720-43B2-9467-9073DC6D7DD0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4922472" y="5054765"/>
                      <a:ext cx="380810" cy="276999"/>
                    </a:xfrm>
                    <a:prstGeom prst="rect">
                      <a:avLst/>
                    </a:prstGeom>
                    <a:blipFill>
                      <a:blip r:embed="rId23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zh-CN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p:grpSp>
            <p:nvGrpSpPr>
              <p:cNvPr id="586" name="组合 585">
                <a:extLst>
                  <a:ext uri="{FF2B5EF4-FFF2-40B4-BE49-F238E27FC236}">
                    <a16:creationId xmlns:a16="http://schemas.microsoft.com/office/drawing/2014/main" id="{E2616EAB-C025-4E5A-A584-BCB6187BEAD0}"/>
                  </a:ext>
                </a:extLst>
              </p:cNvPr>
              <p:cNvGrpSpPr/>
              <p:nvPr/>
            </p:nvGrpSpPr>
            <p:grpSpPr>
              <a:xfrm>
                <a:off x="3974856" y="4833652"/>
                <a:ext cx="836733" cy="654549"/>
                <a:chOff x="5289306" y="4655058"/>
                <a:chExt cx="836733" cy="654549"/>
              </a:xfrm>
            </p:grpSpPr>
            <p:pic>
              <p:nvPicPr>
                <p:cNvPr id="591" name="图片 590">
                  <a:extLst>
                    <a:ext uri="{FF2B5EF4-FFF2-40B4-BE49-F238E27FC236}">
                      <a16:creationId xmlns:a16="http://schemas.microsoft.com/office/drawing/2014/main" id="{48008523-C8BD-41B3-837E-95A99DD55CF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7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674949" y="4733363"/>
                  <a:ext cx="304800" cy="304800"/>
                </a:xfrm>
                <a:prstGeom prst="rect">
                  <a:avLst/>
                </a:prstGeom>
              </p:spPr>
            </p:pic>
            <p:sp>
              <p:nvSpPr>
                <p:cNvPr id="592" name="椭圆 591">
                  <a:extLst>
                    <a:ext uri="{FF2B5EF4-FFF2-40B4-BE49-F238E27FC236}">
                      <a16:creationId xmlns:a16="http://schemas.microsoft.com/office/drawing/2014/main" id="{39160B45-C6E9-44B4-9FE5-8D7BACC804FE}"/>
                    </a:ext>
                  </a:extLst>
                </p:cNvPr>
                <p:cNvSpPr/>
                <p:nvPr/>
              </p:nvSpPr>
              <p:spPr>
                <a:xfrm rot="5210808">
                  <a:off x="5380398" y="4563966"/>
                  <a:ext cx="654549" cy="836733"/>
                </a:xfrm>
                <a:prstGeom prst="ellipse">
                  <a:avLst/>
                </a:prstGeom>
                <a:solidFill>
                  <a:schemeClr val="accent4">
                    <a:lumMod val="40000"/>
                    <a:lumOff val="60000"/>
                  </a:schemeClr>
                </a:solidFill>
                <a:ln>
                  <a:solidFill>
                    <a:schemeClr val="accent4"/>
                  </a:solidFill>
                  <a:prstDash val="sysDash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pic>
              <p:nvPicPr>
                <p:cNvPr id="593" name="图片 592">
                  <a:extLst>
                    <a:ext uri="{FF2B5EF4-FFF2-40B4-BE49-F238E27FC236}">
                      <a16:creationId xmlns:a16="http://schemas.microsoft.com/office/drawing/2014/main" id="{9D591761-7555-4FF7-9B58-12663D9266D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7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294260" y="4898268"/>
                  <a:ext cx="304800" cy="304800"/>
                </a:xfrm>
                <a:prstGeom prst="rect">
                  <a:avLst/>
                </a:prstGeom>
              </p:spPr>
            </p:pic>
            <p:pic>
              <p:nvPicPr>
                <p:cNvPr id="594" name="图片 593">
                  <a:extLst>
                    <a:ext uri="{FF2B5EF4-FFF2-40B4-BE49-F238E27FC236}">
                      <a16:creationId xmlns:a16="http://schemas.microsoft.com/office/drawing/2014/main" id="{C5C83BDE-5349-4CFC-85B5-CDCD3B182AC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7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742016" y="4701659"/>
                  <a:ext cx="304800" cy="304800"/>
                </a:xfrm>
                <a:prstGeom prst="rect">
                  <a:avLst/>
                </a:prstGeom>
              </p:spPr>
            </p:pic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595" name="文本框 594">
                      <a:extLst>
                        <a:ext uri="{FF2B5EF4-FFF2-40B4-BE49-F238E27FC236}">
                          <a16:creationId xmlns:a16="http://schemas.microsoft.com/office/drawing/2014/main" id="{55C49615-0B9C-488C-B45E-41D1B2844CFD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5675957" y="4937317"/>
                      <a:ext cx="380810" cy="276999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altLang="zh-CN" sz="120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1200" b="0" i="1" smtClean="0">
                                    <a:latin typeface="Cambria Math" panose="02040503050406030204" pitchFamily="18" charset="0"/>
                                  </a:rPr>
                                  <m:t>𝐶</m:t>
                                </m:r>
                              </m:e>
                              <m:sub>
                                <m:r>
                                  <a:rPr lang="en-US" altLang="zh-CN" sz="1200" b="0" i="1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sub>
                            </m:sSub>
                          </m:oMath>
                        </m:oMathPara>
                      </a14:m>
                      <a:endParaRPr lang="zh-CN" altLang="en-US" sz="1200" dirty="0"/>
                    </a:p>
                  </p:txBody>
                </p:sp>
              </mc:Choice>
              <mc:Fallback xmlns="">
                <p:sp>
                  <p:nvSpPr>
                    <p:cNvPr id="595" name="文本框 594">
                      <a:extLst>
                        <a:ext uri="{FF2B5EF4-FFF2-40B4-BE49-F238E27FC236}">
                          <a16:creationId xmlns:a16="http://schemas.microsoft.com/office/drawing/2014/main" id="{55C49615-0B9C-488C-B45E-41D1B2844CFD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5675957" y="4937317"/>
                      <a:ext cx="380810" cy="276999"/>
                    </a:xfrm>
                    <a:prstGeom prst="rect">
                      <a:avLst/>
                    </a:prstGeom>
                    <a:blipFill>
                      <a:blip r:embed="rId24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zh-CN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p:sp>
            <p:nvSpPr>
              <p:cNvPr id="587" name="立方体 586">
                <a:extLst>
                  <a:ext uri="{FF2B5EF4-FFF2-40B4-BE49-F238E27FC236}">
                    <a16:creationId xmlns:a16="http://schemas.microsoft.com/office/drawing/2014/main" id="{143B46B2-8D27-4837-B61E-250C01194E23}"/>
                  </a:ext>
                </a:extLst>
              </p:cNvPr>
              <p:cNvSpPr/>
              <p:nvPr/>
            </p:nvSpPr>
            <p:spPr>
              <a:xfrm>
                <a:off x="1910705" y="5300077"/>
                <a:ext cx="539077" cy="699620"/>
              </a:xfrm>
              <a:prstGeom prst="cube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>
                <a:solidFill>
                  <a:schemeClr val="accent1">
                    <a:lumMod val="40000"/>
                    <a:lumOff val="6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88" name="立方体 587">
                <a:extLst>
                  <a:ext uri="{FF2B5EF4-FFF2-40B4-BE49-F238E27FC236}">
                    <a16:creationId xmlns:a16="http://schemas.microsoft.com/office/drawing/2014/main" id="{44105EF5-886F-4749-B45B-F40FD6841EBA}"/>
                  </a:ext>
                </a:extLst>
              </p:cNvPr>
              <p:cNvSpPr/>
              <p:nvPr/>
            </p:nvSpPr>
            <p:spPr>
              <a:xfrm>
                <a:off x="4677116" y="4289874"/>
                <a:ext cx="496637" cy="594917"/>
              </a:xfrm>
              <a:prstGeom prst="cube">
                <a:avLst>
                  <a:gd name="adj" fmla="val 19877"/>
                </a:avLst>
              </a:prstGeom>
              <a:solidFill>
                <a:schemeClr val="accent1">
                  <a:lumMod val="40000"/>
                  <a:lumOff val="60000"/>
                </a:schemeClr>
              </a:solidFill>
              <a:ln>
                <a:solidFill>
                  <a:schemeClr val="accent1">
                    <a:lumMod val="40000"/>
                    <a:lumOff val="6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cxnSp>
          <p:nvCxnSpPr>
            <p:cNvPr id="590" name="直接连接符 589">
              <a:extLst>
                <a:ext uri="{FF2B5EF4-FFF2-40B4-BE49-F238E27FC236}">
                  <a16:creationId xmlns:a16="http://schemas.microsoft.com/office/drawing/2014/main" id="{66FE54C9-FA5E-4067-87E9-4D83F7FAABFB}"/>
                </a:ext>
              </a:extLst>
            </p:cNvPr>
            <p:cNvCxnSpPr>
              <a:cxnSpLocks/>
              <a:stCxn id="516" idx="2"/>
              <a:endCxn id="613" idx="4"/>
            </p:cNvCxnSpPr>
            <p:nvPr/>
          </p:nvCxnSpPr>
          <p:spPr>
            <a:xfrm flipH="1">
              <a:off x="1424229" y="2723211"/>
              <a:ext cx="385650" cy="2922967"/>
            </a:xfrm>
            <a:prstGeom prst="line">
              <a:avLst/>
            </a:prstGeom>
            <a:ln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2" name="直接连接符 531">
              <a:extLst>
                <a:ext uri="{FF2B5EF4-FFF2-40B4-BE49-F238E27FC236}">
                  <a16:creationId xmlns:a16="http://schemas.microsoft.com/office/drawing/2014/main" id="{48D72933-A91B-490F-80DB-8FA545F0E2CD}"/>
                </a:ext>
              </a:extLst>
            </p:cNvPr>
            <p:cNvCxnSpPr>
              <a:cxnSpLocks/>
              <a:stCxn id="513" idx="2"/>
              <a:endCxn id="605" idx="0"/>
            </p:cNvCxnSpPr>
            <p:nvPr/>
          </p:nvCxnSpPr>
          <p:spPr>
            <a:xfrm>
              <a:off x="1181680" y="2268062"/>
              <a:ext cx="297710" cy="2993517"/>
            </a:xfrm>
            <a:prstGeom prst="line">
              <a:avLst/>
            </a:prstGeom>
            <a:ln>
              <a:solidFill>
                <a:schemeClr val="accent3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9" name="直接连接符 588">
              <a:extLst>
                <a:ext uri="{FF2B5EF4-FFF2-40B4-BE49-F238E27FC236}">
                  <a16:creationId xmlns:a16="http://schemas.microsoft.com/office/drawing/2014/main" id="{EB2F6783-3FC6-4DAC-B3C7-E90DC6A14249}"/>
                </a:ext>
              </a:extLst>
            </p:cNvPr>
            <p:cNvCxnSpPr>
              <a:cxnSpLocks/>
              <a:stCxn id="515" idx="2"/>
              <a:endCxn id="606" idx="0"/>
            </p:cNvCxnSpPr>
            <p:nvPr/>
          </p:nvCxnSpPr>
          <p:spPr>
            <a:xfrm>
              <a:off x="954334" y="2796735"/>
              <a:ext cx="394130" cy="2897219"/>
            </a:xfrm>
            <a:prstGeom prst="line">
              <a:avLst/>
            </a:prstGeom>
            <a:ln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1" name="直接连接符 530">
              <a:extLst>
                <a:ext uri="{FF2B5EF4-FFF2-40B4-BE49-F238E27FC236}">
                  <a16:creationId xmlns:a16="http://schemas.microsoft.com/office/drawing/2014/main" id="{07446E2E-C9C5-426D-B3BE-468C03016796}"/>
                </a:ext>
              </a:extLst>
            </p:cNvPr>
            <p:cNvCxnSpPr>
              <a:cxnSpLocks/>
              <a:stCxn id="513" idx="2"/>
              <a:endCxn id="605" idx="4"/>
            </p:cNvCxnSpPr>
            <p:nvPr/>
          </p:nvCxnSpPr>
          <p:spPr>
            <a:xfrm flipH="1">
              <a:off x="794829" y="2268062"/>
              <a:ext cx="386851" cy="3046121"/>
            </a:xfrm>
            <a:prstGeom prst="line">
              <a:avLst/>
            </a:prstGeom>
            <a:ln>
              <a:solidFill>
                <a:schemeClr val="accent3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3" name="直接连接符 532">
              <a:extLst>
                <a:ext uri="{FF2B5EF4-FFF2-40B4-BE49-F238E27FC236}">
                  <a16:creationId xmlns:a16="http://schemas.microsoft.com/office/drawing/2014/main" id="{395346CB-2F3E-41AA-8ACF-C10C3FD7C2CB}"/>
                </a:ext>
              </a:extLst>
            </p:cNvPr>
            <p:cNvCxnSpPr>
              <a:cxnSpLocks/>
              <a:stCxn id="514" idx="2"/>
              <a:endCxn id="607" idx="4"/>
            </p:cNvCxnSpPr>
            <p:nvPr/>
          </p:nvCxnSpPr>
          <p:spPr>
            <a:xfrm flipH="1">
              <a:off x="1401370" y="1923940"/>
              <a:ext cx="279625" cy="3029481"/>
            </a:xfrm>
            <a:prstGeom prst="line">
              <a:avLst/>
            </a:prstGeom>
            <a:ln>
              <a:solidFill>
                <a:schemeClr val="accent3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4" name="直接连接符 533">
              <a:extLst>
                <a:ext uri="{FF2B5EF4-FFF2-40B4-BE49-F238E27FC236}">
                  <a16:creationId xmlns:a16="http://schemas.microsoft.com/office/drawing/2014/main" id="{0BD6D8E2-5586-4751-B171-D0737D114BDD}"/>
                </a:ext>
              </a:extLst>
            </p:cNvPr>
            <p:cNvCxnSpPr>
              <a:cxnSpLocks/>
              <a:stCxn id="514" idx="2"/>
              <a:endCxn id="607" idx="0"/>
            </p:cNvCxnSpPr>
            <p:nvPr/>
          </p:nvCxnSpPr>
          <p:spPr>
            <a:xfrm>
              <a:off x="1680995" y="1923940"/>
              <a:ext cx="405318" cy="2982125"/>
            </a:xfrm>
            <a:prstGeom prst="line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accent1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625" name="箭头: 右 624">
              <a:extLst>
                <a:ext uri="{FF2B5EF4-FFF2-40B4-BE49-F238E27FC236}">
                  <a16:creationId xmlns:a16="http://schemas.microsoft.com/office/drawing/2014/main" id="{49C0FC55-71D6-429D-AE12-A43425E3F24F}"/>
                </a:ext>
              </a:extLst>
            </p:cNvPr>
            <p:cNvSpPr/>
            <p:nvPr/>
          </p:nvSpPr>
          <p:spPr>
            <a:xfrm>
              <a:off x="5854553" y="4774682"/>
              <a:ext cx="685800" cy="190500"/>
            </a:xfrm>
            <a:prstGeom prst="rightArrow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27" name="箭头: 右 626">
              <a:extLst>
                <a:ext uri="{FF2B5EF4-FFF2-40B4-BE49-F238E27FC236}">
                  <a16:creationId xmlns:a16="http://schemas.microsoft.com/office/drawing/2014/main" id="{D57BB293-F80C-4B69-8FA0-AD2E7CF9A910}"/>
                </a:ext>
              </a:extLst>
            </p:cNvPr>
            <p:cNvSpPr/>
            <p:nvPr/>
          </p:nvSpPr>
          <p:spPr>
            <a:xfrm>
              <a:off x="5854553" y="1736207"/>
              <a:ext cx="685800" cy="190500"/>
            </a:xfrm>
            <a:prstGeom prst="rightArrow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529" name="直接连接符 528">
              <a:extLst>
                <a:ext uri="{FF2B5EF4-FFF2-40B4-BE49-F238E27FC236}">
                  <a16:creationId xmlns:a16="http://schemas.microsoft.com/office/drawing/2014/main" id="{BDADE602-F8FA-4A31-BD89-A95360F3CC41}"/>
                </a:ext>
              </a:extLst>
            </p:cNvPr>
            <p:cNvCxnSpPr>
              <a:cxnSpLocks/>
              <a:stCxn id="516" idx="2"/>
              <a:endCxn id="613" idx="0"/>
            </p:cNvCxnSpPr>
            <p:nvPr/>
          </p:nvCxnSpPr>
          <p:spPr>
            <a:xfrm>
              <a:off x="1809879" y="2723211"/>
              <a:ext cx="449817" cy="2876941"/>
            </a:xfrm>
            <a:prstGeom prst="line">
              <a:avLst/>
            </a:prstGeom>
            <a:ln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4" name="星形: 五角 233">
              <a:extLst>
                <a:ext uri="{FF2B5EF4-FFF2-40B4-BE49-F238E27FC236}">
                  <a16:creationId xmlns:a16="http://schemas.microsoft.com/office/drawing/2014/main" id="{7DDA0F1D-E154-46EB-BE54-A45463913591}"/>
                </a:ext>
              </a:extLst>
            </p:cNvPr>
            <p:cNvSpPr/>
            <p:nvPr/>
          </p:nvSpPr>
          <p:spPr>
            <a:xfrm rot="20997962">
              <a:off x="3124999" y="5634289"/>
              <a:ext cx="104245" cy="105269"/>
            </a:xfrm>
            <a:prstGeom prst="star5">
              <a:avLst/>
            </a:prstGeom>
            <a:solidFill>
              <a:schemeClr val="accent6">
                <a:lumMod val="75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35" name="星形: 五角 234">
              <a:extLst>
                <a:ext uri="{FF2B5EF4-FFF2-40B4-BE49-F238E27FC236}">
                  <a16:creationId xmlns:a16="http://schemas.microsoft.com/office/drawing/2014/main" id="{F7F58114-93DD-415F-A2C7-538384E520B9}"/>
                </a:ext>
              </a:extLst>
            </p:cNvPr>
            <p:cNvSpPr/>
            <p:nvPr/>
          </p:nvSpPr>
          <p:spPr>
            <a:xfrm rot="1548584">
              <a:off x="2485885" y="5127981"/>
              <a:ext cx="105269" cy="104245"/>
            </a:xfrm>
            <a:prstGeom prst="star5">
              <a:avLst/>
            </a:prstGeom>
            <a:solidFill>
              <a:schemeClr val="accent6">
                <a:lumMod val="75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36" name="星形: 五角 235">
              <a:extLst>
                <a:ext uri="{FF2B5EF4-FFF2-40B4-BE49-F238E27FC236}">
                  <a16:creationId xmlns:a16="http://schemas.microsoft.com/office/drawing/2014/main" id="{7895F05B-9B87-4F38-905E-C6ACFAC11FC1}"/>
                </a:ext>
              </a:extLst>
            </p:cNvPr>
            <p:cNvSpPr/>
            <p:nvPr/>
          </p:nvSpPr>
          <p:spPr>
            <a:xfrm>
              <a:off x="2204558" y="4905993"/>
              <a:ext cx="92662" cy="105269"/>
            </a:xfrm>
            <a:prstGeom prst="star5">
              <a:avLst/>
            </a:prstGeom>
            <a:solidFill>
              <a:schemeClr val="accent6">
                <a:lumMod val="75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37" name="星形: 五角 236">
              <a:extLst>
                <a:ext uri="{FF2B5EF4-FFF2-40B4-BE49-F238E27FC236}">
                  <a16:creationId xmlns:a16="http://schemas.microsoft.com/office/drawing/2014/main" id="{05CB53BD-C7E1-448F-9925-98C494E6E7B1}"/>
                </a:ext>
              </a:extLst>
            </p:cNvPr>
            <p:cNvSpPr/>
            <p:nvPr/>
          </p:nvSpPr>
          <p:spPr>
            <a:xfrm rot="3317061">
              <a:off x="2460477" y="4113096"/>
              <a:ext cx="93572" cy="104245"/>
            </a:xfrm>
            <a:prstGeom prst="star5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1" name="箭头: 下 50">
              <a:extLst>
                <a:ext uri="{FF2B5EF4-FFF2-40B4-BE49-F238E27FC236}">
                  <a16:creationId xmlns:a16="http://schemas.microsoft.com/office/drawing/2014/main" id="{D725A393-D50F-43BA-86F0-D0DDE2AC148E}"/>
                </a:ext>
              </a:extLst>
            </p:cNvPr>
            <p:cNvSpPr/>
            <p:nvPr/>
          </p:nvSpPr>
          <p:spPr>
            <a:xfrm>
              <a:off x="2204482" y="3019646"/>
              <a:ext cx="205563" cy="1178974"/>
            </a:xfrm>
            <a:prstGeom prst="downArrow">
              <a:avLst>
                <a:gd name="adj1" fmla="val 50000"/>
                <a:gd name="adj2" fmla="val 122414"/>
              </a:avLst>
            </a:prstGeom>
          </p:spPr>
          <p:style>
            <a:lnRef idx="1">
              <a:schemeClr val="accent4"/>
            </a:lnRef>
            <a:fillRef idx="3">
              <a:schemeClr val="accent4"/>
            </a:fillRef>
            <a:effectRef idx="2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0" name="箭头: 下 249">
              <a:extLst>
                <a:ext uri="{FF2B5EF4-FFF2-40B4-BE49-F238E27FC236}">
                  <a16:creationId xmlns:a16="http://schemas.microsoft.com/office/drawing/2014/main" id="{C4DDC77E-7D51-4316-9B61-0FDE864BBFCF}"/>
                </a:ext>
              </a:extLst>
            </p:cNvPr>
            <p:cNvSpPr/>
            <p:nvPr/>
          </p:nvSpPr>
          <p:spPr>
            <a:xfrm rot="10800000">
              <a:off x="3976568" y="3012558"/>
              <a:ext cx="205563" cy="1155582"/>
            </a:xfrm>
            <a:prstGeom prst="downArrow">
              <a:avLst>
                <a:gd name="adj1" fmla="val 50000"/>
                <a:gd name="adj2" fmla="val 98276"/>
              </a:avLst>
            </a:prstGeom>
          </p:spPr>
          <p:style>
            <a:lnRef idx="1">
              <a:schemeClr val="accent6"/>
            </a:lnRef>
            <a:fillRef idx="3">
              <a:schemeClr val="accent6"/>
            </a:fillRef>
            <a:effectRef idx="2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3" name="文本框 52">
              <a:extLst>
                <a:ext uri="{FF2B5EF4-FFF2-40B4-BE49-F238E27FC236}">
                  <a16:creationId xmlns:a16="http://schemas.microsoft.com/office/drawing/2014/main" id="{72318F9E-E578-404C-9715-42086BD29664}"/>
                </a:ext>
              </a:extLst>
            </p:cNvPr>
            <p:cNvSpPr txBox="1"/>
            <p:nvPr/>
          </p:nvSpPr>
          <p:spPr>
            <a:xfrm>
              <a:off x="1318440" y="3693045"/>
              <a:ext cx="902811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4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全局引导</a:t>
              </a:r>
            </a:p>
          </p:txBody>
        </p:sp>
        <p:sp>
          <p:nvSpPr>
            <p:cNvPr id="252" name="文本框 251">
              <a:extLst>
                <a:ext uri="{FF2B5EF4-FFF2-40B4-BE49-F238E27FC236}">
                  <a16:creationId xmlns:a16="http://schemas.microsoft.com/office/drawing/2014/main" id="{C9CBF080-1DF5-42F7-B496-0B87515EDABE}"/>
                </a:ext>
              </a:extLst>
            </p:cNvPr>
            <p:cNvSpPr txBox="1"/>
            <p:nvPr/>
          </p:nvSpPr>
          <p:spPr>
            <a:xfrm>
              <a:off x="4366432" y="3154333"/>
              <a:ext cx="902811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4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实时规划</a:t>
              </a:r>
            </a:p>
          </p:txBody>
        </p:sp>
        <p:cxnSp>
          <p:nvCxnSpPr>
            <p:cNvPr id="290" name="直接箭头连接符 289">
              <a:extLst>
                <a:ext uri="{FF2B5EF4-FFF2-40B4-BE49-F238E27FC236}">
                  <a16:creationId xmlns:a16="http://schemas.microsoft.com/office/drawing/2014/main" id="{714CE4B6-00AB-40A5-BAC5-CD010113634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874137" y="4238847"/>
              <a:ext cx="0" cy="223891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3" name="直接箭头连接符 292">
              <a:extLst>
                <a:ext uri="{FF2B5EF4-FFF2-40B4-BE49-F238E27FC236}">
                  <a16:creationId xmlns:a16="http://schemas.microsoft.com/office/drawing/2014/main" id="{1739FCAF-F902-439E-8E4E-447AC6CB761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344771" y="2835349"/>
              <a:ext cx="0" cy="938809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7" name="文本框 296">
              <a:extLst>
                <a:ext uri="{FF2B5EF4-FFF2-40B4-BE49-F238E27FC236}">
                  <a16:creationId xmlns:a16="http://schemas.microsoft.com/office/drawing/2014/main" id="{067E11A3-8430-41B1-A4C2-12CC82F7422F}"/>
                </a:ext>
              </a:extLst>
            </p:cNvPr>
            <p:cNvSpPr txBox="1"/>
            <p:nvPr/>
          </p:nvSpPr>
          <p:spPr>
            <a:xfrm>
              <a:off x="9370829" y="3155409"/>
              <a:ext cx="56353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碰撞</a:t>
              </a:r>
            </a:p>
          </p:txBody>
        </p:sp>
        <p:cxnSp>
          <p:nvCxnSpPr>
            <p:cNvPr id="298" name="直接箭头连接符 297">
              <a:extLst>
                <a:ext uri="{FF2B5EF4-FFF2-40B4-BE49-F238E27FC236}">
                  <a16:creationId xmlns:a16="http://schemas.microsoft.com/office/drawing/2014/main" id="{D4F9988B-B88B-45CA-BFE3-61B5901DD2B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527311" y="4007015"/>
              <a:ext cx="396947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8" name="连接符: 肘形 487">
              <a:extLst>
                <a:ext uri="{FF2B5EF4-FFF2-40B4-BE49-F238E27FC236}">
                  <a16:creationId xmlns:a16="http://schemas.microsoft.com/office/drawing/2014/main" id="{A184F988-63E6-4AF0-B593-FAF95006ED69}"/>
                </a:ext>
              </a:extLst>
            </p:cNvPr>
            <p:cNvCxnSpPr>
              <a:cxnSpLocks/>
              <a:stCxn id="253" idx="3"/>
            </p:cNvCxnSpPr>
            <p:nvPr/>
          </p:nvCxnSpPr>
          <p:spPr>
            <a:xfrm flipV="1">
              <a:off x="9881191" y="2239926"/>
              <a:ext cx="354418" cy="363380"/>
            </a:xfrm>
            <a:prstGeom prst="bentConnector2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342" name="文本框 341">
              <a:extLst>
                <a:ext uri="{FF2B5EF4-FFF2-40B4-BE49-F238E27FC236}">
                  <a16:creationId xmlns:a16="http://schemas.microsoft.com/office/drawing/2014/main" id="{ECF13F49-9169-44C7-B906-ED3D1477E024}"/>
                </a:ext>
              </a:extLst>
            </p:cNvPr>
            <p:cNvSpPr txBox="1"/>
            <p:nvPr/>
          </p:nvSpPr>
          <p:spPr>
            <a:xfrm>
              <a:off x="10263963" y="2276452"/>
              <a:ext cx="56353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校验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6991212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: 圆角 3">
            <a:extLst>
              <a:ext uri="{FF2B5EF4-FFF2-40B4-BE49-F238E27FC236}">
                <a16:creationId xmlns:a16="http://schemas.microsoft.com/office/drawing/2014/main" id="{E2A91DBF-43F5-4F2D-9D61-6DB9180B3CAF}"/>
              </a:ext>
            </a:extLst>
          </p:cNvPr>
          <p:cNvSpPr/>
          <p:nvPr/>
        </p:nvSpPr>
        <p:spPr>
          <a:xfrm>
            <a:off x="6734664" y="662738"/>
            <a:ext cx="4075103" cy="2407443"/>
          </a:xfrm>
          <a:prstGeom prst="roundRect">
            <a:avLst>
              <a:gd name="adj" fmla="val 8398"/>
            </a:avLst>
          </a:prstGeom>
          <a:solidFill>
            <a:schemeClr val="bg1">
              <a:lumMod val="95000"/>
            </a:schemeClr>
          </a:solidFill>
          <a:ln cap="rnd">
            <a:solidFill>
              <a:srgbClr val="C00000"/>
            </a:solidFill>
            <a:prstDash val="dash"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258E4C17-8E72-49F6-8BE2-56F017C6983E}"/>
              </a:ext>
            </a:extLst>
          </p:cNvPr>
          <p:cNvSpPr/>
          <p:nvPr/>
        </p:nvSpPr>
        <p:spPr>
          <a:xfrm>
            <a:off x="6704826" y="3670733"/>
            <a:ext cx="4097854" cy="2400300"/>
          </a:xfrm>
          <a:prstGeom prst="roundRect">
            <a:avLst>
              <a:gd name="adj" fmla="val 8398"/>
            </a:avLst>
          </a:prstGeom>
          <a:solidFill>
            <a:schemeClr val="bg1">
              <a:lumMod val="95000"/>
            </a:schemeClr>
          </a:solidFill>
          <a:ln cap="rnd">
            <a:solidFill>
              <a:srgbClr val="0070C0"/>
            </a:solidFill>
            <a:prstDash val="dash"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8EDEDC3E-65C2-4C62-A027-CA3DCBD4E5CA}"/>
              </a:ext>
            </a:extLst>
          </p:cNvPr>
          <p:cNvSpPr/>
          <p:nvPr/>
        </p:nvSpPr>
        <p:spPr>
          <a:xfrm>
            <a:off x="6849387" y="1240909"/>
            <a:ext cx="1644339" cy="610751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B634F6D6-316A-4890-A8A5-3DEF27414910}"/>
              </a:ext>
            </a:extLst>
          </p:cNvPr>
          <p:cNvSpPr txBox="1"/>
          <p:nvPr/>
        </p:nvSpPr>
        <p:spPr>
          <a:xfrm>
            <a:off x="6826613" y="1277057"/>
            <a:ext cx="1579497" cy="461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b="1" dirty="0"/>
              <a:t>①</a:t>
            </a:r>
            <a:r>
              <a:rPr lang="zh-CN" altLang="en-US" sz="1200" dirty="0"/>
              <a:t>初始化满足约束的各簇</a:t>
            </a:r>
            <a:r>
              <a:rPr lang="en-US" altLang="zh-CN" sz="1200" dirty="0"/>
              <a:t>RRT*</a:t>
            </a:r>
            <a:r>
              <a:rPr lang="zh-CN" altLang="en-US" sz="1200" dirty="0"/>
              <a:t>全局路径</a:t>
            </a:r>
          </a:p>
        </p:txBody>
      </p:sp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997B6BCF-401A-492A-9B43-624AFB8EB604}"/>
              </a:ext>
            </a:extLst>
          </p:cNvPr>
          <p:cNvSpPr/>
          <p:nvPr/>
        </p:nvSpPr>
        <p:spPr>
          <a:xfrm>
            <a:off x="8808744" y="1264921"/>
            <a:ext cx="1569189" cy="541020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66" name="文本框 365">
            <a:extLst>
              <a:ext uri="{FF2B5EF4-FFF2-40B4-BE49-F238E27FC236}">
                <a16:creationId xmlns:a16="http://schemas.microsoft.com/office/drawing/2014/main" id="{BCE11F1C-E7C5-4EE7-A3FE-51831C28D147}"/>
              </a:ext>
            </a:extLst>
          </p:cNvPr>
          <p:cNvSpPr txBox="1"/>
          <p:nvPr/>
        </p:nvSpPr>
        <p:spPr>
          <a:xfrm>
            <a:off x="8817635" y="1299479"/>
            <a:ext cx="168930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/>
              <a:t>⑤重规划满足</a:t>
            </a:r>
            <a:r>
              <a:rPr lang="en-US" altLang="zh-CN" sz="1200" dirty="0"/>
              <a:t>Fréchet</a:t>
            </a:r>
            <a:r>
              <a:rPr lang="zh-CN" altLang="en-US" sz="1200" dirty="0"/>
              <a:t>约束的全局路径</a:t>
            </a:r>
          </a:p>
        </p:txBody>
      </p:sp>
      <p:sp>
        <p:nvSpPr>
          <p:cNvPr id="23" name="矩形: 圆角 22">
            <a:extLst>
              <a:ext uri="{FF2B5EF4-FFF2-40B4-BE49-F238E27FC236}">
                <a16:creationId xmlns:a16="http://schemas.microsoft.com/office/drawing/2014/main" id="{7F48C4FB-9A14-4A24-8636-637D638F7FF8}"/>
              </a:ext>
            </a:extLst>
          </p:cNvPr>
          <p:cNvSpPr/>
          <p:nvPr/>
        </p:nvSpPr>
        <p:spPr>
          <a:xfrm>
            <a:off x="7041910" y="3960290"/>
            <a:ext cx="1698779" cy="558370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69" name="文本框 368">
            <a:extLst>
              <a:ext uri="{FF2B5EF4-FFF2-40B4-BE49-F238E27FC236}">
                <a16:creationId xmlns:a16="http://schemas.microsoft.com/office/drawing/2014/main" id="{B6B57562-D4EE-4516-ABDD-5B3444C5C1F2}"/>
              </a:ext>
            </a:extLst>
          </p:cNvPr>
          <p:cNvSpPr txBox="1"/>
          <p:nvPr/>
        </p:nvSpPr>
        <p:spPr>
          <a:xfrm>
            <a:off x="7094226" y="4011726"/>
            <a:ext cx="1783073" cy="461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b="1" dirty="0"/>
              <a:t>②</a:t>
            </a:r>
            <a:r>
              <a:rPr lang="zh-CN" altLang="en-US" sz="1200" dirty="0"/>
              <a:t>计算</a:t>
            </a:r>
            <a:r>
              <a:rPr lang="en-US" altLang="zh-CN" sz="1200" dirty="0"/>
              <a:t>SINR,</a:t>
            </a:r>
            <a:r>
              <a:rPr lang="zh-CN" altLang="en-US" sz="1200" dirty="0"/>
              <a:t>构建</a:t>
            </a:r>
            <a:r>
              <a:rPr lang="en-US" altLang="zh-CN" sz="1200" dirty="0"/>
              <a:t>MBST</a:t>
            </a:r>
            <a:r>
              <a:rPr lang="zh-CN" altLang="en-US" sz="1200" dirty="0"/>
              <a:t>通信保持网络</a:t>
            </a:r>
          </a:p>
        </p:txBody>
      </p:sp>
      <p:sp>
        <p:nvSpPr>
          <p:cNvPr id="370" name="矩形: 圆角 369">
            <a:extLst>
              <a:ext uri="{FF2B5EF4-FFF2-40B4-BE49-F238E27FC236}">
                <a16:creationId xmlns:a16="http://schemas.microsoft.com/office/drawing/2014/main" id="{E9F576A4-23C4-4A13-A8A7-50BDA342CCDF}"/>
              </a:ext>
            </a:extLst>
          </p:cNvPr>
          <p:cNvSpPr/>
          <p:nvPr/>
        </p:nvSpPr>
        <p:spPr>
          <a:xfrm>
            <a:off x="9127323" y="4068851"/>
            <a:ext cx="1418757" cy="661748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71" name="文本框 370">
            <a:extLst>
              <a:ext uri="{FF2B5EF4-FFF2-40B4-BE49-F238E27FC236}">
                <a16:creationId xmlns:a16="http://schemas.microsoft.com/office/drawing/2014/main" id="{6877346C-DB75-4046-B661-82247BF9C74A}"/>
              </a:ext>
            </a:extLst>
          </p:cNvPr>
          <p:cNvSpPr txBox="1"/>
          <p:nvPr/>
        </p:nvSpPr>
        <p:spPr>
          <a:xfrm>
            <a:off x="9120249" y="4149034"/>
            <a:ext cx="15248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b="1" dirty="0"/>
              <a:t>④</a:t>
            </a:r>
            <a:r>
              <a:rPr lang="zh-CN" altLang="en-US" sz="1200" dirty="0"/>
              <a:t>检测更新建筑物干扰等信息</a:t>
            </a:r>
          </a:p>
        </p:txBody>
      </p:sp>
      <p:sp>
        <p:nvSpPr>
          <p:cNvPr id="67" name="文本框 66">
            <a:extLst>
              <a:ext uri="{FF2B5EF4-FFF2-40B4-BE49-F238E27FC236}">
                <a16:creationId xmlns:a16="http://schemas.microsoft.com/office/drawing/2014/main" id="{57D06EE6-192F-45DC-B502-6DC8ACDC767C}"/>
              </a:ext>
            </a:extLst>
          </p:cNvPr>
          <p:cNvSpPr txBox="1"/>
          <p:nvPr/>
        </p:nvSpPr>
        <p:spPr>
          <a:xfrm>
            <a:off x="7818821" y="697589"/>
            <a:ext cx="21056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/>
              <a:t>全局</a:t>
            </a:r>
            <a:r>
              <a:rPr lang="en-US" altLang="zh-CN" b="1" dirty="0"/>
              <a:t>C-RRT*</a:t>
            </a:r>
            <a:r>
              <a:rPr lang="zh-CN" altLang="en-US" b="1" dirty="0"/>
              <a:t>规划</a:t>
            </a:r>
          </a:p>
        </p:txBody>
      </p:sp>
      <p:sp>
        <p:nvSpPr>
          <p:cNvPr id="68" name="文本框 67">
            <a:extLst>
              <a:ext uri="{FF2B5EF4-FFF2-40B4-BE49-F238E27FC236}">
                <a16:creationId xmlns:a16="http://schemas.microsoft.com/office/drawing/2014/main" id="{0D776B5B-7D47-4A58-97E1-148B4D750841}"/>
              </a:ext>
            </a:extLst>
          </p:cNvPr>
          <p:cNvSpPr txBox="1"/>
          <p:nvPr/>
        </p:nvSpPr>
        <p:spPr>
          <a:xfrm>
            <a:off x="7875358" y="5540781"/>
            <a:ext cx="2438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/>
              <a:t>局部</a:t>
            </a:r>
            <a:r>
              <a:rPr lang="en-US" altLang="zh-CN" b="1" dirty="0"/>
              <a:t>MBST-APF</a:t>
            </a:r>
            <a:r>
              <a:rPr lang="zh-CN" altLang="en-US" b="1" dirty="0"/>
              <a:t>规划</a:t>
            </a:r>
          </a:p>
        </p:txBody>
      </p:sp>
      <p:sp>
        <p:nvSpPr>
          <p:cNvPr id="314" name="文本框 313">
            <a:extLst>
              <a:ext uri="{FF2B5EF4-FFF2-40B4-BE49-F238E27FC236}">
                <a16:creationId xmlns:a16="http://schemas.microsoft.com/office/drawing/2014/main" id="{5FF2C4F5-F156-4FC5-8C4C-8CB74C236C08}"/>
              </a:ext>
            </a:extLst>
          </p:cNvPr>
          <p:cNvSpPr txBox="1"/>
          <p:nvPr/>
        </p:nvSpPr>
        <p:spPr>
          <a:xfrm>
            <a:off x="9585027" y="1703999"/>
            <a:ext cx="184731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zh-CN" altLang="en-US" sz="900" dirty="0"/>
          </a:p>
        </p:txBody>
      </p:sp>
      <p:sp>
        <p:nvSpPr>
          <p:cNvPr id="26" name="矩形: 圆角 25">
            <a:extLst>
              <a:ext uri="{FF2B5EF4-FFF2-40B4-BE49-F238E27FC236}">
                <a16:creationId xmlns:a16="http://schemas.microsoft.com/office/drawing/2014/main" id="{27E0080A-BF62-49E5-A290-7AE6CCFAE50F}"/>
              </a:ext>
            </a:extLst>
          </p:cNvPr>
          <p:cNvSpPr/>
          <p:nvPr/>
        </p:nvSpPr>
        <p:spPr>
          <a:xfrm>
            <a:off x="7088511" y="4909056"/>
            <a:ext cx="1605579" cy="571501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67" name="文本框 366">
            <a:extLst>
              <a:ext uri="{FF2B5EF4-FFF2-40B4-BE49-F238E27FC236}">
                <a16:creationId xmlns:a16="http://schemas.microsoft.com/office/drawing/2014/main" id="{1B1ACAB4-017D-4B59-AE48-809480DF3C15}"/>
              </a:ext>
            </a:extLst>
          </p:cNvPr>
          <p:cNvSpPr txBox="1"/>
          <p:nvPr/>
        </p:nvSpPr>
        <p:spPr>
          <a:xfrm>
            <a:off x="7108849" y="4971813"/>
            <a:ext cx="15779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b="1" dirty="0"/>
              <a:t>③</a:t>
            </a:r>
            <a:r>
              <a:rPr lang="zh-CN" altLang="en-US" sz="1200" dirty="0"/>
              <a:t>计算并执行</a:t>
            </a:r>
            <a:r>
              <a:rPr lang="en-US" altLang="zh-CN" sz="1200" dirty="0"/>
              <a:t>MBST-APF</a:t>
            </a:r>
            <a:r>
              <a:rPr lang="zh-CN" altLang="en-US" sz="1200" dirty="0"/>
              <a:t>单步规划移动</a:t>
            </a:r>
          </a:p>
        </p:txBody>
      </p:sp>
      <p:sp>
        <p:nvSpPr>
          <p:cNvPr id="483" name="文本框 482">
            <a:extLst>
              <a:ext uri="{FF2B5EF4-FFF2-40B4-BE49-F238E27FC236}">
                <a16:creationId xmlns:a16="http://schemas.microsoft.com/office/drawing/2014/main" id="{E11A632F-599E-4335-B56D-7EA07DD37E62}"/>
              </a:ext>
            </a:extLst>
          </p:cNvPr>
          <p:cNvSpPr txBox="1"/>
          <p:nvPr/>
        </p:nvSpPr>
        <p:spPr>
          <a:xfrm>
            <a:off x="9345465" y="2239126"/>
            <a:ext cx="3609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1200" dirty="0"/>
          </a:p>
        </p:txBody>
      </p:sp>
      <p:cxnSp>
        <p:nvCxnSpPr>
          <p:cNvPr id="530" name="直接连接符 529">
            <a:extLst>
              <a:ext uri="{FF2B5EF4-FFF2-40B4-BE49-F238E27FC236}">
                <a16:creationId xmlns:a16="http://schemas.microsoft.com/office/drawing/2014/main" id="{B3C9DAEF-8513-42E4-A490-5FAE0BA739FA}"/>
              </a:ext>
            </a:extLst>
          </p:cNvPr>
          <p:cNvCxnSpPr>
            <a:cxnSpLocks/>
            <a:stCxn id="515" idx="2"/>
            <a:endCxn id="606" idx="4"/>
          </p:cNvCxnSpPr>
          <p:nvPr/>
        </p:nvCxnSpPr>
        <p:spPr>
          <a:xfrm flipH="1">
            <a:off x="613339" y="2857695"/>
            <a:ext cx="287655" cy="2978211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9" name="平行四边形 508">
            <a:extLst>
              <a:ext uri="{FF2B5EF4-FFF2-40B4-BE49-F238E27FC236}">
                <a16:creationId xmlns:a16="http://schemas.microsoft.com/office/drawing/2014/main" id="{495D0F38-C2C4-420A-9851-5F9B8A1B9F9C}"/>
              </a:ext>
            </a:extLst>
          </p:cNvPr>
          <p:cNvSpPr/>
          <p:nvPr/>
        </p:nvSpPr>
        <p:spPr>
          <a:xfrm>
            <a:off x="233076" y="654841"/>
            <a:ext cx="6310057" cy="2289489"/>
          </a:xfrm>
          <a:prstGeom prst="parallelogram">
            <a:avLst>
              <a:gd name="adj" fmla="val 88318"/>
            </a:avLst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513" name="图片 512">
            <a:extLst>
              <a:ext uri="{FF2B5EF4-FFF2-40B4-BE49-F238E27FC236}">
                <a16:creationId xmlns:a16="http://schemas.microsoft.com/office/drawing/2014/main" id="{B6C3CDCB-7E7D-4EC2-B213-0DE569033EB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4220" y="2040878"/>
            <a:ext cx="304800" cy="304800"/>
          </a:xfrm>
          <a:prstGeom prst="rect">
            <a:avLst/>
          </a:prstGeom>
        </p:spPr>
      </p:pic>
      <p:pic>
        <p:nvPicPr>
          <p:cNvPr id="515" name="图片 514">
            <a:extLst>
              <a:ext uri="{FF2B5EF4-FFF2-40B4-BE49-F238E27FC236}">
                <a16:creationId xmlns:a16="http://schemas.microsoft.com/office/drawing/2014/main" id="{450A2A86-7142-43A1-85D0-0F1487AEA48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8594" y="2552895"/>
            <a:ext cx="304800" cy="304800"/>
          </a:xfrm>
          <a:prstGeom prst="rect">
            <a:avLst/>
          </a:prstGeom>
        </p:spPr>
      </p:pic>
      <p:pic>
        <p:nvPicPr>
          <p:cNvPr id="516" name="图片 515">
            <a:extLst>
              <a:ext uri="{FF2B5EF4-FFF2-40B4-BE49-F238E27FC236}">
                <a16:creationId xmlns:a16="http://schemas.microsoft.com/office/drawing/2014/main" id="{FD79633A-0ACD-46DF-8619-FC8F2747372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04139" y="2479371"/>
            <a:ext cx="304800" cy="304800"/>
          </a:xfrm>
          <a:prstGeom prst="rect">
            <a:avLst/>
          </a:prstGeom>
        </p:spPr>
      </p:pic>
      <p:sp>
        <p:nvSpPr>
          <p:cNvPr id="519" name="平行四边形 518">
            <a:extLst>
              <a:ext uri="{FF2B5EF4-FFF2-40B4-BE49-F238E27FC236}">
                <a16:creationId xmlns:a16="http://schemas.microsoft.com/office/drawing/2014/main" id="{D1BC4AB5-56F8-4BC6-B4C4-008A67EBA2D9}"/>
              </a:ext>
            </a:extLst>
          </p:cNvPr>
          <p:cNvSpPr/>
          <p:nvPr/>
        </p:nvSpPr>
        <p:spPr>
          <a:xfrm>
            <a:off x="2220154" y="2698504"/>
            <a:ext cx="525780" cy="251460"/>
          </a:xfrm>
          <a:prstGeom prst="parallelogram">
            <a:avLst>
              <a:gd name="adj" fmla="val 73160"/>
            </a:avLst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520" name="平行四边形 519">
            <a:extLst>
              <a:ext uri="{FF2B5EF4-FFF2-40B4-BE49-F238E27FC236}">
                <a16:creationId xmlns:a16="http://schemas.microsoft.com/office/drawing/2014/main" id="{4EB1949E-3B9F-445B-93B6-EDD7BD6E0B2B}"/>
              </a:ext>
            </a:extLst>
          </p:cNvPr>
          <p:cNvSpPr/>
          <p:nvPr/>
        </p:nvSpPr>
        <p:spPr>
          <a:xfrm>
            <a:off x="4117534" y="2439424"/>
            <a:ext cx="510540" cy="236220"/>
          </a:xfrm>
          <a:prstGeom prst="parallelogram">
            <a:avLst>
              <a:gd name="adj" fmla="val 75724"/>
            </a:avLst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21" name="平行四边形 520">
            <a:extLst>
              <a:ext uri="{FF2B5EF4-FFF2-40B4-BE49-F238E27FC236}">
                <a16:creationId xmlns:a16="http://schemas.microsoft.com/office/drawing/2014/main" id="{252C5B35-42C1-44F7-8A8F-2A2E8A1C18E2}"/>
              </a:ext>
            </a:extLst>
          </p:cNvPr>
          <p:cNvSpPr/>
          <p:nvPr/>
        </p:nvSpPr>
        <p:spPr>
          <a:xfrm>
            <a:off x="1541974" y="1441204"/>
            <a:ext cx="373380" cy="205740"/>
          </a:xfrm>
          <a:prstGeom prst="parallelogram">
            <a:avLst>
              <a:gd name="adj" fmla="val 75958"/>
            </a:avLst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22" name="平行四边形 521">
            <a:extLst>
              <a:ext uri="{FF2B5EF4-FFF2-40B4-BE49-F238E27FC236}">
                <a16:creationId xmlns:a16="http://schemas.microsoft.com/office/drawing/2014/main" id="{6E7E4B67-F912-450E-AC84-47BEC84DA7AA}"/>
              </a:ext>
            </a:extLst>
          </p:cNvPr>
          <p:cNvSpPr/>
          <p:nvPr/>
        </p:nvSpPr>
        <p:spPr>
          <a:xfrm>
            <a:off x="5035744" y="1624084"/>
            <a:ext cx="632460" cy="251460"/>
          </a:xfrm>
          <a:prstGeom prst="parallelogram">
            <a:avLst>
              <a:gd name="adj" fmla="val 87845"/>
            </a:avLst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23" name="平行四边形 522">
            <a:extLst>
              <a:ext uri="{FF2B5EF4-FFF2-40B4-BE49-F238E27FC236}">
                <a16:creationId xmlns:a16="http://schemas.microsoft.com/office/drawing/2014/main" id="{D7A203F1-C8A7-434A-9F29-113E6A6BC0C8}"/>
              </a:ext>
            </a:extLst>
          </p:cNvPr>
          <p:cNvSpPr/>
          <p:nvPr/>
        </p:nvSpPr>
        <p:spPr>
          <a:xfrm>
            <a:off x="2624014" y="1250704"/>
            <a:ext cx="464820" cy="251460"/>
          </a:xfrm>
          <a:prstGeom prst="parallelogram">
            <a:avLst>
              <a:gd name="adj" fmla="val 65468"/>
            </a:avLst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524" name="平行四边形 523">
            <a:extLst>
              <a:ext uri="{FF2B5EF4-FFF2-40B4-BE49-F238E27FC236}">
                <a16:creationId xmlns:a16="http://schemas.microsoft.com/office/drawing/2014/main" id="{75DD4F33-C659-446A-ACEC-A55EAF8221EA}"/>
              </a:ext>
            </a:extLst>
          </p:cNvPr>
          <p:cNvSpPr/>
          <p:nvPr/>
        </p:nvSpPr>
        <p:spPr>
          <a:xfrm>
            <a:off x="3949894" y="945904"/>
            <a:ext cx="236220" cy="137160"/>
          </a:xfrm>
          <a:prstGeom prst="parallelogram">
            <a:avLst>
              <a:gd name="adj" fmla="val 70516"/>
            </a:avLst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25" name="椭圆 524">
            <a:extLst>
              <a:ext uri="{FF2B5EF4-FFF2-40B4-BE49-F238E27FC236}">
                <a16:creationId xmlns:a16="http://schemas.microsoft.com/office/drawing/2014/main" id="{B9FB6CEA-2A36-45F9-9A4C-17CA32CDD5E8}"/>
              </a:ext>
            </a:extLst>
          </p:cNvPr>
          <p:cNvSpPr/>
          <p:nvPr/>
        </p:nvSpPr>
        <p:spPr>
          <a:xfrm rot="21014316">
            <a:off x="2429642" y="1212933"/>
            <a:ext cx="1790162" cy="1095951"/>
          </a:xfrm>
          <a:prstGeom prst="ellipse">
            <a:avLst/>
          </a:prstGeom>
          <a:noFill/>
          <a:ln>
            <a:solidFill>
              <a:srgbClr val="C0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26" name="等腰三角形 525">
            <a:extLst>
              <a:ext uri="{FF2B5EF4-FFF2-40B4-BE49-F238E27FC236}">
                <a16:creationId xmlns:a16="http://schemas.microsoft.com/office/drawing/2014/main" id="{D070F142-A2D6-4346-A177-17F0D7D5DCA4}"/>
              </a:ext>
            </a:extLst>
          </p:cNvPr>
          <p:cNvSpPr/>
          <p:nvPr/>
        </p:nvSpPr>
        <p:spPr>
          <a:xfrm>
            <a:off x="3271714" y="1700284"/>
            <a:ext cx="99060" cy="99060"/>
          </a:xfrm>
          <a:prstGeom prst="triangl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27" name="等腰三角形 526">
            <a:extLst>
              <a:ext uri="{FF2B5EF4-FFF2-40B4-BE49-F238E27FC236}">
                <a16:creationId xmlns:a16="http://schemas.microsoft.com/office/drawing/2014/main" id="{0A8CA655-7784-41DC-9519-29D2974A776C}"/>
              </a:ext>
            </a:extLst>
          </p:cNvPr>
          <p:cNvSpPr/>
          <p:nvPr/>
        </p:nvSpPr>
        <p:spPr>
          <a:xfrm>
            <a:off x="6113974" y="698254"/>
            <a:ext cx="99060" cy="99060"/>
          </a:xfrm>
          <a:prstGeom prst="triangle">
            <a:avLst/>
          </a:prstGeom>
          <a:solidFill>
            <a:srgbClr val="92D050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28" name="平行四边形 527">
            <a:extLst>
              <a:ext uri="{FF2B5EF4-FFF2-40B4-BE49-F238E27FC236}">
                <a16:creationId xmlns:a16="http://schemas.microsoft.com/office/drawing/2014/main" id="{7DB1E4C7-D72F-4B32-9118-10FAF9DEC06E}"/>
              </a:ext>
            </a:extLst>
          </p:cNvPr>
          <p:cNvSpPr/>
          <p:nvPr/>
        </p:nvSpPr>
        <p:spPr>
          <a:xfrm>
            <a:off x="3096454" y="2104144"/>
            <a:ext cx="388620" cy="220980"/>
          </a:xfrm>
          <a:prstGeom prst="parallelogram">
            <a:avLst>
              <a:gd name="adj" fmla="val 55212"/>
            </a:avLst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537" name="星形: 五角 536">
            <a:extLst>
              <a:ext uri="{FF2B5EF4-FFF2-40B4-BE49-F238E27FC236}">
                <a16:creationId xmlns:a16="http://schemas.microsoft.com/office/drawing/2014/main" id="{845B4B5B-FF61-4583-BBCF-D59AAB9FCA3F}"/>
              </a:ext>
            </a:extLst>
          </p:cNvPr>
          <p:cNvSpPr/>
          <p:nvPr/>
        </p:nvSpPr>
        <p:spPr>
          <a:xfrm>
            <a:off x="4448529" y="2035564"/>
            <a:ext cx="137160" cy="137160"/>
          </a:xfrm>
          <a:prstGeom prst="star5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38" name="星形: 五角 537">
            <a:extLst>
              <a:ext uri="{FF2B5EF4-FFF2-40B4-BE49-F238E27FC236}">
                <a16:creationId xmlns:a16="http://schemas.microsoft.com/office/drawing/2014/main" id="{B7389E18-E6D0-49AA-B308-0D4F418F0679}"/>
              </a:ext>
            </a:extLst>
          </p:cNvPr>
          <p:cNvSpPr/>
          <p:nvPr/>
        </p:nvSpPr>
        <p:spPr>
          <a:xfrm>
            <a:off x="5042889" y="1395484"/>
            <a:ext cx="137160" cy="137160"/>
          </a:xfrm>
          <a:prstGeom prst="star5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40" name="星形: 五角 539">
            <a:extLst>
              <a:ext uri="{FF2B5EF4-FFF2-40B4-BE49-F238E27FC236}">
                <a16:creationId xmlns:a16="http://schemas.microsoft.com/office/drawing/2014/main" id="{A9E37E7C-CDDD-4323-858B-D9F2B1378320}"/>
              </a:ext>
            </a:extLst>
          </p:cNvPr>
          <p:cNvSpPr/>
          <p:nvPr/>
        </p:nvSpPr>
        <p:spPr>
          <a:xfrm rot="3684013">
            <a:off x="2848365" y="2366507"/>
            <a:ext cx="137160" cy="137160"/>
          </a:xfrm>
          <a:prstGeom prst="star5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541" name="星形: 五角 540">
            <a:extLst>
              <a:ext uri="{FF2B5EF4-FFF2-40B4-BE49-F238E27FC236}">
                <a16:creationId xmlns:a16="http://schemas.microsoft.com/office/drawing/2014/main" id="{3417FB1D-0BD5-4EAC-9079-B442A4F86D42}"/>
              </a:ext>
            </a:extLst>
          </p:cNvPr>
          <p:cNvSpPr/>
          <p:nvPr/>
        </p:nvSpPr>
        <p:spPr>
          <a:xfrm rot="3880281">
            <a:off x="4449005" y="1640593"/>
            <a:ext cx="137160" cy="137160"/>
          </a:xfrm>
          <a:prstGeom prst="star5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42" name="星形: 五角 541">
            <a:extLst>
              <a:ext uri="{FF2B5EF4-FFF2-40B4-BE49-F238E27FC236}">
                <a16:creationId xmlns:a16="http://schemas.microsoft.com/office/drawing/2014/main" id="{FD8E6C77-3019-43CF-A7EC-F29CCDA883CF}"/>
              </a:ext>
            </a:extLst>
          </p:cNvPr>
          <p:cNvSpPr/>
          <p:nvPr/>
        </p:nvSpPr>
        <p:spPr>
          <a:xfrm>
            <a:off x="4967484" y="1173234"/>
            <a:ext cx="137160" cy="137160"/>
          </a:xfrm>
          <a:prstGeom prst="star5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544" name="直接箭头连接符 543">
            <a:extLst>
              <a:ext uri="{FF2B5EF4-FFF2-40B4-BE49-F238E27FC236}">
                <a16:creationId xmlns:a16="http://schemas.microsoft.com/office/drawing/2014/main" id="{A6AD42FE-7907-4C10-A3D3-127A1C996437}"/>
              </a:ext>
            </a:extLst>
          </p:cNvPr>
          <p:cNvCxnSpPr>
            <a:cxnSpLocks/>
            <a:endCxn id="535" idx="1"/>
          </p:cNvCxnSpPr>
          <p:nvPr/>
        </p:nvCxnSpPr>
        <p:spPr>
          <a:xfrm flipV="1">
            <a:off x="1944565" y="2518515"/>
            <a:ext cx="601901" cy="157127"/>
          </a:xfrm>
          <a:prstGeom prst="straightConnector1">
            <a:avLst/>
          </a:prstGeom>
          <a:ln w="635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5" name="直接箭头连接符 544">
            <a:extLst>
              <a:ext uri="{FF2B5EF4-FFF2-40B4-BE49-F238E27FC236}">
                <a16:creationId xmlns:a16="http://schemas.microsoft.com/office/drawing/2014/main" id="{2B7F3B58-C17D-44D8-99A5-ACF84E2E6998}"/>
              </a:ext>
            </a:extLst>
          </p:cNvPr>
          <p:cNvCxnSpPr>
            <a:cxnSpLocks/>
            <a:stCxn id="535" idx="4"/>
            <a:endCxn id="536" idx="2"/>
          </p:cNvCxnSpPr>
          <p:nvPr/>
        </p:nvCxnSpPr>
        <p:spPr>
          <a:xfrm>
            <a:off x="2677845" y="2557913"/>
            <a:ext cx="989158" cy="197952"/>
          </a:xfrm>
          <a:prstGeom prst="straightConnector1">
            <a:avLst/>
          </a:prstGeom>
          <a:ln w="635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6" name="直接箭头连接符 545">
            <a:extLst>
              <a:ext uri="{FF2B5EF4-FFF2-40B4-BE49-F238E27FC236}">
                <a16:creationId xmlns:a16="http://schemas.microsoft.com/office/drawing/2014/main" id="{0EDA552D-577F-4C8B-B8CF-13216DBD4F7B}"/>
              </a:ext>
            </a:extLst>
          </p:cNvPr>
          <p:cNvCxnSpPr>
            <a:cxnSpLocks/>
            <a:stCxn id="536" idx="4"/>
            <a:endCxn id="537" idx="2"/>
          </p:cNvCxnSpPr>
          <p:nvPr/>
        </p:nvCxnSpPr>
        <p:spPr>
          <a:xfrm flipV="1">
            <a:off x="3806225" y="2172724"/>
            <a:ext cx="668499" cy="572350"/>
          </a:xfrm>
          <a:prstGeom prst="straightConnector1">
            <a:avLst/>
          </a:prstGeom>
          <a:ln w="635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7" name="直接箭头连接符 546">
            <a:extLst>
              <a:ext uri="{FF2B5EF4-FFF2-40B4-BE49-F238E27FC236}">
                <a16:creationId xmlns:a16="http://schemas.microsoft.com/office/drawing/2014/main" id="{785F3EA7-F450-4A25-997A-89679D96B1AC}"/>
              </a:ext>
            </a:extLst>
          </p:cNvPr>
          <p:cNvCxnSpPr>
            <a:cxnSpLocks/>
            <a:stCxn id="537" idx="4"/>
            <a:endCxn id="538" idx="2"/>
          </p:cNvCxnSpPr>
          <p:nvPr/>
        </p:nvCxnSpPr>
        <p:spPr>
          <a:xfrm flipV="1">
            <a:off x="4585689" y="1532644"/>
            <a:ext cx="483395" cy="555310"/>
          </a:xfrm>
          <a:prstGeom prst="straightConnector1">
            <a:avLst/>
          </a:prstGeom>
          <a:ln w="635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8" name="直接箭头连接符 547">
            <a:extLst>
              <a:ext uri="{FF2B5EF4-FFF2-40B4-BE49-F238E27FC236}">
                <a16:creationId xmlns:a16="http://schemas.microsoft.com/office/drawing/2014/main" id="{758FD970-C70B-440E-B967-2A299790A9D7}"/>
              </a:ext>
            </a:extLst>
          </p:cNvPr>
          <p:cNvCxnSpPr>
            <a:cxnSpLocks/>
            <a:stCxn id="538" idx="4"/>
            <a:endCxn id="301" idx="2"/>
          </p:cNvCxnSpPr>
          <p:nvPr/>
        </p:nvCxnSpPr>
        <p:spPr>
          <a:xfrm flipV="1">
            <a:off x="5180049" y="1109734"/>
            <a:ext cx="766285" cy="338140"/>
          </a:xfrm>
          <a:prstGeom prst="straightConnector1">
            <a:avLst/>
          </a:prstGeom>
          <a:ln w="635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9" name="直接箭头连接符 548">
            <a:extLst>
              <a:ext uri="{FF2B5EF4-FFF2-40B4-BE49-F238E27FC236}">
                <a16:creationId xmlns:a16="http://schemas.microsoft.com/office/drawing/2014/main" id="{031EDED0-A64E-4FE4-8615-7DC73B84FE31}"/>
              </a:ext>
            </a:extLst>
          </p:cNvPr>
          <p:cNvCxnSpPr>
            <a:cxnSpLocks/>
            <a:stCxn id="515" idx="3"/>
            <a:endCxn id="539" idx="2"/>
          </p:cNvCxnSpPr>
          <p:nvPr/>
        </p:nvCxnSpPr>
        <p:spPr>
          <a:xfrm flipV="1">
            <a:off x="1053394" y="2350577"/>
            <a:ext cx="1068827" cy="354718"/>
          </a:xfrm>
          <a:prstGeom prst="straightConnector1">
            <a:avLst/>
          </a:prstGeom>
          <a:ln w="635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0" name="直接箭头连接符 549">
            <a:extLst>
              <a:ext uri="{FF2B5EF4-FFF2-40B4-BE49-F238E27FC236}">
                <a16:creationId xmlns:a16="http://schemas.microsoft.com/office/drawing/2014/main" id="{9143BD81-B6C0-4859-82B8-0292EB2CBD2E}"/>
              </a:ext>
            </a:extLst>
          </p:cNvPr>
          <p:cNvCxnSpPr>
            <a:cxnSpLocks/>
            <a:stCxn id="539" idx="4"/>
            <a:endCxn id="540" idx="2"/>
          </p:cNvCxnSpPr>
          <p:nvPr/>
        </p:nvCxnSpPr>
        <p:spPr>
          <a:xfrm>
            <a:off x="2259025" y="2322576"/>
            <a:ext cx="577419" cy="108126"/>
          </a:xfrm>
          <a:prstGeom prst="straightConnector1">
            <a:avLst/>
          </a:prstGeom>
          <a:ln w="635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1" name="星形: 五角 550">
            <a:extLst>
              <a:ext uri="{FF2B5EF4-FFF2-40B4-BE49-F238E27FC236}">
                <a16:creationId xmlns:a16="http://schemas.microsoft.com/office/drawing/2014/main" id="{F9601510-4DBE-4314-B06F-E43ABB10E192}"/>
              </a:ext>
            </a:extLst>
          </p:cNvPr>
          <p:cNvSpPr/>
          <p:nvPr/>
        </p:nvSpPr>
        <p:spPr>
          <a:xfrm rot="19125920">
            <a:off x="3857213" y="2342248"/>
            <a:ext cx="137160" cy="137160"/>
          </a:xfrm>
          <a:prstGeom prst="star5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552" name="直接箭头连接符 551">
            <a:extLst>
              <a:ext uri="{FF2B5EF4-FFF2-40B4-BE49-F238E27FC236}">
                <a16:creationId xmlns:a16="http://schemas.microsoft.com/office/drawing/2014/main" id="{EB33193C-FD27-4B76-9A14-7E5540D1BDCC}"/>
              </a:ext>
            </a:extLst>
          </p:cNvPr>
          <p:cNvCxnSpPr>
            <a:cxnSpLocks/>
            <a:stCxn id="540" idx="0"/>
            <a:endCxn id="551" idx="1"/>
          </p:cNvCxnSpPr>
          <p:nvPr/>
        </p:nvCxnSpPr>
        <p:spPr>
          <a:xfrm>
            <a:off x="2977157" y="2402259"/>
            <a:ext cx="886391" cy="41598"/>
          </a:xfrm>
          <a:prstGeom prst="straightConnector1">
            <a:avLst/>
          </a:prstGeom>
          <a:ln w="1270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3" name="直接箭头连接符 552">
            <a:extLst>
              <a:ext uri="{FF2B5EF4-FFF2-40B4-BE49-F238E27FC236}">
                <a16:creationId xmlns:a16="http://schemas.microsoft.com/office/drawing/2014/main" id="{B0B5DDF0-326D-4431-8492-E5C4E21E6155}"/>
              </a:ext>
            </a:extLst>
          </p:cNvPr>
          <p:cNvCxnSpPr>
            <a:cxnSpLocks/>
            <a:stCxn id="551" idx="4"/>
            <a:endCxn id="541" idx="3"/>
          </p:cNvCxnSpPr>
          <p:nvPr/>
        </p:nvCxnSpPr>
        <p:spPr>
          <a:xfrm flipV="1">
            <a:off x="3966695" y="1776823"/>
            <a:ext cx="507035" cy="576626"/>
          </a:xfrm>
          <a:prstGeom prst="straightConnector1">
            <a:avLst/>
          </a:prstGeom>
          <a:ln w="635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4" name="直接箭头连接符 553">
            <a:extLst>
              <a:ext uri="{FF2B5EF4-FFF2-40B4-BE49-F238E27FC236}">
                <a16:creationId xmlns:a16="http://schemas.microsoft.com/office/drawing/2014/main" id="{2A47E8A2-0442-4140-B8BA-684DF690EE74}"/>
              </a:ext>
            </a:extLst>
          </p:cNvPr>
          <p:cNvCxnSpPr>
            <a:cxnSpLocks/>
            <a:stCxn id="541" idx="0"/>
            <a:endCxn id="542" idx="2"/>
          </p:cNvCxnSpPr>
          <p:nvPr/>
        </p:nvCxnSpPr>
        <p:spPr>
          <a:xfrm flipV="1">
            <a:off x="4579572" y="1310394"/>
            <a:ext cx="414107" cy="369440"/>
          </a:xfrm>
          <a:prstGeom prst="straightConnector1">
            <a:avLst/>
          </a:prstGeom>
          <a:ln w="635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5" name="直接箭头连接符 554">
            <a:extLst>
              <a:ext uri="{FF2B5EF4-FFF2-40B4-BE49-F238E27FC236}">
                <a16:creationId xmlns:a16="http://schemas.microsoft.com/office/drawing/2014/main" id="{F4A00F98-CB0D-484A-B318-AF61E99AF742}"/>
              </a:ext>
            </a:extLst>
          </p:cNvPr>
          <p:cNvCxnSpPr>
            <a:cxnSpLocks/>
            <a:stCxn id="542" idx="4"/>
            <a:endCxn id="527" idx="2"/>
          </p:cNvCxnSpPr>
          <p:nvPr/>
        </p:nvCxnSpPr>
        <p:spPr>
          <a:xfrm flipV="1">
            <a:off x="5104644" y="797314"/>
            <a:ext cx="1009330" cy="428310"/>
          </a:xfrm>
          <a:prstGeom prst="straightConnector1">
            <a:avLst/>
          </a:prstGeom>
          <a:ln w="1270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6" name="星形: 五角 555">
            <a:extLst>
              <a:ext uri="{FF2B5EF4-FFF2-40B4-BE49-F238E27FC236}">
                <a16:creationId xmlns:a16="http://schemas.microsoft.com/office/drawing/2014/main" id="{807DF924-D8D3-480B-AA1A-16AD52DE5D02}"/>
              </a:ext>
            </a:extLst>
          </p:cNvPr>
          <p:cNvSpPr/>
          <p:nvPr/>
        </p:nvSpPr>
        <p:spPr>
          <a:xfrm rot="2574900">
            <a:off x="3547729" y="829384"/>
            <a:ext cx="121920" cy="137160"/>
          </a:xfrm>
          <a:prstGeom prst="star5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57" name="星形: 五角 556">
            <a:extLst>
              <a:ext uri="{FF2B5EF4-FFF2-40B4-BE49-F238E27FC236}">
                <a16:creationId xmlns:a16="http://schemas.microsoft.com/office/drawing/2014/main" id="{4BB73DA8-88D6-487E-89EC-8F0195BDFB3A}"/>
              </a:ext>
            </a:extLst>
          </p:cNvPr>
          <p:cNvSpPr/>
          <p:nvPr/>
        </p:nvSpPr>
        <p:spPr>
          <a:xfrm rot="3183208">
            <a:off x="4507004" y="756994"/>
            <a:ext cx="121920" cy="137160"/>
          </a:xfrm>
          <a:prstGeom prst="star5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59" name="星形: 五角 558">
            <a:extLst>
              <a:ext uri="{FF2B5EF4-FFF2-40B4-BE49-F238E27FC236}">
                <a16:creationId xmlns:a16="http://schemas.microsoft.com/office/drawing/2014/main" id="{0ACD0237-78D8-40E9-874F-CA2F0E828016}"/>
              </a:ext>
            </a:extLst>
          </p:cNvPr>
          <p:cNvSpPr/>
          <p:nvPr/>
        </p:nvSpPr>
        <p:spPr>
          <a:xfrm>
            <a:off x="2752709" y="995754"/>
            <a:ext cx="121920" cy="137160"/>
          </a:xfrm>
          <a:prstGeom prst="star5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cxnSp>
        <p:nvCxnSpPr>
          <p:cNvPr id="560" name="直接箭头连接符 559">
            <a:extLst>
              <a:ext uri="{FF2B5EF4-FFF2-40B4-BE49-F238E27FC236}">
                <a16:creationId xmlns:a16="http://schemas.microsoft.com/office/drawing/2014/main" id="{88BAD02B-188D-4B57-965C-FDF2E1EC89D3}"/>
              </a:ext>
            </a:extLst>
          </p:cNvPr>
          <p:cNvCxnSpPr>
            <a:cxnSpLocks/>
            <a:stCxn id="513" idx="3"/>
            <a:endCxn id="543" idx="1"/>
          </p:cNvCxnSpPr>
          <p:nvPr/>
        </p:nvCxnSpPr>
        <p:spPr>
          <a:xfrm flipV="1">
            <a:off x="1489020" y="1561950"/>
            <a:ext cx="708524" cy="631328"/>
          </a:xfrm>
          <a:prstGeom prst="straightConnector1">
            <a:avLst/>
          </a:prstGeom>
          <a:solidFill>
            <a:srgbClr val="C00000"/>
          </a:solidFill>
          <a:ln w="63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1" name="直接箭头连接符 560">
            <a:extLst>
              <a:ext uri="{FF2B5EF4-FFF2-40B4-BE49-F238E27FC236}">
                <a16:creationId xmlns:a16="http://schemas.microsoft.com/office/drawing/2014/main" id="{DDD9E668-83CA-4482-945C-192F81BD3C17}"/>
              </a:ext>
            </a:extLst>
          </p:cNvPr>
          <p:cNvCxnSpPr>
            <a:cxnSpLocks/>
            <a:stCxn id="543" idx="4"/>
            <a:endCxn id="559" idx="1"/>
          </p:cNvCxnSpPr>
          <p:nvPr/>
        </p:nvCxnSpPr>
        <p:spPr>
          <a:xfrm flipV="1">
            <a:off x="2277617" y="1048144"/>
            <a:ext cx="475092" cy="421867"/>
          </a:xfrm>
          <a:prstGeom prst="straightConnector1">
            <a:avLst/>
          </a:prstGeom>
          <a:solidFill>
            <a:srgbClr val="C00000"/>
          </a:solidFill>
          <a:ln w="63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2" name="直接箭头连接符 561">
            <a:extLst>
              <a:ext uri="{FF2B5EF4-FFF2-40B4-BE49-F238E27FC236}">
                <a16:creationId xmlns:a16="http://schemas.microsoft.com/office/drawing/2014/main" id="{960C1641-F3D0-4177-A431-80D76B529061}"/>
              </a:ext>
            </a:extLst>
          </p:cNvPr>
          <p:cNvCxnSpPr>
            <a:cxnSpLocks/>
            <a:stCxn id="559" idx="4"/>
            <a:endCxn id="556" idx="2"/>
          </p:cNvCxnSpPr>
          <p:nvPr/>
        </p:nvCxnSpPr>
        <p:spPr>
          <a:xfrm flipV="1">
            <a:off x="2874629" y="922536"/>
            <a:ext cx="659771" cy="125608"/>
          </a:xfrm>
          <a:prstGeom prst="straightConnector1">
            <a:avLst/>
          </a:prstGeom>
          <a:solidFill>
            <a:srgbClr val="C00000"/>
          </a:solidFill>
          <a:ln w="63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3" name="直接箭头连接符 562">
            <a:extLst>
              <a:ext uri="{FF2B5EF4-FFF2-40B4-BE49-F238E27FC236}">
                <a16:creationId xmlns:a16="http://schemas.microsoft.com/office/drawing/2014/main" id="{5344E385-C520-40C1-9DDC-E3A37A463540}"/>
              </a:ext>
            </a:extLst>
          </p:cNvPr>
          <p:cNvCxnSpPr>
            <a:cxnSpLocks/>
            <a:stCxn id="556" idx="4"/>
            <a:endCxn id="557" idx="2"/>
          </p:cNvCxnSpPr>
          <p:nvPr/>
        </p:nvCxnSpPr>
        <p:spPr>
          <a:xfrm flipV="1">
            <a:off x="3664358" y="836686"/>
            <a:ext cx="826152" cy="90929"/>
          </a:xfrm>
          <a:prstGeom prst="straightConnector1">
            <a:avLst/>
          </a:prstGeom>
          <a:solidFill>
            <a:srgbClr val="C00000"/>
          </a:solidFill>
          <a:ln w="63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4" name="直接箭头连接符 563">
            <a:extLst>
              <a:ext uri="{FF2B5EF4-FFF2-40B4-BE49-F238E27FC236}">
                <a16:creationId xmlns:a16="http://schemas.microsoft.com/office/drawing/2014/main" id="{590C21D8-8630-417F-85B4-29D857756960}"/>
              </a:ext>
            </a:extLst>
          </p:cNvPr>
          <p:cNvCxnSpPr>
            <a:cxnSpLocks/>
            <a:stCxn id="557" idx="4"/>
            <a:endCxn id="302" idx="2"/>
          </p:cNvCxnSpPr>
          <p:nvPr/>
        </p:nvCxnSpPr>
        <p:spPr>
          <a:xfrm flipV="1">
            <a:off x="4617544" y="789694"/>
            <a:ext cx="1115430" cy="74868"/>
          </a:xfrm>
          <a:prstGeom prst="straightConnector1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576" name="文本框 575">
                <a:extLst>
                  <a:ext uri="{FF2B5EF4-FFF2-40B4-BE49-F238E27FC236}">
                    <a16:creationId xmlns:a16="http://schemas.microsoft.com/office/drawing/2014/main" id="{0C83C5E9-F2E6-4013-B705-BE86737BA0EA}"/>
                  </a:ext>
                </a:extLst>
              </p:cNvPr>
              <p:cNvSpPr txBox="1"/>
              <p:nvPr/>
            </p:nvSpPr>
            <p:spPr>
              <a:xfrm>
                <a:off x="1515960" y="2199665"/>
                <a:ext cx="473528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CN" altLang="en-US" sz="1200" dirty="0"/>
              </a:p>
            </p:txBody>
          </p:sp>
        </mc:Choice>
        <mc:Fallback>
          <p:sp>
            <p:nvSpPr>
              <p:cNvPr id="576" name="文本框 575">
                <a:extLst>
                  <a:ext uri="{FF2B5EF4-FFF2-40B4-BE49-F238E27FC236}">
                    <a16:creationId xmlns:a16="http://schemas.microsoft.com/office/drawing/2014/main" id="{0C83C5E9-F2E6-4013-B705-BE86737BA0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15960" y="2199665"/>
                <a:ext cx="473528" cy="2769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77" name="文本框 576">
                <a:extLst>
                  <a:ext uri="{FF2B5EF4-FFF2-40B4-BE49-F238E27FC236}">
                    <a16:creationId xmlns:a16="http://schemas.microsoft.com/office/drawing/2014/main" id="{90D7FB6B-5DE4-4D0B-B943-F155C33C1258}"/>
                  </a:ext>
                </a:extLst>
              </p:cNvPr>
              <p:cNvSpPr txBox="1"/>
              <p:nvPr/>
            </p:nvSpPr>
            <p:spPr>
              <a:xfrm>
                <a:off x="659663" y="2327300"/>
                <a:ext cx="473528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zh-CN" altLang="en-US" sz="1200" dirty="0"/>
              </a:p>
            </p:txBody>
          </p:sp>
        </mc:Choice>
        <mc:Fallback>
          <p:sp>
            <p:nvSpPr>
              <p:cNvPr id="577" name="文本框 576">
                <a:extLst>
                  <a:ext uri="{FF2B5EF4-FFF2-40B4-BE49-F238E27FC236}">
                    <a16:creationId xmlns:a16="http://schemas.microsoft.com/office/drawing/2014/main" id="{90D7FB6B-5DE4-4D0B-B943-F155C33C12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9663" y="2327300"/>
                <a:ext cx="473528" cy="27699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78" name="文本框 577">
                <a:extLst>
                  <a:ext uri="{FF2B5EF4-FFF2-40B4-BE49-F238E27FC236}">
                    <a16:creationId xmlns:a16="http://schemas.microsoft.com/office/drawing/2014/main" id="{F929DCB4-FF36-4462-8B02-7D0095114FE5}"/>
                  </a:ext>
                </a:extLst>
              </p:cNvPr>
              <p:cNvSpPr txBox="1"/>
              <p:nvPr/>
            </p:nvSpPr>
            <p:spPr>
              <a:xfrm>
                <a:off x="1140619" y="1810980"/>
                <a:ext cx="473528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zh-CN" altLang="en-US" sz="1200" dirty="0"/>
              </a:p>
            </p:txBody>
          </p:sp>
        </mc:Choice>
        <mc:Fallback>
          <p:sp>
            <p:nvSpPr>
              <p:cNvPr id="578" name="文本框 577">
                <a:extLst>
                  <a:ext uri="{FF2B5EF4-FFF2-40B4-BE49-F238E27FC236}">
                    <a16:creationId xmlns:a16="http://schemas.microsoft.com/office/drawing/2014/main" id="{F929DCB4-FF36-4462-8B02-7D0095114F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40619" y="1810980"/>
                <a:ext cx="473528" cy="276999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35" name="星形: 五角 534">
            <a:extLst>
              <a:ext uri="{FF2B5EF4-FFF2-40B4-BE49-F238E27FC236}">
                <a16:creationId xmlns:a16="http://schemas.microsoft.com/office/drawing/2014/main" id="{EB64C830-BC92-455E-9A86-864E5CBCEAC8}"/>
              </a:ext>
            </a:extLst>
          </p:cNvPr>
          <p:cNvSpPr/>
          <p:nvPr/>
        </p:nvSpPr>
        <p:spPr>
          <a:xfrm rot="1001571">
            <a:off x="2538925" y="2485142"/>
            <a:ext cx="137160" cy="137160"/>
          </a:xfrm>
          <a:prstGeom prst="star5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39" name="星形: 五角 538">
            <a:extLst>
              <a:ext uri="{FF2B5EF4-FFF2-40B4-BE49-F238E27FC236}">
                <a16:creationId xmlns:a16="http://schemas.microsoft.com/office/drawing/2014/main" id="{A40C4014-3338-489B-93E6-8CBEF61F1C99}"/>
              </a:ext>
            </a:extLst>
          </p:cNvPr>
          <p:cNvSpPr/>
          <p:nvPr/>
        </p:nvSpPr>
        <p:spPr>
          <a:xfrm rot="1548584">
            <a:off x="2121657" y="2238712"/>
            <a:ext cx="137160" cy="137160"/>
          </a:xfrm>
          <a:prstGeom prst="star5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43" name="星形: 五角 542">
            <a:extLst>
              <a:ext uri="{FF2B5EF4-FFF2-40B4-BE49-F238E27FC236}">
                <a16:creationId xmlns:a16="http://schemas.microsoft.com/office/drawing/2014/main" id="{5E743DD9-3FAB-4FEE-B30A-F063B81098A8}"/>
              </a:ext>
            </a:extLst>
          </p:cNvPr>
          <p:cNvSpPr/>
          <p:nvPr/>
        </p:nvSpPr>
        <p:spPr>
          <a:xfrm rot="18663228">
            <a:off x="2188829" y="1458034"/>
            <a:ext cx="121920" cy="137160"/>
          </a:xfrm>
          <a:prstGeom prst="star5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0" name="星形: 五角 229">
            <a:extLst>
              <a:ext uri="{FF2B5EF4-FFF2-40B4-BE49-F238E27FC236}">
                <a16:creationId xmlns:a16="http://schemas.microsoft.com/office/drawing/2014/main" id="{3FE5C256-0A58-4589-B30D-BDD46B0B02CB}"/>
              </a:ext>
            </a:extLst>
          </p:cNvPr>
          <p:cNvSpPr/>
          <p:nvPr/>
        </p:nvSpPr>
        <p:spPr>
          <a:xfrm rot="20997962">
            <a:off x="2695743" y="5363022"/>
            <a:ext cx="137160" cy="137160"/>
          </a:xfrm>
          <a:prstGeom prst="star5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1" name="星形: 五角 230">
            <a:extLst>
              <a:ext uri="{FF2B5EF4-FFF2-40B4-BE49-F238E27FC236}">
                <a16:creationId xmlns:a16="http://schemas.microsoft.com/office/drawing/2014/main" id="{626D8A72-9A71-4591-AD32-888567D6964A}"/>
              </a:ext>
            </a:extLst>
          </p:cNvPr>
          <p:cNvSpPr/>
          <p:nvPr/>
        </p:nvSpPr>
        <p:spPr>
          <a:xfrm rot="1548584">
            <a:off x="2390943" y="5164903"/>
            <a:ext cx="137160" cy="137160"/>
          </a:xfrm>
          <a:prstGeom prst="star5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2" name="星形: 五角 231">
            <a:extLst>
              <a:ext uri="{FF2B5EF4-FFF2-40B4-BE49-F238E27FC236}">
                <a16:creationId xmlns:a16="http://schemas.microsoft.com/office/drawing/2014/main" id="{A50893CA-41A2-4CDD-B658-2C83AF59A789}"/>
              </a:ext>
            </a:extLst>
          </p:cNvPr>
          <p:cNvSpPr/>
          <p:nvPr/>
        </p:nvSpPr>
        <p:spPr>
          <a:xfrm>
            <a:off x="2246163" y="5020123"/>
            <a:ext cx="121920" cy="137160"/>
          </a:xfrm>
          <a:prstGeom prst="star5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3" name="星形: 五角 232">
            <a:extLst>
              <a:ext uri="{FF2B5EF4-FFF2-40B4-BE49-F238E27FC236}">
                <a16:creationId xmlns:a16="http://schemas.microsoft.com/office/drawing/2014/main" id="{E34FB7BE-4125-4E2A-AAE1-FBD29E0A8B94}"/>
              </a:ext>
            </a:extLst>
          </p:cNvPr>
          <p:cNvSpPr/>
          <p:nvPr/>
        </p:nvSpPr>
        <p:spPr>
          <a:xfrm rot="3317061">
            <a:off x="2677661" y="3782157"/>
            <a:ext cx="121920" cy="137160"/>
          </a:xfrm>
          <a:prstGeom prst="star5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8" name="平行四边形 287">
            <a:extLst>
              <a:ext uri="{FF2B5EF4-FFF2-40B4-BE49-F238E27FC236}">
                <a16:creationId xmlns:a16="http://schemas.microsoft.com/office/drawing/2014/main" id="{0EC3A780-2CFD-4167-BCFE-3412D2FBFD09}"/>
              </a:ext>
            </a:extLst>
          </p:cNvPr>
          <p:cNvSpPr/>
          <p:nvPr/>
        </p:nvSpPr>
        <p:spPr>
          <a:xfrm>
            <a:off x="3667954" y="1494544"/>
            <a:ext cx="388620" cy="220980"/>
          </a:xfrm>
          <a:prstGeom prst="parallelogram">
            <a:avLst>
              <a:gd name="adj" fmla="val 55212"/>
            </a:avLst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01" name="等腰三角形 300">
            <a:extLst>
              <a:ext uri="{FF2B5EF4-FFF2-40B4-BE49-F238E27FC236}">
                <a16:creationId xmlns:a16="http://schemas.microsoft.com/office/drawing/2014/main" id="{92CBC8B4-45A1-422E-AE94-F9DA4F7C16FA}"/>
              </a:ext>
            </a:extLst>
          </p:cNvPr>
          <p:cNvSpPr/>
          <p:nvPr/>
        </p:nvSpPr>
        <p:spPr>
          <a:xfrm>
            <a:off x="5946334" y="1010674"/>
            <a:ext cx="99060" cy="99060"/>
          </a:xfrm>
          <a:prstGeom prst="triangle">
            <a:avLst/>
          </a:prstGeom>
          <a:solidFill>
            <a:srgbClr val="92D050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2" name="等腰三角形 301">
            <a:extLst>
              <a:ext uri="{FF2B5EF4-FFF2-40B4-BE49-F238E27FC236}">
                <a16:creationId xmlns:a16="http://schemas.microsoft.com/office/drawing/2014/main" id="{7C7B2EB2-7C71-4692-A95E-8A264DA12300}"/>
              </a:ext>
            </a:extLst>
          </p:cNvPr>
          <p:cNvSpPr/>
          <p:nvPr/>
        </p:nvSpPr>
        <p:spPr>
          <a:xfrm>
            <a:off x="5732974" y="690634"/>
            <a:ext cx="99060" cy="99060"/>
          </a:xfrm>
          <a:prstGeom prst="triangle">
            <a:avLst/>
          </a:prstGeom>
          <a:solidFill>
            <a:srgbClr val="92D050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36" name="星形: 五角 535">
            <a:extLst>
              <a:ext uri="{FF2B5EF4-FFF2-40B4-BE49-F238E27FC236}">
                <a16:creationId xmlns:a16="http://schemas.microsoft.com/office/drawing/2014/main" id="{46A3CE48-94DA-40B0-BA23-E6B6766C34E0}"/>
              </a:ext>
            </a:extLst>
          </p:cNvPr>
          <p:cNvSpPr/>
          <p:nvPr/>
        </p:nvSpPr>
        <p:spPr>
          <a:xfrm rot="1976744">
            <a:off x="3671289" y="2652784"/>
            <a:ext cx="137160" cy="137160"/>
          </a:xfrm>
          <a:prstGeom prst="star5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14" name="文本框 213">
                <a:extLst>
                  <a:ext uri="{FF2B5EF4-FFF2-40B4-BE49-F238E27FC236}">
                    <a16:creationId xmlns:a16="http://schemas.microsoft.com/office/drawing/2014/main" id="{0D0CD7B4-9A0E-4A16-8C4A-046B4AB19F0B}"/>
                  </a:ext>
                </a:extLst>
              </p:cNvPr>
              <p:cNvSpPr txBox="1"/>
              <p:nvPr/>
            </p:nvSpPr>
            <p:spPr>
              <a:xfrm>
                <a:off x="4066699" y="2016720"/>
                <a:ext cx="473528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zh-CN" altLang="en-US" sz="1200" dirty="0"/>
              </a:p>
            </p:txBody>
          </p:sp>
        </mc:Choice>
        <mc:Fallback>
          <p:sp>
            <p:nvSpPr>
              <p:cNvPr id="214" name="文本框 213">
                <a:extLst>
                  <a:ext uri="{FF2B5EF4-FFF2-40B4-BE49-F238E27FC236}">
                    <a16:creationId xmlns:a16="http://schemas.microsoft.com/office/drawing/2014/main" id="{0D0CD7B4-9A0E-4A16-8C4A-046B4AB19F0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66699" y="2016720"/>
                <a:ext cx="473528" cy="276999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15" name="文本框 214">
                <a:extLst>
                  <a:ext uri="{FF2B5EF4-FFF2-40B4-BE49-F238E27FC236}">
                    <a16:creationId xmlns:a16="http://schemas.microsoft.com/office/drawing/2014/main" id="{F79FA281-C4D1-41E3-BA0C-7528D66A3C6C}"/>
                  </a:ext>
                </a:extLst>
              </p:cNvPr>
              <p:cNvSpPr txBox="1"/>
              <p:nvPr/>
            </p:nvSpPr>
            <p:spPr>
              <a:xfrm>
                <a:off x="3219983" y="2411120"/>
                <a:ext cx="473528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zh-CN" altLang="en-US" sz="1200" dirty="0"/>
              </a:p>
            </p:txBody>
          </p:sp>
        </mc:Choice>
        <mc:Fallback>
          <p:sp>
            <p:nvSpPr>
              <p:cNvPr id="215" name="文本框 214">
                <a:extLst>
                  <a:ext uri="{FF2B5EF4-FFF2-40B4-BE49-F238E27FC236}">
                    <a16:creationId xmlns:a16="http://schemas.microsoft.com/office/drawing/2014/main" id="{F79FA281-C4D1-41E3-BA0C-7528D66A3C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19983" y="2411120"/>
                <a:ext cx="473528" cy="27699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17" name="文本框 216">
                <a:extLst>
                  <a:ext uri="{FF2B5EF4-FFF2-40B4-BE49-F238E27FC236}">
                    <a16:creationId xmlns:a16="http://schemas.microsoft.com/office/drawing/2014/main" id="{F48ECC63-42CA-4C62-8AAA-EBF0AFF7ADF2}"/>
                  </a:ext>
                </a:extLst>
              </p:cNvPr>
              <p:cNvSpPr txBox="1"/>
              <p:nvPr/>
            </p:nvSpPr>
            <p:spPr>
              <a:xfrm>
                <a:off x="4777320" y="2016785"/>
                <a:ext cx="473528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CN" altLang="en-US" sz="1200" dirty="0"/>
              </a:p>
            </p:txBody>
          </p:sp>
        </mc:Choice>
        <mc:Fallback>
          <p:sp>
            <p:nvSpPr>
              <p:cNvPr id="217" name="文本框 216">
                <a:extLst>
                  <a:ext uri="{FF2B5EF4-FFF2-40B4-BE49-F238E27FC236}">
                    <a16:creationId xmlns:a16="http://schemas.microsoft.com/office/drawing/2014/main" id="{F48ECC63-42CA-4C62-8AAA-EBF0AFF7ADF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77320" y="2016785"/>
                <a:ext cx="473528" cy="2769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24" name="组合 623">
            <a:extLst>
              <a:ext uri="{FF2B5EF4-FFF2-40B4-BE49-F238E27FC236}">
                <a16:creationId xmlns:a16="http://schemas.microsoft.com/office/drawing/2014/main" id="{5E4C235A-0A53-4DA5-B92B-4B1A537E0194}"/>
              </a:ext>
            </a:extLst>
          </p:cNvPr>
          <p:cNvGrpSpPr/>
          <p:nvPr/>
        </p:nvGrpSpPr>
        <p:grpSpPr>
          <a:xfrm>
            <a:off x="327879" y="3706728"/>
            <a:ext cx="6310057" cy="2391122"/>
            <a:chOff x="-120284" y="3624061"/>
            <a:chExt cx="6310057" cy="2391122"/>
          </a:xfrm>
        </p:grpSpPr>
        <p:sp>
          <p:nvSpPr>
            <p:cNvPr id="507" name="平行四边形 506">
              <a:extLst>
                <a:ext uri="{FF2B5EF4-FFF2-40B4-BE49-F238E27FC236}">
                  <a16:creationId xmlns:a16="http://schemas.microsoft.com/office/drawing/2014/main" id="{3C8FFEC6-F233-4304-87EC-35F9CBE02B22}"/>
                </a:ext>
              </a:extLst>
            </p:cNvPr>
            <p:cNvSpPr/>
            <p:nvPr/>
          </p:nvSpPr>
          <p:spPr>
            <a:xfrm>
              <a:off x="-120284" y="3690822"/>
              <a:ext cx="6310057" cy="2289489"/>
            </a:xfrm>
            <a:prstGeom prst="parallelogram">
              <a:avLst>
                <a:gd name="adj" fmla="val 88013"/>
              </a:avLst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accent6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08" name="立方体 507">
              <a:extLst>
                <a:ext uri="{FF2B5EF4-FFF2-40B4-BE49-F238E27FC236}">
                  <a16:creationId xmlns:a16="http://schemas.microsoft.com/office/drawing/2014/main" id="{3610096C-4E08-469E-A49C-96C4B95E0CA7}"/>
                </a:ext>
              </a:extLst>
            </p:cNvPr>
            <p:cNvSpPr/>
            <p:nvPr/>
          </p:nvSpPr>
          <p:spPr>
            <a:xfrm>
              <a:off x="1327109" y="4280334"/>
              <a:ext cx="481630" cy="566997"/>
            </a:xfrm>
            <a:prstGeom prst="cube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accent1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10" name="立方体 509">
              <a:extLst>
                <a:ext uri="{FF2B5EF4-FFF2-40B4-BE49-F238E27FC236}">
                  <a16:creationId xmlns:a16="http://schemas.microsoft.com/office/drawing/2014/main" id="{29F4CFFB-9C37-4C92-A490-60AE47E35DF9}"/>
                </a:ext>
              </a:extLst>
            </p:cNvPr>
            <p:cNvSpPr/>
            <p:nvPr/>
          </p:nvSpPr>
          <p:spPr>
            <a:xfrm>
              <a:off x="3684480" y="3624061"/>
              <a:ext cx="308730" cy="505595"/>
            </a:xfrm>
            <a:prstGeom prst="cube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accent1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511" name="图片 510">
              <a:extLst>
                <a:ext uri="{FF2B5EF4-FFF2-40B4-BE49-F238E27FC236}">
                  <a16:creationId xmlns:a16="http://schemas.microsoft.com/office/drawing/2014/main" id="{0D4ABCA1-DB54-4EB8-9814-5F038605AF2A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049635" y="4317039"/>
              <a:ext cx="395832" cy="395832"/>
            </a:xfrm>
            <a:prstGeom prst="rect">
              <a:avLst/>
            </a:prstGeom>
          </p:spPr>
        </p:pic>
        <p:pic>
          <p:nvPicPr>
            <p:cNvPr id="512" name="图片 511">
              <a:extLst>
                <a:ext uri="{FF2B5EF4-FFF2-40B4-BE49-F238E27FC236}">
                  <a16:creationId xmlns:a16="http://schemas.microsoft.com/office/drawing/2014/main" id="{0C468D1B-1E57-4E4D-A16F-3732A5F436BD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276735" y="3726465"/>
              <a:ext cx="298111" cy="298111"/>
            </a:xfrm>
            <a:prstGeom prst="rect">
              <a:avLst/>
            </a:prstGeom>
          </p:spPr>
        </p:pic>
        <p:sp>
          <p:nvSpPr>
            <p:cNvPr id="518" name="立方体 517">
              <a:extLst>
                <a:ext uri="{FF2B5EF4-FFF2-40B4-BE49-F238E27FC236}">
                  <a16:creationId xmlns:a16="http://schemas.microsoft.com/office/drawing/2014/main" id="{280FE416-A4D5-405A-B1F7-FC0A27B2C9CA}"/>
                </a:ext>
              </a:extLst>
            </p:cNvPr>
            <p:cNvSpPr/>
            <p:nvPr/>
          </p:nvSpPr>
          <p:spPr>
            <a:xfrm>
              <a:off x="2817836" y="4883943"/>
              <a:ext cx="348226" cy="551873"/>
            </a:xfrm>
            <a:prstGeom prst="cube">
              <a:avLst>
                <a:gd name="adj" fmla="val 23586"/>
              </a:avLst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accent1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17" name="椭圆 516">
              <a:extLst>
                <a:ext uri="{FF2B5EF4-FFF2-40B4-BE49-F238E27FC236}">
                  <a16:creationId xmlns:a16="http://schemas.microsoft.com/office/drawing/2014/main" id="{411D3AC6-AC90-4859-8DE9-50404C3F2F3B}"/>
                </a:ext>
              </a:extLst>
            </p:cNvPr>
            <p:cNvSpPr/>
            <p:nvPr/>
          </p:nvSpPr>
          <p:spPr>
            <a:xfrm rot="21014316">
              <a:off x="2089444" y="3866783"/>
              <a:ext cx="2249504" cy="1412781"/>
            </a:xfrm>
            <a:prstGeom prst="ellipse">
              <a:avLst/>
            </a:prstGeom>
            <a:noFill/>
            <a:ln>
              <a:solidFill>
                <a:srgbClr val="C00000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66" name="立方体 565">
              <a:extLst>
                <a:ext uri="{FF2B5EF4-FFF2-40B4-BE49-F238E27FC236}">
                  <a16:creationId xmlns:a16="http://schemas.microsoft.com/office/drawing/2014/main" id="{4D747C29-D793-4FD2-BB2D-8B1F2663F619}"/>
                </a:ext>
              </a:extLst>
            </p:cNvPr>
            <p:cNvSpPr/>
            <p:nvPr/>
          </p:nvSpPr>
          <p:spPr>
            <a:xfrm>
              <a:off x="3730229" y="5190387"/>
              <a:ext cx="504174" cy="594917"/>
            </a:xfrm>
            <a:prstGeom prst="cube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accent1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67" name="立方体 566">
              <a:extLst>
                <a:ext uri="{FF2B5EF4-FFF2-40B4-BE49-F238E27FC236}">
                  <a16:creationId xmlns:a16="http://schemas.microsoft.com/office/drawing/2014/main" id="{8AB430F3-C7AE-4726-B59F-D8E9E7B9C5EB}"/>
                </a:ext>
              </a:extLst>
            </p:cNvPr>
            <p:cNvSpPr/>
            <p:nvPr/>
          </p:nvSpPr>
          <p:spPr>
            <a:xfrm>
              <a:off x="3809148" y="4225917"/>
              <a:ext cx="348226" cy="551873"/>
            </a:xfrm>
            <a:prstGeom prst="cube">
              <a:avLst>
                <a:gd name="adj" fmla="val 23586"/>
              </a:avLst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accent1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73" name="任意多边形: 形状 572">
              <a:extLst>
                <a:ext uri="{FF2B5EF4-FFF2-40B4-BE49-F238E27FC236}">
                  <a16:creationId xmlns:a16="http://schemas.microsoft.com/office/drawing/2014/main" id="{04F14F60-FAC2-401C-98CB-501ACE319721}"/>
                </a:ext>
              </a:extLst>
            </p:cNvPr>
            <p:cNvSpPr/>
            <p:nvPr/>
          </p:nvSpPr>
          <p:spPr>
            <a:xfrm>
              <a:off x="1700676" y="4036219"/>
              <a:ext cx="3630943" cy="1466574"/>
            </a:xfrm>
            <a:custGeom>
              <a:avLst/>
              <a:gdLst>
                <a:gd name="connsiteX0" fmla="*/ 0 w 3552825"/>
                <a:gd name="connsiteY0" fmla="*/ 1485900 h 1563817"/>
                <a:gd name="connsiteX1" fmla="*/ 466725 w 3552825"/>
                <a:gd name="connsiteY1" fmla="*/ 1047750 h 1563817"/>
                <a:gd name="connsiteX2" fmla="*/ 923925 w 3552825"/>
                <a:gd name="connsiteY2" fmla="*/ 1543050 h 1563817"/>
                <a:gd name="connsiteX3" fmla="*/ 1781175 w 3552825"/>
                <a:gd name="connsiteY3" fmla="*/ 1371600 h 1563817"/>
                <a:gd name="connsiteX4" fmla="*/ 2752725 w 3552825"/>
                <a:gd name="connsiteY4" fmla="*/ 485775 h 1563817"/>
                <a:gd name="connsiteX5" fmla="*/ 2952750 w 3552825"/>
                <a:gd name="connsiteY5" fmla="*/ 238125 h 1563817"/>
                <a:gd name="connsiteX6" fmla="*/ 3552825 w 3552825"/>
                <a:gd name="connsiteY6" fmla="*/ 0 h 15638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552825" h="1563817">
                  <a:moveTo>
                    <a:pt x="0" y="1485900"/>
                  </a:moveTo>
                  <a:cubicBezTo>
                    <a:pt x="156369" y="1262062"/>
                    <a:pt x="312738" y="1038225"/>
                    <a:pt x="466725" y="1047750"/>
                  </a:cubicBezTo>
                  <a:cubicBezTo>
                    <a:pt x="620712" y="1057275"/>
                    <a:pt x="704850" y="1489075"/>
                    <a:pt x="923925" y="1543050"/>
                  </a:cubicBezTo>
                  <a:cubicBezTo>
                    <a:pt x="1143000" y="1597025"/>
                    <a:pt x="1476375" y="1547813"/>
                    <a:pt x="1781175" y="1371600"/>
                  </a:cubicBezTo>
                  <a:cubicBezTo>
                    <a:pt x="2085975" y="1195387"/>
                    <a:pt x="2557463" y="674687"/>
                    <a:pt x="2752725" y="485775"/>
                  </a:cubicBezTo>
                  <a:cubicBezTo>
                    <a:pt x="2947987" y="296863"/>
                    <a:pt x="2819400" y="319087"/>
                    <a:pt x="2952750" y="238125"/>
                  </a:cubicBezTo>
                  <a:cubicBezTo>
                    <a:pt x="3086100" y="157163"/>
                    <a:pt x="3402012" y="23813"/>
                    <a:pt x="3552825" y="0"/>
                  </a:cubicBezTo>
                </a:path>
              </a:pathLst>
            </a:custGeom>
            <a:noFill/>
            <a:ln w="19050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575" name="组合 574">
              <a:extLst>
                <a:ext uri="{FF2B5EF4-FFF2-40B4-BE49-F238E27FC236}">
                  <a16:creationId xmlns:a16="http://schemas.microsoft.com/office/drawing/2014/main" id="{DB16CA7D-6D64-44D1-A3D4-605FB67E18B7}"/>
                </a:ext>
              </a:extLst>
            </p:cNvPr>
            <p:cNvGrpSpPr/>
            <p:nvPr/>
          </p:nvGrpSpPr>
          <p:grpSpPr>
            <a:xfrm>
              <a:off x="162779" y="4721390"/>
              <a:ext cx="1596047" cy="1293328"/>
              <a:chOff x="1412935" y="4599946"/>
              <a:chExt cx="1596047" cy="1293328"/>
            </a:xfrm>
          </p:grpSpPr>
          <p:sp>
            <p:nvSpPr>
              <p:cNvPr id="605" name="椭圆 604">
                <a:extLst>
                  <a:ext uri="{FF2B5EF4-FFF2-40B4-BE49-F238E27FC236}">
                    <a16:creationId xmlns:a16="http://schemas.microsoft.com/office/drawing/2014/main" id="{9FC46889-CDE6-4D6E-A6D7-44F5B8CA140A}"/>
                  </a:ext>
                </a:extLst>
              </p:cNvPr>
              <p:cNvSpPr/>
              <p:nvPr/>
            </p:nvSpPr>
            <p:spPr>
              <a:xfrm rot="5136353">
                <a:off x="1811855" y="4619976"/>
                <a:ext cx="579615" cy="686579"/>
              </a:xfrm>
              <a:prstGeom prst="ellipse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solidFill>
                  <a:schemeClr val="accent4">
                    <a:lumMod val="20000"/>
                    <a:lumOff val="80000"/>
                  </a:schemeClr>
                </a:solidFill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06" name="椭圆 605">
                <a:extLst>
                  <a:ext uri="{FF2B5EF4-FFF2-40B4-BE49-F238E27FC236}">
                    <a16:creationId xmlns:a16="http://schemas.microsoft.com/office/drawing/2014/main" id="{06BEB97D-D22F-4DC9-AC2A-D5831DBBB9DA}"/>
                  </a:ext>
                </a:extLst>
              </p:cNvPr>
              <p:cNvSpPr/>
              <p:nvPr/>
            </p:nvSpPr>
            <p:spPr>
              <a:xfrm rot="4993526">
                <a:off x="1466417" y="5248009"/>
                <a:ext cx="579615" cy="686579"/>
              </a:xfrm>
              <a:prstGeom prst="ellipse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solidFill>
                  <a:schemeClr val="accent4">
                    <a:lumMod val="60000"/>
                    <a:lumOff val="40000"/>
                  </a:schemeClr>
                </a:solidFill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pic>
            <p:nvPicPr>
              <p:cNvPr id="608" name="图片 607">
                <a:extLst>
                  <a:ext uri="{FF2B5EF4-FFF2-40B4-BE49-F238E27FC236}">
                    <a16:creationId xmlns:a16="http://schemas.microsoft.com/office/drawing/2014/main" id="{A1B30398-97F7-4887-A262-49C7067450B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557892" y="5231044"/>
                <a:ext cx="304800" cy="304800"/>
              </a:xfrm>
              <a:prstGeom prst="rect">
                <a:avLst/>
              </a:prstGeom>
            </p:spPr>
          </p:pic>
          <p:pic>
            <p:nvPicPr>
              <p:cNvPr id="609" name="图片 608">
                <a:extLst>
                  <a:ext uri="{FF2B5EF4-FFF2-40B4-BE49-F238E27FC236}">
                    <a16:creationId xmlns:a16="http://schemas.microsoft.com/office/drawing/2014/main" id="{B5C29B32-99E5-4078-91CC-95B277F3A57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603381" y="5655425"/>
                <a:ext cx="237849" cy="237849"/>
              </a:xfrm>
              <a:prstGeom prst="rect">
                <a:avLst/>
              </a:prstGeom>
            </p:spPr>
          </p:pic>
          <p:pic>
            <p:nvPicPr>
              <p:cNvPr id="611" name="图片 610">
                <a:extLst>
                  <a:ext uri="{FF2B5EF4-FFF2-40B4-BE49-F238E27FC236}">
                    <a16:creationId xmlns:a16="http://schemas.microsoft.com/office/drawing/2014/main" id="{A07872B7-38FF-4F9F-856B-D82FE0E83D4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799500" y="5338244"/>
                <a:ext cx="239596" cy="239596"/>
              </a:xfrm>
              <a:prstGeom prst="rect">
                <a:avLst/>
              </a:prstGeom>
            </p:spPr>
          </p:pic>
          <p:sp>
            <p:nvSpPr>
              <p:cNvPr id="613" name="椭圆 612">
                <a:extLst>
                  <a:ext uri="{FF2B5EF4-FFF2-40B4-BE49-F238E27FC236}">
                    <a16:creationId xmlns:a16="http://schemas.microsoft.com/office/drawing/2014/main" id="{2E69DF1B-5B99-4AC6-A7F7-511295BE4BFA}"/>
                  </a:ext>
                </a:extLst>
              </p:cNvPr>
              <p:cNvSpPr/>
              <p:nvPr/>
            </p:nvSpPr>
            <p:spPr>
              <a:xfrm rot="5210808">
                <a:off x="2263341" y="5061647"/>
                <a:ext cx="654549" cy="836733"/>
              </a:xfrm>
              <a:prstGeom prst="ellipse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  <a:ln>
                <a:solidFill>
                  <a:schemeClr val="accent4"/>
                </a:solidFill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pic>
            <p:nvPicPr>
              <p:cNvPr id="614" name="图片 613">
                <a:extLst>
                  <a:ext uri="{FF2B5EF4-FFF2-40B4-BE49-F238E27FC236}">
                    <a16:creationId xmlns:a16="http://schemas.microsoft.com/office/drawing/2014/main" id="{4C463F0B-D9AF-40F9-9382-59BEB890592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177203" y="5395949"/>
                <a:ext cx="304800" cy="304800"/>
              </a:xfrm>
              <a:prstGeom prst="rect">
                <a:avLst/>
              </a:prstGeom>
            </p:spPr>
          </p:pic>
          <p:pic>
            <p:nvPicPr>
              <p:cNvPr id="615" name="图片 614">
                <a:extLst>
                  <a:ext uri="{FF2B5EF4-FFF2-40B4-BE49-F238E27FC236}">
                    <a16:creationId xmlns:a16="http://schemas.microsoft.com/office/drawing/2014/main" id="{BE44BBE9-FBC2-49CA-AE81-07E45113B1D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438510" y="5402928"/>
                <a:ext cx="281592" cy="281592"/>
              </a:xfrm>
              <a:prstGeom prst="rect">
                <a:avLst/>
              </a:prstGeom>
            </p:spPr>
          </p:pic>
          <p:pic>
            <p:nvPicPr>
              <p:cNvPr id="616" name="图片 615">
                <a:extLst>
                  <a:ext uri="{FF2B5EF4-FFF2-40B4-BE49-F238E27FC236}">
                    <a16:creationId xmlns:a16="http://schemas.microsoft.com/office/drawing/2014/main" id="{CCBE66FD-0308-4D20-8CCA-C1A71778A4E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119578" y="4735470"/>
                <a:ext cx="304800" cy="304800"/>
              </a:xfrm>
              <a:prstGeom prst="rect">
                <a:avLst/>
              </a:prstGeom>
            </p:spPr>
          </p:pic>
          <p:pic>
            <p:nvPicPr>
              <p:cNvPr id="617" name="图片 616">
                <a:extLst>
                  <a:ext uri="{FF2B5EF4-FFF2-40B4-BE49-F238E27FC236}">
                    <a16:creationId xmlns:a16="http://schemas.microsoft.com/office/drawing/2014/main" id="{1332BFBF-C166-4C98-95A5-635A10D91B1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767953" y="4866232"/>
                <a:ext cx="304800" cy="304800"/>
              </a:xfrm>
              <a:prstGeom prst="rect">
                <a:avLst/>
              </a:prstGeom>
            </p:spPr>
          </p:pic>
          <p:pic>
            <p:nvPicPr>
              <p:cNvPr id="618" name="图片 617">
                <a:extLst>
                  <a:ext uri="{FF2B5EF4-FFF2-40B4-BE49-F238E27FC236}">
                    <a16:creationId xmlns:a16="http://schemas.microsoft.com/office/drawing/2014/main" id="{CECB6CBC-08B4-4D79-A7DC-E446D7E035F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624959" y="5199340"/>
                <a:ext cx="304800" cy="304800"/>
              </a:xfrm>
              <a:prstGeom prst="rect">
                <a:avLst/>
              </a:prstGeom>
            </p:spPr>
          </p:pic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20" name="文本框 619">
                    <a:extLst>
                      <a:ext uri="{FF2B5EF4-FFF2-40B4-BE49-F238E27FC236}">
                        <a16:creationId xmlns:a16="http://schemas.microsoft.com/office/drawing/2014/main" id="{A8DD20F9-0317-41AD-900B-0B0F09D73241}"/>
                      </a:ext>
                    </a:extLst>
                  </p:cNvPr>
                  <p:cNvSpPr txBox="1"/>
                  <p:nvPr/>
                </p:nvSpPr>
                <p:spPr>
                  <a:xfrm>
                    <a:off x="1684364" y="5502798"/>
                    <a:ext cx="380810" cy="276999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sz="12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oMath>
                      </m:oMathPara>
                    </a14:m>
                    <a:endParaRPr lang="zh-CN" altLang="en-US" sz="1200" dirty="0"/>
                  </a:p>
                </p:txBody>
              </p:sp>
            </mc:Choice>
            <mc:Fallback xmlns="">
              <p:sp>
                <p:nvSpPr>
                  <p:cNvPr id="620" name="文本框 619">
                    <a:extLst>
                      <a:ext uri="{FF2B5EF4-FFF2-40B4-BE49-F238E27FC236}">
                        <a16:creationId xmlns:a16="http://schemas.microsoft.com/office/drawing/2014/main" id="{A8DD20F9-0317-41AD-900B-0B0F09D73241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684364" y="5502798"/>
                    <a:ext cx="380810" cy="276999"/>
                  </a:xfrm>
                  <a:prstGeom prst="rect">
                    <a:avLst/>
                  </a:prstGeom>
                  <a:blipFill>
                    <a:blip r:embed="rId10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21" name="文本框 620">
                    <a:extLst>
                      <a:ext uri="{FF2B5EF4-FFF2-40B4-BE49-F238E27FC236}">
                        <a16:creationId xmlns:a16="http://schemas.microsoft.com/office/drawing/2014/main" id="{41B12F56-5E15-4485-9C0C-99AE3ECC4C60}"/>
                      </a:ext>
                    </a:extLst>
                  </p:cNvPr>
                  <p:cNvSpPr txBox="1"/>
                  <p:nvPr/>
                </p:nvSpPr>
                <p:spPr>
                  <a:xfrm>
                    <a:off x="1873995" y="4599946"/>
                    <a:ext cx="380810" cy="276999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sz="12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oMath>
                      </m:oMathPara>
                    </a14:m>
                    <a:endParaRPr lang="zh-CN" altLang="en-US" sz="1200" dirty="0"/>
                  </a:p>
                </p:txBody>
              </p:sp>
            </mc:Choice>
            <mc:Fallback xmlns="">
              <p:sp>
                <p:nvSpPr>
                  <p:cNvPr id="621" name="文本框 620">
                    <a:extLst>
                      <a:ext uri="{FF2B5EF4-FFF2-40B4-BE49-F238E27FC236}">
                        <a16:creationId xmlns:a16="http://schemas.microsoft.com/office/drawing/2014/main" id="{41B12F56-5E15-4485-9C0C-99AE3ECC4C60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873995" y="4599946"/>
                    <a:ext cx="380810" cy="276999"/>
                  </a:xfrm>
                  <a:prstGeom prst="rect">
                    <a:avLst/>
                  </a:prstGeom>
                  <a:blipFill>
                    <a:blip r:embed="rId11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580" name="椭圆 579">
              <a:extLst>
                <a:ext uri="{FF2B5EF4-FFF2-40B4-BE49-F238E27FC236}">
                  <a16:creationId xmlns:a16="http://schemas.microsoft.com/office/drawing/2014/main" id="{2FC82DAC-BD3A-4D1B-8B37-764D3FAE2CC3}"/>
                </a:ext>
              </a:extLst>
            </p:cNvPr>
            <p:cNvSpPr/>
            <p:nvPr/>
          </p:nvSpPr>
          <p:spPr>
            <a:xfrm rot="5136353">
              <a:off x="3391418" y="4553791"/>
              <a:ext cx="579615" cy="686579"/>
            </a:xfrm>
            <a:prstGeom prst="ellipse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chemeClr val="accent4">
                  <a:lumMod val="20000"/>
                  <a:lumOff val="80000"/>
                </a:schemeClr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pic>
          <p:nvPicPr>
            <p:cNvPr id="581" name="图片 580">
              <a:extLst>
                <a:ext uri="{FF2B5EF4-FFF2-40B4-BE49-F238E27FC236}">
                  <a16:creationId xmlns:a16="http://schemas.microsoft.com/office/drawing/2014/main" id="{FFAA5F92-FA48-4838-A271-D133AF9CBC9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699141" y="4669285"/>
              <a:ext cx="304800" cy="304800"/>
            </a:xfrm>
            <a:prstGeom prst="rect">
              <a:avLst/>
            </a:prstGeom>
          </p:spPr>
        </p:pic>
        <p:pic>
          <p:nvPicPr>
            <p:cNvPr id="582" name="图片 581">
              <a:extLst>
                <a:ext uri="{FF2B5EF4-FFF2-40B4-BE49-F238E27FC236}">
                  <a16:creationId xmlns:a16="http://schemas.microsoft.com/office/drawing/2014/main" id="{2E0859E2-855B-44B4-B181-7783AB33FD5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347516" y="4800047"/>
              <a:ext cx="304800" cy="304800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84" name="文本框 583">
                  <a:extLst>
                    <a:ext uri="{FF2B5EF4-FFF2-40B4-BE49-F238E27FC236}">
                      <a16:creationId xmlns:a16="http://schemas.microsoft.com/office/drawing/2014/main" id="{E7E34E03-EB08-47D7-BED1-6BE89D0372F8}"/>
                    </a:ext>
                  </a:extLst>
                </p:cNvPr>
                <p:cNvSpPr txBox="1"/>
                <p:nvPr/>
              </p:nvSpPr>
              <p:spPr>
                <a:xfrm>
                  <a:off x="3393467" y="4598413"/>
                  <a:ext cx="380810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2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584" name="文本框 583">
                  <a:extLst>
                    <a:ext uri="{FF2B5EF4-FFF2-40B4-BE49-F238E27FC236}">
                      <a16:creationId xmlns:a16="http://schemas.microsoft.com/office/drawing/2014/main" id="{E7E34E03-EB08-47D7-BED1-6BE89D0372F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93467" y="4598413"/>
                  <a:ext cx="380810" cy="276999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74" name="立方体 573">
              <a:extLst>
                <a:ext uri="{FF2B5EF4-FFF2-40B4-BE49-F238E27FC236}">
                  <a16:creationId xmlns:a16="http://schemas.microsoft.com/office/drawing/2014/main" id="{89735A1E-690C-4086-A4E1-4CB3CA32F3A7}"/>
                </a:ext>
              </a:extLst>
            </p:cNvPr>
            <p:cNvSpPr/>
            <p:nvPr/>
          </p:nvSpPr>
          <p:spPr>
            <a:xfrm>
              <a:off x="2363952" y="3627031"/>
              <a:ext cx="434373" cy="732215"/>
            </a:xfrm>
            <a:prstGeom prst="cube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accent1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585" name="组合 584">
              <a:extLst>
                <a:ext uri="{FF2B5EF4-FFF2-40B4-BE49-F238E27FC236}">
                  <a16:creationId xmlns:a16="http://schemas.microsoft.com/office/drawing/2014/main" id="{8ACAEF91-8140-4D2C-808E-F289C0595B1F}"/>
                </a:ext>
              </a:extLst>
            </p:cNvPr>
            <p:cNvGrpSpPr/>
            <p:nvPr/>
          </p:nvGrpSpPr>
          <p:grpSpPr>
            <a:xfrm>
              <a:off x="3001230" y="5275298"/>
              <a:ext cx="754240" cy="739885"/>
              <a:chOff x="4529992" y="4803810"/>
              <a:chExt cx="754240" cy="739885"/>
            </a:xfrm>
          </p:grpSpPr>
          <p:sp>
            <p:nvSpPr>
              <p:cNvPr id="596" name="椭圆 595">
                <a:extLst>
                  <a:ext uri="{FF2B5EF4-FFF2-40B4-BE49-F238E27FC236}">
                    <a16:creationId xmlns:a16="http://schemas.microsoft.com/office/drawing/2014/main" id="{DF3FC0D9-78B0-468A-B003-802B02A531F6}"/>
                  </a:ext>
                </a:extLst>
              </p:cNvPr>
              <p:cNvSpPr/>
              <p:nvPr/>
            </p:nvSpPr>
            <p:spPr>
              <a:xfrm rot="4993526">
                <a:off x="4583474" y="4750328"/>
                <a:ext cx="579615" cy="686579"/>
              </a:xfrm>
              <a:prstGeom prst="ellipse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solidFill>
                  <a:schemeClr val="accent4">
                    <a:lumMod val="60000"/>
                    <a:lumOff val="40000"/>
                  </a:schemeClr>
                </a:solidFill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pic>
            <p:nvPicPr>
              <p:cNvPr id="597" name="图片 596">
                <a:extLst>
                  <a:ext uri="{FF2B5EF4-FFF2-40B4-BE49-F238E27FC236}">
                    <a16:creationId xmlns:a16="http://schemas.microsoft.com/office/drawing/2014/main" id="{B7BBB5BE-B4B0-41E3-B2CA-CF9CD49231C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4739488" y="5145044"/>
                <a:ext cx="237849" cy="237849"/>
              </a:xfrm>
              <a:prstGeom prst="rect">
                <a:avLst/>
              </a:prstGeom>
            </p:spPr>
          </p:pic>
          <p:pic>
            <p:nvPicPr>
              <p:cNvPr id="598" name="图片 597">
                <a:extLst>
                  <a:ext uri="{FF2B5EF4-FFF2-40B4-BE49-F238E27FC236}">
                    <a16:creationId xmlns:a16="http://schemas.microsoft.com/office/drawing/2014/main" id="{2AA70575-C301-4CAF-A6C0-3FAEABD16D5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4916557" y="4840563"/>
                <a:ext cx="239596" cy="239596"/>
              </a:xfrm>
              <a:prstGeom prst="rect">
                <a:avLst/>
              </a:prstGeom>
            </p:spPr>
          </p:pic>
          <p:pic>
            <p:nvPicPr>
              <p:cNvPr id="599" name="图片 598">
                <a:extLst>
                  <a:ext uri="{FF2B5EF4-FFF2-40B4-BE49-F238E27FC236}">
                    <a16:creationId xmlns:a16="http://schemas.microsoft.com/office/drawing/2014/main" id="{152626A9-C6AE-4885-A3B5-C72C573A331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4555567" y="4905247"/>
                <a:ext cx="281592" cy="281592"/>
              </a:xfrm>
              <a:prstGeom prst="rect">
                <a:avLst/>
              </a:prstGeom>
            </p:spPr>
          </p:pic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600" name="文本框 599">
                    <a:extLst>
                      <a:ext uri="{FF2B5EF4-FFF2-40B4-BE49-F238E27FC236}">
                        <a16:creationId xmlns:a16="http://schemas.microsoft.com/office/drawing/2014/main" id="{89D1B75F-D720-43B2-9467-9073DC6D7DD0}"/>
                      </a:ext>
                    </a:extLst>
                  </p:cNvPr>
                  <p:cNvSpPr txBox="1"/>
                  <p:nvPr/>
                </p:nvSpPr>
                <p:spPr>
                  <a:xfrm>
                    <a:off x="4903422" y="5266696"/>
                    <a:ext cx="380810" cy="276999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sz="12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oMath>
                      </m:oMathPara>
                    </a14:m>
                    <a:endParaRPr lang="zh-CN" altLang="en-US" sz="1200" dirty="0"/>
                  </a:p>
                </p:txBody>
              </p:sp>
            </mc:Choice>
            <mc:Fallback>
              <p:sp>
                <p:nvSpPr>
                  <p:cNvPr id="600" name="文本框 599">
                    <a:extLst>
                      <a:ext uri="{FF2B5EF4-FFF2-40B4-BE49-F238E27FC236}">
                        <a16:creationId xmlns:a16="http://schemas.microsoft.com/office/drawing/2014/main" id="{89D1B75F-D720-43B2-9467-9073DC6D7DD0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903422" y="5266696"/>
                    <a:ext cx="380810" cy="276999"/>
                  </a:xfrm>
                  <a:prstGeom prst="rect">
                    <a:avLst/>
                  </a:prstGeom>
                  <a:blipFill>
                    <a:blip r:embed="rId13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586" name="组合 585">
              <a:extLst>
                <a:ext uri="{FF2B5EF4-FFF2-40B4-BE49-F238E27FC236}">
                  <a16:creationId xmlns:a16="http://schemas.microsoft.com/office/drawing/2014/main" id="{E2616EAB-C025-4E5A-A584-BCB6187BEAD0}"/>
                </a:ext>
              </a:extLst>
            </p:cNvPr>
            <p:cNvGrpSpPr/>
            <p:nvPr/>
          </p:nvGrpSpPr>
          <p:grpSpPr>
            <a:xfrm>
              <a:off x="3974856" y="4833652"/>
              <a:ext cx="836733" cy="894538"/>
              <a:chOff x="5289306" y="4655058"/>
              <a:chExt cx="836733" cy="894538"/>
            </a:xfrm>
          </p:grpSpPr>
          <p:pic>
            <p:nvPicPr>
              <p:cNvPr id="591" name="图片 590">
                <a:extLst>
                  <a:ext uri="{FF2B5EF4-FFF2-40B4-BE49-F238E27FC236}">
                    <a16:creationId xmlns:a16="http://schemas.microsoft.com/office/drawing/2014/main" id="{48008523-C8BD-41B3-837E-95A99DD55CF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674949" y="4733363"/>
                <a:ext cx="304800" cy="304800"/>
              </a:xfrm>
              <a:prstGeom prst="rect">
                <a:avLst/>
              </a:prstGeom>
            </p:spPr>
          </p:pic>
          <p:sp>
            <p:nvSpPr>
              <p:cNvPr id="592" name="椭圆 591">
                <a:extLst>
                  <a:ext uri="{FF2B5EF4-FFF2-40B4-BE49-F238E27FC236}">
                    <a16:creationId xmlns:a16="http://schemas.microsoft.com/office/drawing/2014/main" id="{39160B45-C6E9-44B4-9FE5-8D7BACC804FE}"/>
                  </a:ext>
                </a:extLst>
              </p:cNvPr>
              <p:cNvSpPr/>
              <p:nvPr/>
            </p:nvSpPr>
            <p:spPr>
              <a:xfrm rot="5210808">
                <a:off x="5380398" y="4563966"/>
                <a:ext cx="654549" cy="836733"/>
              </a:xfrm>
              <a:prstGeom prst="ellipse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  <a:ln>
                <a:solidFill>
                  <a:schemeClr val="accent4"/>
                </a:solidFill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pic>
            <p:nvPicPr>
              <p:cNvPr id="593" name="图片 592">
                <a:extLst>
                  <a:ext uri="{FF2B5EF4-FFF2-40B4-BE49-F238E27FC236}">
                    <a16:creationId xmlns:a16="http://schemas.microsoft.com/office/drawing/2014/main" id="{9D591761-7555-4FF7-9B58-12663D9266D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294260" y="4898268"/>
                <a:ext cx="304800" cy="304800"/>
              </a:xfrm>
              <a:prstGeom prst="rect">
                <a:avLst/>
              </a:prstGeom>
            </p:spPr>
          </p:pic>
          <p:pic>
            <p:nvPicPr>
              <p:cNvPr id="594" name="图片 593">
                <a:extLst>
                  <a:ext uri="{FF2B5EF4-FFF2-40B4-BE49-F238E27FC236}">
                    <a16:creationId xmlns:a16="http://schemas.microsoft.com/office/drawing/2014/main" id="{C5C83BDE-5349-4CFC-85B5-CDCD3B182AC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742016" y="4793099"/>
                <a:ext cx="304800" cy="304800"/>
              </a:xfrm>
              <a:prstGeom prst="rect">
                <a:avLst/>
              </a:prstGeom>
            </p:spPr>
          </p:pic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95" name="文本框 594">
                    <a:extLst>
                      <a:ext uri="{FF2B5EF4-FFF2-40B4-BE49-F238E27FC236}">
                        <a16:creationId xmlns:a16="http://schemas.microsoft.com/office/drawing/2014/main" id="{55C49615-0B9C-488C-B45E-41D1B2844CFD}"/>
                      </a:ext>
                    </a:extLst>
                  </p:cNvPr>
                  <p:cNvSpPr txBox="1"/>
                  <p:nvPr/>
                </p:nvSpPr>
                <p:spPr>
                  <a:xfrm>
                    <a:off x="5485457" y="5272597"/>
                    <a:ext cx="380810" cy="276999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sz="12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oMath>
                      </m:oMathPara>
                    </a14:m>
                    <a:endParaRPr lang="zh-CN" altLang="en-US" sz="1200" dirty="0"/>
                  </a:p>
                </p:txBody>
              </p:sp>
            </mc:Choice>
            <mc:Fallback xmlns="">
              <p:sp>
                <p:nvSpPr>
                  <p:cNvPr id="595" name="文本框 594">
                    <a:extLst>
                      <a:ext uri="{FF2B5EF4-FFF2-40B4-BE49-F238E27FC236}">
                        <a16:creationId xmlns:a16="http://schemas.microsoft.com/office/drawing/2014/main" id="{55C49615-0B9C-488C-B45E-41D1B2844CFD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485457" y="5272597"/>
                    <a:ext cx="380810" cy="276999"/>
                  </a:xfrm>
                  <a:prstGeom prst="rect">
                    <a:avLst/>
                  </a:prstGeom>
                  <a:blipFill>
                    <a:blip r:embed="rId14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587" name="立方体 586">
              <a:extLst>
                <a:ext uri="{FF2B5EF4-FFF2-40B4-BE49-F238E27FC236}">
                  <a16:creationId xmlns:a16="http://schemas.microsoft.com/office/drawing/2014/main" id="{143B46B2-8D27-4837-B61E-250C01194E23}"/>
                </a:ext>
              </a:extLst>
            </p:cNvPr>
            <p:cNvSpPr/>
            <p:nvPr/>
          </p:nvSpPr>
          <p:spPr>
            <a:xfrm>
              <a:off x="1910705" y="5300077"/>
              <a:ext cx="539077" cy="699620"/>
            </a:xfrm>
            <a:prstGeom prst="cube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accent1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88" name="立方体 587">
              <a:extLst>
                <a:ext uri="{FF2B5EF4-FFF2-40B4-BE49-F238E27FC236}">
                  <a16:creationId xmlns:a16="http://schemas.microsoft.com/office/drawing/2014/main" id="{44105EF5-886F-4749-B45B-F40FD6841EBA}"/>
                </a:ext>
              </a:extLst>
            </p:cNvPr>
            <p:cNvSpPr/>
            <p:nvPr/>
          </p:nvSpPr>
          <p:spPr>
            <a:xfrm>
              <a:off x="4677116" y="4289874"/>
              <a:ext cx="496637" cy="594917"/>
            </a:xfrm>
            <a:prstGeom prst="cube">
              <a:avLst>
                <a:gd name="adj" fmla="val 19877"/>
              </a:avLst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accent1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cxnSp>
        <p:nvCxnSpPr>
          <p:cNvPr id="590" name="直接连接符 589">
            <a:extLst>
              <a:ext uri="{FF2B5EF4-FFF2-40B4-BE49-F238E27FC236}">
                <a16:creationId xmlns:a16="http://schemas.microsoft.com/office/drawing/2014/main" id="{66FE54C9-FA5E-4067-87E9-4D83F7FAABFB}"/>
              </a:ext>
            </a:extLst>
          </p:cNvPr>
          <p:cNvCxnSpPr>
            <a:cxnSpLocks/>
            <a:stCxn id="516" idx="2"/>
            <a:endCxn id="613" idx="4"/>
          </p:cNvCxnSpPr>
          <p:nvPr/>
        </p:nvCxnSpPr>
        <p:spPr>
          <a:xfrm flipH="1">
            <a:off x="1370889" y="2784171"/>
            <a:ext cx="385650" cy="2922967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2" name="直接连接符 531">
            <a:extLst>
              <a:ext uri="{FF2B5EF4-FFF2-40B4-BE49-F238E27FC236}">
                <a16:creationId xmlns:a16="http://schemas.microsoft.com/office/drawing/2014/main" id="{48D72933-A91B-490F-80DB-8FA545F0E2CD}"/>
              </a:ext>
            </a:extLst>
          </p:cNvPr>
          <p:cNvCxnSpPr>
            <a:cxnSpLocks/>
            <a:stCxn id="513" idx="2"/>
            <a:endCxn id="605" idx="0"/>
          </p:cNvCxnSpPr>
          <p:nvPr/>
        </p:nvCxnSpPr>
        <p:spPr>
          <a:xfrm>
            <a:off x="1336620" y="2345678"/>
            <a:ext cx="305330" cy="2795397"/>
          </a:xfrm>
          <a:prstGeom prst="line">
            <a:avLst/>
          </a:prstGeom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9" name="直接连接符 588">
            <a:extLst>
              <a:ext uri="{FF2B5EF4-FFF2-40B4-BE49-F238E27FC236}">
                <a16:creationId xmlns:a16="http://schemas.microsoft.com/office/drawing/2014/main" id="{EB2F6783-3FC6-4DAC-B3C7-E90DC6A14249}"/>
              </a:ext>
            </a:extLst>
          </p:cNvPr>
          <p:cNvCxnSpPr>
            <a:cxnSpLocks/>
            <a:stCxn id="515" idx="2"/>
            <a:endCxn id="606" idx="0"/>
          </p:cNvCxnSpPr>
          <p:nvPr/>
        </p:nvCxnSpPr>
        <p:spPr>
          <a:xfrm>
            <a:off x="900994" y="2857695"/>
            <a:ext cx="394130" cy="2897219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1" name="直接连接符 530">
            <a:extLst>
              <a:ext uri="{FF2B5EF4-FFF2-40B4-BE49-F238E27FC236}">
                <a16:creationId xmlns:a16="http://schemas.microsoft.com/office/drawing/2014/main" id="{07446E2E-C9C5-426D-B3BE-468C03016796}"/>
              </a:ext>
            </a:extLst>
          </p:cNvPr>
          <p:cNvCxnSpPr>
            <a:cxnSpLocks/>
            <a:stCxn id="513" idx="2"/>
            <a:endCxn id="605" idx="4"/>
          </p:cNvCxnSpPr>
          <p:nvPr/>
        </p:nvCxnSpPr>
        <p:spPr>
          <a:xfrm flipH="1">
            <a:off x="957389" y="2345678"/>
            <a:ext cx="379231" cy="2848001"/>
          </a:xfrm>
          <a:prstGeom prst="line">
            <a:avLst/>
          </a:prstGeom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5" name="箭头: 右 624">
            <a:extLst>
              <a:ext uri="{FF2B5EF4-FFF2-40B4-BE49-F238E27FC236}">
                <a16:creationId xmlns:a16="http://schemas.microsoft.com/office/drawing/2014/main" id="{49C0FC55-71D6-429D-AE12-A43425E3F24F}"/>
              </a:ext>
            </a:extLst>
          </p:cNvPr>
          <p:cNvSpPr/>
          <p:nvPr/>
        </p:nvSpPr>
        <p:spPr>
          <a:xfrm>
            <a:off x="5801213" y="4835642"/>
            <a:ext cx="685800" cy="190500"/>
          </a:xfrm>
          <a:prstGeom prst="rightArrow">
            <a:avLst/>
          </a:prstGeom>
          <a:solidFill>
            <a:srgbClr val="92D050"/>
          </a:solidFill>
          <a:ln>
            <a:solidFill>
              <a:srgbClr val="92D05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27" name="箭头: 右 626">
            <a:extLst>
              <a:ext uri="{FF2B5EF4-FFF2-40B4-BE49-F238E27FC236}">
                <a16:creationId xmlns:a16="http://schemas.microsoft.com/office/drawing/2014/main" id="{D57BB293-F80C-4B69-8FA0-AD2E7CF9A910}"/>
              </a:ext>
            </a:extLst>
          </p:cNvPr>
          <p:cNvSpPr/>
          <p:nvPr/>
        </p:nvSpPr>
        <p:spPr>
          <a:xfrm>
            <a:off x="5801213" y="1797167"/>
            <a:ext cx="685800" cy="190500"/>
          </a:xfrm>
          <a:prstGeom prst="rightArrow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529" name="直接连接符 528">
            <a:extLst>
              <a:ext uri="{FF2B5EF4-FFF2-40B4-BE49-F238E27FC236}">
                <a16:creationId xmlns:a16="http://schemas.microsoft.com/office/drawing/2014/main" id="{BDADE602-F8FA-4A31-BD89-A95360F3CC41}"/>
              </a:ext>
            </a:extLst>
          </p:cNvPr>
          <p:cNvCxnSpPr>
            <a:cxnSpLocks/>
            <a:stCxn id="516" idx="2"/>
            <a:endCxn id="613" idx="0"/>
          </p:cNvCxnSpPr>
          <p:nvPr/>
        </p:nvCxnSpPr>
        <p:spPr>
          <a:xfrm>
            <a:off x="1756539" y="2784171"/>
            <a:ext cx="449817" cy="2876941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4" name="星形: 五角 233">
            <a:extLst>
              <a:ext uri="{FF2B5EF4-FFF2-40B4-BE49-F238E27FC236}">
                <a16:creationId xmlns:a16="http://schemas.microsoft.com/office/drawing/2014/main" id="{7DDA0F1D-E154-46EB-BE54-A45463913591}"/>
              </a:ext>
            </a:extLst>
          </p:cNvPr>
          <p:cNvSpPr/>
          <p:nvPr/>
        </p:nvSpPr>
        <p:spPr>
          <a:xfrm rot="20997962">
            <a:off x="3246919" y="5519988"/>
            <a:ext cx="104245" cy="105269"/>
          </a:xfrm>
          <a:prstGeom prst="star5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5" name="星形: 五角 234">
            <a:extLst>
              <a:ext uri="{FF2B5EF4-FFF2-40B4-BE49-F238E27FC236}">
                <a16:creationId xmlns:a16="http://schemas.microsoft.com/office/drawing/2014/main" id="{F7F58114-93DD-415F-A2C7-538384E520B9}"/>
              </a:ext>
            </a:extLst>
          </p:cNvPr>
          <p:cNvSpPr/>
          <p:nvPr/>
        </p:nvSpPr>
        <p:spPr>
          <a:xfrm rot="1548584">
            <a:off x="2531605" y="5067022"/>
            <a:ext cx="105269" cy="104245"/>
          </a:xfrm>
          <a:prstGeom prst="star5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36" name="星形: 五角 235">
            <a:extLst>
              <a:ext uri="{FF2B5EF4-FFF2-40B4-BE49-F238E27FC236}">
                <a16:creationId xmlns:a16="http://schemas.microsoft.com/office/drawing/2014/main" id="{7895F05B-9B87-4F38-905E-C6ACFAC11FC1}"/>
              </a:ext>
            </a:extLst>
          </p:cNvPr>
          <p:cNvSpPr/>
          <p:nvPr/>
        </p:nvSpPr>
        <p:spPr>
          <a:xfrm>
            <a:off x="4772498" y="4677393"/>
            <a:ext cx="92662" cy="105269"/>
          </a:xfrm>
          <a:prstGeom prst="star5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51" name="箭头: 下 50">
            <a:extLst>
              <a:ext uri="{FF2B5EF4-FFF2-40B4-BE49-F238E27FC236}">
                <a16:creationId xmlns:a16="http://schemas.microsoft.com/office/drawing/2014/main" id="{D725A393-D50F-43BA-86F0-D0DDE2AC148E}"/>
              </a:ext>
            </a:extLst>
          </p:cNvPr>
          <p:cNvSpPr/>
          <p:nvPr/>
        </p:nvSpPr>
        <p:spPr>
          <a:xfrm>
            <a:off x="2151142" y="3080606"/>
            <a:ext cx="205563" cy="1178974"/>
          </a:xfrm>
          <a:prstGeom prst="downArrow">
            <a:avLst>
              <a:gd name="adj1" fmla="val 50000"/>
              <a:gd name="adj2" fmla="val 122414"/>
            </a:avLst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0" name="箭头: 下 249">
            <a:extLst>
              <a:ext uri="{FF2B5EF4-FFF2-40B4-BE49-F238E27FC236}">
                <a16:creationId xmlns:a16="http://schemas.microsoft.com/office/drawing/2014/main" id="{C4DDC77E-7D51-4316-9B61-0FDE864BBFCF}"/>
              </a:ext>
            </a:extLst>
          </p:cNvPr>
          <p:cNvSpPr/>
          <p:nvPr/>
        </p:nvSpPr>
        <p:spPr>
          <a:xfrm rot="10800000">
            <a:off x="3923228" y="3073518"/>
            <a:ext cx="205563" cy="1155582"/>
          </a:xfrm>
          <a:prstGeom prst="downArrow">
            <a:avLst>
              <a:gd name="adj1" fmla="val 50000"/>
              <a:gd name="adj2" fmla="val 98276"/>
            </a:avLst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3" name="文本框 52">
            <a:extLst>
              <a:ext uri="{FF2B5EF4-FFF2-40B4-BE49-F238E27FC236}">
                <a16:creationId xmlns:a16="http://schemas.microsoft.com/office/drawing/2014/main" id="{72318F9E-E578-404C-9715-42086BD29664}"/>
              </a:ext>
            </a:extLst>
          </p:cNvPr>
          <p:cNvSpPr txBox="1"/>
          <p:nvPr/>
        </p:nvSpPr>
        <p:spPr>
          <a:xfrm>
            <a:off x="1280340" y="3327869"/>
            <a:ext cx="902811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全局引导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83" name="文本框 282">
                <a:extLst>
                  <a:ext uri="{FF2B5EF4-FFF2-40B4-BE49-F238E27FC236}">
                    <a16:creationId xmlns:a16="http://schemas.microsoft.com/office/drawing/2014/main" id="{D32D3581-37BE-430A-A095-76E70E6EC1A4}"/>
                  </a:ext>
                </a:extLst>
              </p:cNvPr>
              <p:cNvSpPr txBox="1"/>
              <p:nvPr/>
            </p:nvSpPr>
            <p:spPr>
              <a:xfrm>
                <a:off x="1630260" y="5643905"/>
                <a:ext cx="473528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CN" altLang="en-US" sz="1200" dirty="0"/>
              </a:p>
            </p:txBody>
          </p:sp>
        </mc:Choice>
        <mc:Fallback>
          <p:sp>
            <p:nvSpPr>
              <p:cNvPr id="283" name="文本框 282">
                <a:extLst>
                  <a:ext uri="{FF2B5EF4-FFF2-40B4-BE49-F238E27FC236}">
                    <a16:creationId xmlns:a16="http://schemas.microsoft.com/office/drawing/2014/main" id="{D32D3581-37BE-430A-A095-76E70E6EC1A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30260" y="5643905"/>
                <a:ext cx="473528" cy="276999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59" name="文本框 358">
            <a:extLst>
              <a:ext uri="{FF2B5EF4-FFF2-40B4-BE49-F238E27FC236}">
                <a16:creationId xmlns:a16="http://schemas.microsoft.com/office/drawing/2014/main" id="{E610095C-E527-4ED5-B1FA-10625BAFBE23}"/>
              </a:ext>
            </a:extLst>
          </p:cNvPr>
          <p:cNvSpPr txBox="1"/>
          <p:nvPr/>
        </p:nvSpPr>
        <p:spPr>
          <a:xfrm>
            <a:off x="2203303" y="768378"/>
            <a:ext cx="131517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9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需重新规划的簇路径</a:t>
            </a:r>
          </a:p>
        </p:txBody>
      </p:sp>
      <p:sp>
        <p:nvSpPr>
          <p:cNvPr id="361" name="文本框 360">
            <a:extLst>
              <a:ext uri="{FF2B5EF4-FFF2-40B4-BE49-F238E27FC236}">
                <a16:creationId xmlns:a16="http://schemas.microsoft.com/office/drawing/2014/main" id="{F4A9B701-AC29-4679-BBDB-EA09762F3529}"/>
              </a:ext>
            </a:extLst>
          </p:cNvPr>
          <p:cNvSpPr txBox="1"/>
          <p:nvPr/>
        </p:nvSpPr>
        <p:spPr>
          <a:xfrm>
            <a:off x="2750611" y="2720411"/>
            <a:ext cx="76596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900" dirty="0">
                <a:solidFill>
                  <a:schemeClr val="accent6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无需重规划</a:t>
            </a:r>
          </a:p>
        </p:txBody>
      </p:sp>
      <p:sp>
        <p:nvSpPr>
          <p:cNvPr id="75" name="流程图: 决策 74">
            <a:extLst>
              <a:ext uri="{FF2B5EF4-FFF2-40B4-BE49-F238E27FC236}">
                <a16:creationId xmlns:a16="http://schemas.microsoft.com/office/drawing/2014/main" id="{847C9905-0EBE-4410-83CA-1120069E5B48}"/>
              </a:ext>
            </a:extLst>
          </p:cNvPr>
          <p:cNvSpPr/>
          <p:nvPr/>
        </p:nvSpPr>
        <p:spPr>
          <a:xfrm>
            <a:off x="8511540" y="2103120"/>
            <a:ext cx="1859280" cy="678180"/>
          </a:xfrm>
          <a:prstGeom prst="flowChartDecision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9" name="文本框 378">
            <a:extLst>
              <a:ext uri="{FF2B5EF4-FFF2-40B4-BE49-F238E27FC236}">
                <a16:creationId xmlns:a16="http://schemas.microsoft.com/office/drawing/2014/main" id="{AD077F02-C1E7-4DCF-9C47-36F1EDCC8581}"/>
              </a:ext>
            </a:extLst>
          </p:cNvPr>
          <p:cNvSpPr txBox="1"/>
          <p:nvPr/>
        </p:nvSpPr>
        <p:spPr>
          <a:xfrm>
            <a:off x="8681515" y="2304786"/>
            <a:ext cx="155976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/>
              <a:t>②全局路径是否碰撞</a:t>
            </a:r>
          </a:p>
        </p:txBody>
      </p:sp>
      <p:cxnSp>
        <p:nvCxnSpPr>
          <p:cNvPr id="77" name="直接箭头连接符 76">
            <a:extLst>
              <a:ext uri="{FF2B5EF4-FFF2-40B4-BE49-F238E27FC236}">
                <a16:creationId xmlns:a16="http://schemas.microsoft.com/office/drawing/2014/main" id="{BF3E9FA1-8B00-4BF9-8122-A2845E318C85}"/>
              </a:ext>
            </a:extLst>
          </p:cNvPr>
          <p:cNvCxnSpPr>
            <a:cxnSpLocks/>
          </p:cNvCxnSpPr>
          <p:nvPr/>
        </p:nvCxnSpPr>
        <p:spPr>
          <a:xfrm flipH="1">
            <a:off x="7563640" y="1851660"/>
            <a:ext cx="2" cy="210863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81" name="直接箭头连接符 380">
            <a:extLst>
              <a:ext uri="{FF2B5EF4-FFF2-40B4-BE49-F238E27FC236}">
                <a16:creationId xmlns:a16="http://schemas.microsoft.com/office/drawing/2014/main" id="{06F086E4-E148-4CAC-B939-6A5076ADDC64}"/>
              </a:ext>
            </a:extLst>
          </p:cNvPr>
          <p:cNvCxnSpPr>
            <a:cxnSpLocks/>
            <a:stCxn id="23" idx="2"/>
            <a:endCxn id="26" idx="0"/>
          </p:cNvCxnSpPr>
          <p:nvPr/>
        </p:nvCxnSpPr>
        <p:spPr>
          <a:xfrm>
            <a:off x="7891300" y="4518660"/>
            <a:ext cx="1" cy="39039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8" name="连接符: 肘形 87">
            <a:extLst>
              <a:ext uri="{FF2B5EF4-FFF2-40B4-BE49-F238E27FC236}">
                <a16:creationId xmlns:a16="http://schemas.microsoft.com/office/drawing/2014/main" id="{B3E72184-2193-49E8-9422-8BBD519A6202}"/>
              </a:ext>
            </a:extLst>
          </p:cNvPr>
          <p:cNvCxnSpPr>
            <a:cxnSpLocks/>
            <a:stCxn id="26" idx="3"/>
            <a:endCxn id="370" idx="2"/>
          </p:cNvCxnSpPr>
          <p:nvPr/>
        </p:nvCxnSpPr>
        <p:spPr>
          <a:xfrm flipV="1">
            <a:off x="8694090" y="4730599"/>
            <a:ext cx="1142612" cy="464208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85" name="连接符: 肘形 384">
            <a:extLst>
              <a:ext uri="{FF2B5EF4-FFF2-40B4-BE49-F238E27FC236}">
                <a16:creationId xmlns:a16="http://schemas.microsoft.com/office/drawing/2014/main" id="{8CE26109-64CA-429C-B054-62D5B7CED3B1}"/>
              </a:ext>
            </a:extLst>
          </p:cNvPr>
          <p:cNvCxnSpPr>
            <a:cxnSpLocks/>
            <a:stCxn id="370" idx="0"/>
            <a:endCxn id="75" idx="2"/>
          </p:cNvCxnSpPr>
          <p:nvPr/>
        </p:nvCxnSpPr>
        <p:spPr>
          <a:xfrm rot="16200000" flipV="1">
            <a:off x="8995166" y="3227315"/>
            <a:ext cx="1287551" cy="395522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99" name="文本框 98">
            <a:extLst>
              <a:ext uri="{FF2B5EF4-FFF2-40B4-BE49-F238E27FC236}">
                <a16:creationId xmlns:a16="http://schemas.microsoft.com/office/drawing/2014/main" id="{3D2139C9-46F5-4929-A41C-50FB6DE5F9FE}"/>
              </a:ext>
            </a:extLst>
          </p:cNvPr>
          <p:cNvSpPr txBox="1"/>
          <p:nvPr/>
        </p:nvSpPr>
        <p:spPr>
          <a:xfrm>
            <a:off x="10276721" y="1953023"/>
            <a:ext cx="33855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200" b="1" dirty="0"/>
              <a:t>是</a:t>
            </a:r>
          </a:p>
        </p:txBody>
      </p:sp>
      <p:sp>
        <p:nvSpPr>
          <p:cNvPr id="387" name="文本框 386">
            <a:extLst>
              <a:ext uri="{FF2B5EF4-FFF2-40B4-BE49-F238E27FC236}">
                <a16:creationId xmlns:a16="http://schemas.microsoft.com/office/drawing/2014/main" id="{5B6D0795-3715-4911-A6DB-C8D82C93E2D9}"/>
              </a:ext>
            </a:extLst>
          </p:cNvPr>
          <p:cNvSpPr txBox="1"/>
          <p:nvPr/>
        </p:nvSpPr>
        <p:spPr>
          <a:xfrm>
            <a:off x="7840980" y="2697480"/>
            <a:ext cx="33855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200" b="1" dirty="0"/>
              <a:t>否</a:t>
            </a:r>
          </a:p>
        </p:txBody>
      </p:sp>
      <p:cxnSp>
        <p:nvCxnSpPr>
          <p:cNvPr id="389" name="连接符: 肘形 388">
            <a:extLst>
              <a:ext uri="{FF2B5EF4-FFF2-40B4-BE49-F238E27FC236}">
                <a16:creationId xmlns:a16="http://schemas.microsoft.com/office/drawing/2014/main" id="{F75D99F3-FA99-4409-863D-06458B1E9FC6}"/>
              </a:ext>
            </a:extLst>
          </p:cNvPr>
          <p:cNvCxnSpPr>
            <a:cxnSpLocks/>
            <a:stCxn id="75" idx="1"/>
          </p:cNvCxnSpPr>
          <p:nvPr/>
        </p:nvCxnSpPr>
        <p:spPr>
          <a:xfrm rot="10800000" flipV="1">
            <a:off x="8176260" y="2442210"/>
            <a:ext cx="335280" cy="1527810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91" name="连接符: 肘形 390">
            <a:extLst>
              <a:ext uri="{FF2B5EF4-FFF2-40B4-BE49-F238E27FC236}">
                <a16:creationId xmlns:a16="http://schemas.microsoft.com/office/drawing/2014/main" id="{463BFFA8-D9B5-4E59-8525-B1E20D93265D}"/>
              </a:ext>
            </a:extLst>
          </p:cNvPr>
          <p:cNvCxnSpPr>
            <a:cxnSpLocks/>
            <a:stCxn id="75" idx="3"/>
            <a:endCxn id="21" idx="3"/>
          </p:cNvCxnSpPr>
          <p:nvPr/>
        </p:nvCxnSpPr>
        <p:spPr>
          <a:xfrm flipV="1">
            <a:off x="10370820" y="1535431"/>
            <a:ext cx="7106" cy="906779"/>
          </a:xfrm>
          <a:prstGeom prst="bentConnector3">
            <a:avLst>
              <a:gd name="adj1" fmla="val 3317000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98" name="直接箭头连接符 397">
            <a:extLst>
              <a:ext uri="{FF2B5EF4-FFF2-40B4-BE49-F238E27FC236}">
                <a16:creationId xmlns:a16="http://schemas.microsoft.com/office/drawing/2014/main" id="{3F994374-CA35-45D9-99D5-226049675EB2}"/>
              </a:ext>
            </a:extLst>
          </p:cNvPr>
          <p:cNvCxnSpPr>
            <a:cxnSpLocks/>
            <a:endCxn id="75" idx="0"/>
          </p:cNvCxnSpPr>
          <p:nvPr/>
        </p:nvCxnSpPr>
        <p:spPr>
          <a:xfrm>
            <a:off x="9441180" y="1828800"/>
            <a:ext cx="0" cy="27432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18" name="文本框 117">
            <a:extLst>
              <a:ext uri="{FF2B5EF4-FFF2-40B4-BE49-F238E27FC236}">
                <a16:creationId xmlns:a16="http://schemas.microsoft.com/office/drawing/2014/main" id="{BAB7F00D-A2DF-496B-A23B-6E522E1830B8}"/>
              </a:ext>
            </a:extLst>
          </p:cNvPr>
          <p:cNvSpPr txBox="1"/>
          <p:nvPr/>
        </p:nvSpPr>
        <p:spPr>
          <a:xfrm>
            <a:off x="6606363" y="3227203"/>
            <a:ext cx="95410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200" b="1" dirty="0"/>
              <a:t>关键点引导</a:t>
            </a:r>
          </a:p>
        </p:txBody>
      </p:sp>
      <p:sp>
        <p:nvSpPr>
          <p:cNvPr id="404" name="文本框 403">
            <a:extLst>
              <a:ext uri="{FF2B5EF4-FFF2-40B4-BE49-F238E27FC236}">
                <a16:creationId xmlns:a16="http://schemas.microsoft.com/office/drawing/2014/main" id="{C161D7A7-A14E-4390-9092-3BC5ABE1FC9F}"/>
              </a:ext>
            </a:extLst>
          </p:cNvPr>
          <p:cNvSpPr txBox="1"/>
          <p:nvPr/>
        </p:nvSpPr>
        <p:spPr>
          <a:xfrm>
            <a:off x="9892045" y="3215683"/>
            <a:ext cx="80021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200" b="1" dirty="0"/>
              <a:t>实时规划</a:t>
            </a:r>
          </a:p>
        </p:txBody>
      </p:sp>
      <p:sp>
        <p:nvSpPr>
          <p:cNvPr id="721" name="星形: 五角 720">
            <a:extLst>
              <a:ext uri="{FF2B5EF4-FFF2-40B4-BE49-F238E27FC236}">
                <a16:creationId xmlns:a16="http://schemas.microsoft.com/office/drawing/2014/main" id="{9DE87FF4-F333-4E76-BBA7-97B7458E55FB}"/>
              </a:ext>
            </a:extLst>
          </p:cNvPr>
          <p:cNvSpPr/>
          <p:nvPr/>
        </p:nvSpPr>
        <p:spPr>
          <a:xfrm rot="3684013">
            <a:off x="3145545" y="2602727"/>
            <a:ext cx="137160" cy="137160"/>
          </a:xfrm>
          <a:prstGeom prst="star5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722" name="文本框 721">
            <a:extLst>
              <a:ext uri="{FF2B5EF4-FFF2-40B4-BE49-F238E27FC236}">
                <a16:creationId xmlns:a16="http://schemas.microsoft.com/office/drawing/2014/main" id="{6CBE9503-2A84-47AB-B75B-B4C7044A672D}"/>
              </a:ext>
            </a:extLst>
          </p:cNvPr>
          <p:cNvSpPr txBox="1"/>
          <p:nvPr/>
        </p:nvSpPr>
        <p:spPr>
          <a:xfrm>
            <a:off x="1813351" y="2026991"/>
            <a:ext cx="76596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900" dirty="0">
                <a:solidFill>
                  <a:schemeClr val="accent6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全局关键点</a:t>
            </a:r>
          </a:p>
        </p:txBody>
      </p:sp>
      <p:cxnSp>
        <p:nvCxnSpPr>
          <p:cNvPr id="723" name="直接箭头连接符 722">
            <a:extLst>
              <a:ext uri="{FF2B5EF4-FFF2-40B4-BE49-F238E27FC236}">
                <a16:creationId xmlns:a16="http://schemas.microsoft.com/office/drawing/2014/main" id="{2C7110BC-5D24-4C87-9A82-AF54521489C2}"/>
              </a:ext>
            </a:extLst>
          </p:cNvPr>
          <p:cNvCxnSpPr>
            <a:cxnSpLocks/>
            <a:stCxn id="594" idx="2"/>
            <a:endCxn id="595" idx="0"/>
          </p:cNvCxnSpPr>
          <p:nvPr/>
        </p:nvCxnSpPr>
        <p:spPr>
          <a:xfrm flipH="1">
            <a:off x="4809575" y="5359160"/>
            <a:ext cx="218554" cy="174698"/>
          </a:xfrm>
          <a:prstGeom prst="straightConnector1">
            <a:avLst/>
          </a:prstGeom>
          <a:ln w="127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4" name="直接箭头连接符 723">
            <a:extLst>
              <a:ext uri="{FF2B5EF4-FFF2-40B4-BE49-F238E27FC236}">
                <a16:creationId xmlns:a16="http://schemas.microsoft.com/office/drawing/2014/main" id="{CAF4C211-CA3F-43AC-BEA3-D1B53DB4FCED}"/>
              </a:ext>
            </a:extLst>
          </p:cNvPr>
          <p:cNvCxnSpPr>
            <a:cxnSpLocks/>
            <a:stCxn id="594" idx="1"/>
          </p:cNvCxnSpPr>
          <p:nvPr/>
        </p:nvCxnSpPr>
        <p:spPr>
          <a:xfrm flipH="1" flipV="1">
            <a:off x="4488181" y="4975860"/>
            <a:ext cx="387548" cy="230900"/>
          </a:xfrm>
          <a:prstGeom prst="straightConnector1">
            <a:avLst/>
          </a:prstGeom>
          <a:ln w="127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5" name="直接箭头连接符 724">
            <a:extLst>
              <a:ext uri="{FF2B5EF4-FFF2-40B4-BE49-F238E27FC236}">
                <a16:creationId xmlns:a16="http://schemas.microsoft.com/office/drawing/2014/main" id="{A03BA77E-BA9D-49C1-9AFF-71C9E10335F4}"/>
              </a:ext>
            </a:extLst>
          </p:cNvPr>
          <p:cNvCxnSpPr>
            <a:cxnSpLocks/>
            <a:stCxn id="594" idx="0"/>
          </p:cNvCxnSpPr>
          <p:nvPr/>
        </p:nvCxnSpPr>
        <p:spPr>
          <a:xfrm flipV="1">
            <a:off x="5028129" y="4747260"/>
            <a:ext cx="0" cy="307100"/>
          </a:xfrm>
          <a:prstGeom prst="straightConnector1">
            <a:avLst/>
          </a:prstGeom>
          <a:ln w="127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6" name="文本框 725">
            <a:extLst>
              <a:ext uri="{FF2B5EF4-FFF2-40B4-BE49-F238E27FC236}">
                <a16:creationId xmlns:a16="http://schemas.microsoft.com/office/drawing/2014/main" id="{80E16DBA-70B9-42EB-B858-CA57086B87F6}"/>
              </a:ext>
            </a:extLst>
          </p:cNvPr>
          <p:cNvSpPr txBox="1"/>
          <p:nvPr/>
        </p:nvSpPr>
        <p:spPr>
          <a:xfrm>
            <a:off x="3937000" y="5060256"/>
            <a:ext cx="96774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9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通信保持引力</a:t>
            </a:r>
          </a:p>
        </p:txBody>
      </p:sp>
      <p:sp>
        <p:nvSpPr>
          <p:cNvPr id="727" name="文本框 726">
            <a:extLst>
              <a:ext uri="{FF2B5EF4-FFF2-40B4-BE49-F238E27FC236}">
                <a16:creationId xmlns:a16="http://schemas.microsoft.com/office/drawing/2014/main" id="{09534741-FEED-45C9-80C5-1119FA503FBE}"/>
              </a:ext>
            </a:extLst>
          </p:cNvPr>
          <p:cNvSpPr txBox="1"/>
          <p:nvPr/>
        </p:nvSpPr>
        <p:spPr>
          <a:xfrm>
            <a:off x="5173751" y="4987071"/>
            <a:ext cx="91437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9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目标导向引力</a:t>
            </a:r>
          </a:p>
        </p:txBody>
      </p:sp>
      <p:sp>
        <p:nvSpPr>
          <p:cNvPr id="728" name="文本框 727">
            <a:extLst>
              <a:ext uri="{FF2B5EF4-FFF2-40B4-BE49-F238E27FC236}">
                <a16:creationId xmlns:a16="http://schemas.microsoft.com/office/drawing/2014/main" id="{CFB679A7-347E-4AFA-A7E0-D007BAA10681}"/>
              </a:ext>
            </a:extLst>
          </p:cNvPr>
          <p:cNvSpPr txBox="1"/>
          <p:nvPr/>
        </p:nvSpPr>
        <p:spPr>
          <a:xfrm>
            <a:off x="4866806" y="5471736"/>
            <a:ext cx="109965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9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碰撞避免斥力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0875D7AE-C72F-4CE7-BC18-35DC5CD39953}"/>
              </a:ext>
            </a:extLst>
          </p:cNvPr>
          <p:cNvSpPr txBox="1"/>
          <p:nvPr/>
        </p:nvSpPr>
        <p:spPr>
          <a:xfrm>
            <a:off x="219741" y="2757375"/>
            <a:ext cx="761747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9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虚拟簇中心</a:t>
            </a:r>
          </a:p>
        </p:txBody>
      </p:sp>
      <p:pic>
        <p:nvPicPr>
          <p:cNvPr id="163" name="图片 162">
            <a:extLst>
              <a:ext uri="{FF2B5EF4-FFF2-40B4-BE49-F238E27FC236}">
                <a16:creationId xmlns:a16="http://schemas.microsoft.com/office/drawing/2014/main" id="{BC60FF59-27EE-4F5A-ABAA-19D660A7BEA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92420" y="2034972"/>
            <a:ext cx="304800" cy="304800"/>
          </a:xfrm>
          <a:prstGeom prst="rect">
            <a:avLst/>
          </a:prstGeom>
        </p:spPr>
      </p:pic>
      <p:pic>
        <p:nvPicPr>
          <p:cNvPr id="165" name="图片 164">
            <a:extLst>
              <a:ext uri="{FF2B5EF4-FFF2-40B4-BE49-F238E27FC236}">
                <a16:creationId xmlns:a16="http://schemas.microsoft.com/office/drawing/2014/main" id="{4E812C4A-CB5E-4B89-BE08-BCCA9A8A142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01781" y="2072086"/>
            <a:ext cx="304800" cy="304800"/>
          </a:xfrm>
          <a:prstGeom prst="rect">
            <a:avLst/>
          </a:prstGeom>
        </p:spPr>
      </p:pic>
      <p:pic>
        <p:nvPicPr>
          <p:cNvPr id="164" name="图片 163">
            <a:extLst>
              <a:ext uri="{FF2B5EF4-FFF2-40B4-BE49-F238E27FC236}">
                <a16:creationId xmlns:a16="http://schemas.microsoft.com/office/drawing/2014/main" id="{DA019470-286F-40D2-A0FA-22F157B0957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17312" y="2401057"/>
            <a:ext cx="304800" cy="304800"/>
          </a:xfrm>
          <a:prstGeom prst="rect">
            <a:avLst/>
          </a:prstGeom>
        </p:spPr>
      </p:pic>
      <p:cxnSp>
        <p:nvCxnSpPr>
          <p:cNvPr id="166" name="直接连接符 165">
            <a:extLst>
              <a:ext uri="{FF2B5EF4-FFF2-40B4-BE49-F238E27FC236}">
                <a16:creationId xmlns:a16="http://schemas.microsoft.com/office/drawing/2014/main" id="{B6AAEFE8-16B7-4E3A-A385-9BB544E00A76}"/>
              </a:ext>
            </a:extLst>
          </p:cNvPr>
          <p:cNvCxnSpPr>
            <a:cxnSpLocks/>
            <a:stCxn id="164" idx="2"/>
            <a:endCxn id="596" idx="4"/>
          </p:cNvCxnSpPr>
          <p:nvPr/>
        </p:nvCxnSpPr>
        <p:spPr>
          <a:xfrm flipH="1">
            <a:off x="3451790" y="2705857"/>
            <a:ext cx="217922" cy="2982412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9" name="直接连接符 168">
            <a:extLst>
              <a:ext uri="{FF2B5EF4-FFF2-40B4-BE49-F238E27FC236}">
                <a16:creationId xmlns:a16="http://schemas.microsoft.com/office/drawing/2014/main" id="{11DCFF1D-ECF0-4658-A025-5B759CEC81DF}"/>
              </a:ext>
            </a:extLst>
          </p:cNvPr>
          <p:cNvCxnSpPr>
            <a:cxnSpLocks/>
            <a:stCxn id="164" idx="2"/>
            <a:endCxn id="596" idx="0"/>
          </p:cNvCxnSpPr>
          <p:nvPr/>
        </p:nvCxnSpPr>
        <p:spPr>
          <a:xfrm>
            <a:off x="3669712" y="2705857"/>
            <a:ext cx="463863" cy="2901420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3" name="直接连接符 182">
            <a:extLst>
              <a:ext uri="{FF2B5EF4-FFF2-40B4-BE49-F238E27FC236}">
                <a16:creationId xmlns:a16="http://schemas.microsoft.com/office/drawing/2014/main" id="{45C036AA-7A72-4A69-9156-09082C5A7D09}"/>
              </a:ext>
            </a:extLst>
          </p:cNvPr>
          <p:cNvCxnSpPr>
            <a:cxnSpLocks/>
            <a:stCxn id="165" idx="2"/>
            <a:endCxn id="592" idx="0"/>
          </p:cNvCxnSpPr>
          <p:nvPr/>
        </p:nvCxnSpPr>
        <p:spPr>
          <a:xfrm>
            <a:off x="4754181" y="2376886"/>
            <a:ext cx="504938" cy="2843695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4" name="直接连接符 193">
            <a:extLst>
              <a:ext uri="{FF2B5EF4-FFF2-40B4-BE49-F238E27FC236}">
                <a16:creationId xmlns:a16="http://schemas.microsoft.com/office/drawing/2014/main" id="{3695304C-30F1-43FC-863C-3C20FB6053D7}"/>
              </a:ext>
            </a:extLst>
          </p:cNvPr>
          <p:cNvCxnSpPr>
            <a:cxnSpLocks/>
            <a:stCxn id="163" idx="2"/>
          </p:cNvCxnSpPr>
          <p:nvPr/>
        </p:nvCxnSpPr>
        <p:spPr>
          <a:xfrm flipH="1">
            <a:off x="3771900" y="2339772"/>
            <a:ext cx="272920" cy="2628468"/>
          </a:xfrm>
          <a:prstGeom prst="line">
            <a:avLst/>
          </a:prstGeom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7" name="直接连接符 196">
            <a:extLst>
              <a:ext uri="{FF2B5EF4-FFF2-40B4-BE49-F238E27FC236}">
                <a16:creationId xmlns:a16="http://schemas.microsoft.com/office/drawing/2014/main" id="{4AB08233-C897-4F40-81C6-CF99A6E47D53}"/>
              </a:ext>
            </a:extLst>
          </p:cNvPr>
          <p:cNvCxnSpPr>
            <a:cxnSpLocks/>
            <a:stCxn id="163" idx="2"/>
            <a:endCxn id="580" idx="0"/>
          </p:cNvCxnSpPr>
          <p:nvPr/>
        </p:nvCxnSpPr>
        <p:spPr>
          <a:xfrm>
            <a:off x="4044820" y="2339772"/>
            <a:ext cx="426849" cy="2613674"/>
          </a:xfrm>
          <a:prstGeom prst="line">
            <a:avLst/>
          </a:prstGeom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47" name="文本框 46">
                <a:extLst>
                  <a:ext uri="{FF2B5EF4-FFF2-40B4-BE49-F238E27FC236}">
                    <a16:creationId xmlns:a16="http://schemas.microsoft.com/office/drawing/2014/main" id="{286CF84A-2F3C-4F3B-9899-422FC4A30478}"/>
                  </a:ext>
                </a:extLst>
              </p:cNvPr>
              <p:cNvSpPr txBox="1"/>
              <p:nvPr/>
            </p:nvSpPr>
            <p:spPr>
              <a:xfrm>
                <a:off x="1676400" y="5054600"/>
                <a:ext cx="302976" cy="21544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4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altLang="zh-CN" sz="1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CN" altLang="en-US" sz="1400" dirty="0"/>
              </a:p>
            </p:txBody>
          </p:sp>
        </mc:Choice>
        <mc:Fallback>
          <p:sp>
            <p:nvSpPr>
              <p:cNvPr id="47" name="文本框 46">
                <a:extLst>
                  <a:ext uri="{FF2B5EF4-FFF2-40B4-BE49-F238E27FC236}">
                    <a16:creationId xmlns:a16="http://schemas.microsoft.com/office/drawing/2014/main" id="{286CF84A-2F3C-4F3B-9899-422FC4A304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76400" y="5054600"/>
                <a:ext cx="302976" cy="215444"/>
              </a:xfrm>
              <a:prstGeom prst="rect">
                <a:avLst/>
              </a:prstGeom>
              <a:blipFill>
                <a:blip r:embed="rId16"/>
                <a:stretch>
                  <a:fillRect b="-1111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05" name="文本框 204">
                <a:extLst>
                  <a:ext uri="{FF2B5EF4-FFF2-40B4-BE49-F238E27FC236}">
                    <a16:creationId xmlns:a16="http://schemas.microsoft.com/office/drawing/2014/main" id="{A101B57B-76ED-48C7-9606-9321DEE08307}"/>
                  </a:ext>
                </a:extLst>
              </p:cNvPr>
              <p:cNvSpPr txBox="1"/>
              <p:nvPr/>
            </p:nvSpPr>
            <p:spPr>
              <a:xfrm>
                <a:off x="3251200" y="5797550"/>
                <a:ext cx="277576" cy="21544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4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altLang="zh-CN" sz="1400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 lang="zh-CN" altLang="en-US" sz="1400" dirty="0"/>
              </a:p>
            </p:txBody>
          </p:sp>
        </mc:Choice>
        <mc:Fallback>
          <p:sp>
            <p:nvSpPr>
              <p:cNvPr id="205" name="文本框 204">
                <a:extLst>
                  <a:ext uri="{FF2B5EF4-FFF2-40B4-BE49-F238E27FC236}">
                    <a16:creationId xmlns:a16="http://schemas.microsoft.com/office/drawing/2014/main" id="{A101B57B-76ED-48C7-9606-9321DEE083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51200" y="5797550"/>
                <a:ext cx="277576" cy="215444"/>
              </a:xfrm>
              <a:prstGeom prst="rect">
                <a:avLst/>
              </a:prstGeom>
              <a:blipFill>
                <a:blip r:embed="rId17"/>
                <a:stretch>
                  <a:fillRect l="-4348" b="-1142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79" name="直接连接符 178">
            <a:extLst>
              <a:ext uri="{FF2B5EF4-FFF2-40B4-BE49-F238E27FC236}">
                <a16:creationId xmlns:a16="http://schemas.microsoft.com/office/drawing/2014/main" id="{9429BB99-8E08-44FE-956F-72A742A8EF50}"/>
              </a:ext>
            </a:extLst>
          </p:cNvPr>
          <p:cNvCxnSpPr>
            <a:cxnSpLocks/>
            <a:stCxn id="165" idx="2"/>
            <a:endCxn id="593" idx="1"/>
          </p:cNvCxnSpPr>
          <p:nvPr/>
        </p:nvCxnSpPr>
        <p:spPr>
          <a:xfrm flipH="1">
            <a:off x="4427973" y="2376886"/>
            <a:ext cx="326208" cy="2935043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5" name="直接连接符 414">
            <a:extLst>
              <a:ext uri="{FF2B5EF4-FFF2-40B4-BE49-F238E27FC236}">
                <a16:creationId xmlns:a16="http://schemas.microsoft.com/office/drawing/2014/main" id="{363D81CC-1E0F-4F10-8500-7F18D56B858E}"/>
              </a:ext>
            </a:extLst>
          </p:cNvPr>
          <p:cNvCxnSpPr>
            <a:cxnSpLocks/>
          </p:cNvCxnSpPr>
          <p:nvPr/>
        </p:nvCxnSpPr>
        <p:spPr>
          <a:xfrm>
            <a:off x="1489020" y="2498078"/>
            <a:ext cx="305330" cy="2795397"/>
          </a:xfrm>
          <a:prstGeom prst="line">
            <a:avLst/>
          </a:prstGeom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6" name="文本框 415">
            <a:extLst>
              <a:ext uri="{FF2B5EF4-FFF2-40B4-BE49-F238E27FC236}">
                <a16:creationId xmlns:a16="http://schemas.microsoft.com/office/drawing/2014/main" id="{D649AE65-5832-419B-B649-FEAB2F38D7FD}"/>
              </a:ext>
            </a:extLst>
          </p:cNvPr>
          <p:cNvSpPr txBox="1"/>
          <p:nvPr/>
        </p:nvSpPr>
        <p:spPr>
          <a:xfrm>
            <a:off x="4175940" y="3327869"/>
            <a:ext cx="902811" cy="307777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实时规划</a:t>
            </a:r>
          </a:p>
        </p:txBody>
      </p:sp>
      <p:sp>
        <p:nvSpPr>
          <p:cNvPr id="417" name="星形: 五角 416">
            <a:extLst>
              <a:ext uri="{FF2B5EF4-FFF2-40B4-BE49-F238E27FC236}">
                <a16:creationId xmlns:a16="http://schemas.microsoft.com/office/drawing/2014/main" id="{4FEA26E0-B6D1-4B0A-B17B-FFE1694649A5}"/>
              </a:ext>
            </a:extLst>
          </p:cNvPr>
          <p:cNvSpPr/>
          <p:nvPr/>
        </p:nvSpPr>
        <p:spPr>
          <a:xfrm>
            <a:off x="5328758" y="4182093"/>
            <a:ext cx="92662" cy="105269"/>
          </a:xfrm>
          <a:prstGeom prst="star5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5055219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组合 10">
            <a:extLst>
              <a:ext uri="{FF2B5EF4-FFF2-40B4-BE49-F238E27FC236}">
                <a16:creationId xmlns:a16="http://schemas.microsoft.com/office/drawing/2014/main" id="{FEF9091B-F28D-4E1F-93B7-5C79FDCE963A}"/>
              </a:ext>
            </a:extLst>
          </p:cNvPr>
          <p:cNvGrpSpPr/>
          <p:nvPr/>
        </p:nvGrpSpPr>
        <p:grpSpPr>
          <a:xfrm>
            <a:off x="219741" y="654841"/>
            <a:ext cx="9550017" cy="5463892"/>
            <a:chOff x="219741" y="654841"/>
            <a:chExt cx="9550017" cy="5463892"/>
          </a:xfrm>
        </p:grpSpPr>
        <p:sp>
          <p:nvSpPr>
            <p:cNvPr id="4" name="矩形: 圆角 3">
              <a:extLst>
                <a:ext uri="{FF2B5EF4-FFF2-40B4-BE49-F238E27FC236}">
                  <a16:creationId xmlns:a16="http://schemas.microsoft.com/office/drawing/2014/main" id="{E2A91DBF-43F5-4F2D-9D61-6DB9180B3CAF}"/>
                </a:ext>
              </a:extLst>
            </p:cNvPr>
            <p:cNvSpPr/>
            <p:nvPr/>
          </p:nvSpPr>
          <p:spPr>
            <a:xfrm>
              <a:off x="6719745" y="662737"/>
              <a:ext cx="2448000" cy="2448000"/>
            </a:xfrm>
            <a:prstGeom prst="roundRect">
              <a:avLst>
                <a:gd name="adj" fmla="val 8398"/>
              </a:avLst>
            </a:prstGeom>
            <a:solidFill>
              <a:schemeClr val="bg1">
                <a:lumMod val="95000"/>
              </a:schemeClr>
            </a:solidFill>
            <a:ln cap="rnd">
              <a:solidFill>
                <a:srgbClr val="C00000"/>
              </a:solidFill>
              <a:prstDash val="dash"/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" name="矩形: 圆角 6">
              <a:extLst>
                <a:ext uri="{FF2B5EF4-FFF2-40B4-BE49-F238E27FC236}">
                  <a16:creationId xmlns:a16="http://schemas.microsoft.com/office/drawing/2014/main" id="{258E4C17-8E72-49F6-8BE2-56F017C6983E}"/>
                </a:ext>
              </a:extLst>
            </p:cNvPr>
            <p:cNvSpPr/>
            <p:nvPr/>
          </p:nvSpPr>
          <p:spPr>
            <a:xfrm>
              <a:off x="6719745" y="3670733"/>
              <a:ext cx="2448000" cy="2448000"/>
            </a:xfrm>
            <a:prstGeom prst="roundRect">
              <a:avLst>
                <a:gd name="adj" fmla="val 8398"/>
              </a:avLst>
            </a:prstGeom>
            <a:solidFill>
              <a:schemeClr val="bg1">
                <a:lumMod val="95000"/>
              </a:schemeClr>
            </a:solidFill>
            <a:ln cap="rnd">
              <a:solidFill>
                <a:srgbClr val="0070C0"/>
              </a:solidFill>
              <a:prstDash val="dash"/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" name="矩形: 圆角 7">
              <a:extLst>
                <a:ext uri="{FF2B5EF4-FFF2-40B4-BE49-F238E27FC236}">
                  <a16:creationId xmlns:a16="http://schemas.microsoft.com/office/drawing/2014/main" id="{8EDEDC3E-65C2-4C62-A027-CA3DCBD4E5CA}"/>
                </a:ext>
              </a:extLst>
            </p:cNvPr>
            <p:cNvSpPr/>
            <p:nvPr/>
          </p:nvSpPr>
          <p:spPr>
            <a:xfrm>
              <a:off x="7043745" y="1101209"/>
              <a:ext cx="1800000" cy="441841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200" dirty="0">
                  <a:solidFill>
                    <a:schemeClr val="tx1"/>
                  </a:solidFill>
                </a:rPr>
                <a:t>单簇全局路径采样生成</a:t>
              </a:r>
              <a:endParaRPr lang="zh-CN" altLang="en-US" dirty="0"/>
            </a:p>
          </p:txBody>
        </p:sp>
        <p:sp>
          <p:nvSpPr>
            <p:cNvPr id="67" name="文本框 66">
              <a:extLst>
                <a:ext uri="{FF2B5EF4-FFF2-40B4-BE49-F238E27FC236}">
                  <a16:creationId xmlns:a16="http://schemas.microsoft.com/office/drawing/2014/main" id="{57D06EE6-192F-45DC-B502-6DC8ACDC767C}"/>
                </a:ext>
              </a:extLst>
            </p:cNvPr>
            <p:cNvSpPr txBox="1"/>
            <p:nvPr/>
          </p:nvSpPr>
          <p:spPr>
            <a:xfrm>
              <a:off x="6961571" y="697589"/>
              <a:ext cx="21056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b="1" dirty="0"/>
                <a:t>全局</a:t>
              </a:r>
              <a:r>
                <a:rPr lang="en-US" altLang="zh-CN" b="1" dirty="0"/>
                <a:t>C-RRT*</a:t>
              </a:r>
              <a:r>
                <a:rPr lang="zh-CN" altLang="en-US" b="1" dirty="0"/>
                <a:t>规划</a:t>
              </a:r>
            </a:p>
          </p:txBody>
        </p:sp>
        <p:sp>
          <p:nvSpPr>
            <p:cNvPr id="68" name="文本框 67">
              <a:extLst>
                <a:ext uri="{FF2B5EF4-FFF2-40B4-BE49-F238E27FC236}">
                  <a16:creationId xmlns:a16="http://schemas.microsoft.com/office/drawing/2014/main" id="{0D776B5B-7D47-4A58-97E1-148B4D750841}"/>
                </a:ext>
              </a:extLst>
            </p:cNvPr>
            <p:cNvSpPr txBox="1"/>
            <p:nvPr/>
          </p:nvSpPr>
          <p:spPr>
            <a:xfrm>
              <a:off x="6808558" y="3686581"/>
              <a:ext cx="24384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b="1" dirty="0"/>
                <a:t>局部</a:t>
              </a:r>
              <a:r>
                <a:rPr lang="en-US" altLang="zh-CN" b="1" dirty="0"/>
                <a:t>MBST-APF</a:t>
              </a:r>
              <a:r>
                <a:rPr lang="zh-CN" altLang="en-US" b="1" dirty="0"/>
                <a:t>规划</a:t>
              </a:r>
            </a:p>
          </p:txBody>
        </p:sp>
        <p:sp>
          <p:nvSpPr>
            <p:cNvPr id="314" name="文本框 313">
              <a:extLst>
                <a:ext uri="{FF2B5EF4-FFF2-40B4-BE49-F238E27FC236}">
                  <a16:creationId xmlns:a16="http://schemas.microsoft.com/office/drawing/2014/main" id="{5FF2C4F5-F156-4FC5-8C4C-8CB74C236C08}"/>
                </a:ext>
              </a:extLst>
            </p:cNvPr>
            <p:cNvSpPr txBox="1"/>
            <p:nvPr/>
          </p:nvSpPr>
          <p:spPr>
            <a:xfrm>
              <a:off x="9585027" y="1703999"/>
              <a:ext cx="184731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lang="zh-CN" altLang="en-US" sz="900" dirty="0"/>
            </a:p>
          </p:txBody>
        </p:sp>
        <p:sp>
          <p:nvSpPr>
            <p:cNvPr id="483" name="文本框 482">
              <a:extLst>
                <a:ext uri="{FF2B5EF4-FFF2-40B4-BE49-F238E27FC236}">
                  <a16:creationId xmlns:a16="http://schemas.microsoft.com/office/drawing/2014/main" id="{E11A632F-599E-4335-B56D-7EA07DD37E62}"/>
                </a:ext>
              </a:extLst>
            </p:cNvPr>
            <p:cNvSpPr txBox="1"/>
            <p:nvPr/>
          </p:nvSpPr>
          <p:spPr>
            <a:xfrm>
              <a:off x="9364515" y="2226426"/>
              <a:ext cx="36099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zh-CN" altLang="en-US" sz="1200" dirty="0"/>
            </a:p>
          </p:txBody>
        </p:sp>
        <p:cxnSp>
          <p:nvCxnSpPr>
            <p:cNvPr id="530" name="直接连接符 529">
              <a:extLst>
                <a:ext uri="{FF2B5EF4-FFF2-40B4-BE49-F238E27FC236}">
                  <a16:creationId xmlns:a16="http://schemas.microsoft.com/office/drawing/2014/main" id="{B3C9DAEF-8513-42E4-A490-5FAE0BA739FA}"/>
                </a:ext>
              </a:extLst>
            </p:cNvPr>
            <p:cNvCxnSpPr>
              <a:cxnSpLocks/>
              <a:stCxn id="515" idx="2"/>
              <a:endCxn id="606" idx="4"/>
            </p:cNvCxnSpPr>
            <p:nvPr/>
          </p:nvCxnSpPr>
          <p:spPr>
            <a:xfrm flipH="1">
              <a:off x="613339" y="2857695"/>
              <a:ext cx="287655" cy="2978211"/>
            </a:xfrm>
            <a:prstGeom prst="line">
              <a:avLst/>
            </a:prstGeom>
            <a:ln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09" name="平行四边形 508">
              <a:extLst>
                <a:ext uri="{FF2B5EF4-FFF2-40B4-BE49-F238E27FC236}">
                  <a16:creationId xmlns:a16="http://schemas.microsoft.com/office/drawing/2014/main" id="{495D0F38-C2C4-420A-9851-5F9B8A1B9F9C}"/>
                </a:ext>
              </a:extLst>
            </p:cNvPr>
            <p:cNvSpPr/>
            <p:nvPr/>
          </p:nvSpPr>
          <p:spPr>
            <a:xfrm>
              <a:off x="233076" y="654841"/>
              <a:ext cx="6310057" cy="2289489"/>
            </a:xfrm>
            <a:prstGeom prst="parallelogram">
              <a:avLst>
                <a:gd name="adj" fmla="val 88318"/>
              </a:avLst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chemeClr val="accent4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pic>
          <p:nvPicPr>
            <p:cNvPr id="513" name="图片 512">
              <a:extLst>
                <a:ext uri="{FF2B5EF4-FFF2-40B4-BE49-F238E27FC236}">
                  <a16:creationId xmlns:a16="http://schemas.microsoft.com/office/drawing/2014/main" id="{B6C3CDCB-7E7D-4EC2-B213-0DE569033EB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84220" y="2040878"/>
              <a:ext cx="304800" cy="304800"/>
            </a:xfrm>
            <a:prstGeom prst="rect">
              <a:avLst/>
            </a:prstGeom>
          </p:spPr>
        </p:pic>
        <p:pic>
          <p:nvPicPr>
            <p:cNvPr id="515" name="图片 514">
              <a:extLst>
                <a:ext uri="{FF2B5EF4-FFF2-40B4-BE49-F238E27FC236}">
                  <a16:creationId xmlns:a16="http://schemas.microsoft.com/office/drawing/2014/main" id="{450A2A86-7142-43A1-85D0-0F1487AEA48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48594" y="2552895"/>
              <a:ext cx="304800" cy="304800"/>
            </a:xfrm>
            <a:prstGeom prst="rect">
              <a:avLst/>
            </a:prstGeom>
          </p:spPr>
        </p:pic>
        <p:pic>
          <p:nvPicPr>
            <p:cNvPr id="516" name="图片 515">
              <a:extLst>
                <a:ext uri="{FF2B5EF4-FFF2-40B4-BE49-F238E27FC236}">
                  <a16:creationId xmlns:a16="http://schemas.microsoft.com/office/drawing/2014/main" id="{FD79633A-0ACD-46DF-8619-FC8F2747372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604139" y="2479371"/>
              <a:ext cx="304800" cy="304800"/>
            </a:xfrm>
            <a:prstGeom prst="rect">
              <a:avLst/>
            </a:prstGeom>
          </p:spPr>
        </p:pic>
        <p:sp>
          <p:nvSpPr>
            <p:cNvPr id="519" name="平行四边形 518">
              <a:extLst>
                <a:ext uri="{FF2B5EF4-FFF2-40B4-BE49-F238E27FC236}">
                  <a16:creationId xmlns:a16="http://schemas.microsoft.com/office/drawing/2014/main" id="{D1BC4AB5-56F8-4BC6-B4C4-008A67EBA2D9}"/>
                </a:ext>
              </a:extLst>
            </p:cNvPr>
            <p:cNvSpPr/>
            <p:nvPr/>
          </p:nvSpPr>
          <p:spPr>
            <a:xfrm>
              <a:off x="2220154" y="2698504"/>
              <a:ext cx="525780" cy="251460"/>
            </a:xfrm>
            <a:prstGeom prst="parallelogram">
              <a:avLst>
                <a:gd name="adj" fmla="val 73160"/>
              </a:avLst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accent1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20" name="平行四边形 519">
              <a:extLst>
                <a:ext uri="{FF2B5EF4-FFF2-40B4-BE49-F238E27FC236}">
                  <a16:creationId xmlns:a16="http://schemas.microsoft.com/office/drawing/2014/main" id="{4EB1949E-3B9F-445B-93B6-EDD7BD6E0B2B}"/>
                </a:ext>
              </a:extLst>
            </p:cNvPr>
            <p:cNvSpPr/>
            <p:nvPr/>
          </p:nvSpPr>
          <p:spPr>
            <a:xfrm>
              <a:off x="4117534" y="2439424"/>
              <a:ext cx="510540" cy="236220"/>
            </a:xfrm>
            <a:prstGeom prst="parallelogram">
              <a:avLst>
                <a:gd name="adj" fmla="val 75724"/>
              </a:avLst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accent1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21" name="平行四边形 520">
              <a:extLst>
                <a:ext uri="{FF2B5EF4-FFF2-40B4-BE49-F238E27FC236}">
                  <a16:creationId xmlns:a16="http://schemas.microsoft.com/office/drawing/2014/main" id="{252C5B35-42C1-44F7-8A8F-2A2E8A1C18E2}"/>
                </a:ext>
              </a:extLst>
            </p:cNvPr>
            <p:cNvSpPr/>
            <p:nvPr/>
          </p:nvSpPr>
          <p:spPr>
            <a:xfrm>
              <a:off x="1541974" y="1441204"/>
              <a:ext cx="373380" cy="205740"/>
            </a:xfrm>
            <a:prstGeom prst="parallelogram">
              <a:avLst>
                <a:gd name="adj" fmla="val 75958"/>
              </a:avLst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accent1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22" name="平行四边形 521">
              <a:extLst>
                <a:ext uri="{FF2B5EF4-FFF2-40B4-BE49-F238E27FC236}">
                  <a16:creationId xmlns:a16="http://schemas.microsoft.com/office/drawing/2014/main" id="{6E7E4B67-F912-450E-AC84-47BEC84DA7AA}"/>
                </a:ext>
              </a:extLst>
            </p:cNvPr>
            <p:cNvSpPr/>
            <p:nvPr/>
          </p:nvSpPr>
          <p:spPr>
            <a:xfrm>
              <a:off x="5035744" y="1624084"/>
              <a:ext cx="632460" cy="251460"/>
            </a:xfrm>
            <a:prstGeom prst="parallelogram">
              <a:avLst>
                <a:gd name="adj" fmla="val 87845"/>
              </a:avLst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accent1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23" name="平行四边形 522">
              <a:extLst>
                <a:ext uri="{FF2B5EF4-FFF2-40B4-BE49-F238E27FC236}">
                  <a16:creationId xmlns:a16="http://schemas.microsoft.com/office/drawing/2014/main" id="{D7A203F1-C8A7-434A-9F29-113E6A6BC0C8}"/>
                </a:ext>
              </a:extLst>
            </p:cNvPr>
            <p:cNvSpPr/>
            <p:nvPr/>
          </p:nvSpPr>
          <p:spPr>
            <a:xfrm>
              <a:off x="2624014" y="1250704"/>
              <a:ext cx="464820" cy="251460"/>
            </a:xfrm>
            <a:prstGeom prst="parallelogram">
              <a:avLst>
                <a:gd name="adj" fmla="val 65468"/>
              </a:avLst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accent1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24" name="平行四边形 523">
              <a:extLst>
                <a:ext uri="{FF2B5EF4-FFF2-40B4-BE49-F238E27FC236}">
                  <a16:creationId xmlns:a16="http://schemas.microsoft.com/office/drawing/2014/main" id="{75DD4F33-C659-446A-ACEC-A55EAF8221EA}"/>
                </a:ext>
              </a:extLst>
            </p:cNvPr>
            <p:cNvSpPr/>
            <p:nvPr/>
          </p:nvSpPr>
          <p:spPr>
            <a:xfrm>
              <a:off x="3949894" y="945904"/>
              <a:ext cx="236220" cy="137160"/>
            </a:xfrm>
            <a:prstGeom prst="parallelogram">
              <a:avLst>
                <a:gd name="adj" fmla="val 70516"/>
              </a:avLst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accent1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25" name="椭圆 524">
              <a:extLst>
                <a:ext uri="{FF2B5EF4-FFF2-40B4-BE49-F238E27FC236}">
                  <a16:creationId xmlns:a16="http://schemas.microsoft.com/office/drawing/2014/main" id="{B9FB6CEA-2A36-45F9-9A4C-17CA32CDD5E8}"/>
                </a:ext>
              </a:extLst>
            </p:cNvPr>
            <p:cNvSpPr/>
            <p:nvPr/>
          </p:nvSpPr>
          <p:spPr>
            <a:xfrm rot="21014316">
              <a:off x="2429642" y="1212933"/>
              <a:ext cx="1790162" cy="1095951"/>
            </a:xfrm>
            <a:prstGeom prst="ellipse">
              <a:avLst/>
            </a:prstGeom>
            <a:noFill/>
            <a:ln>
              <a:solidFill>
                <a:srgbClr val="C00000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26" name="等腰三角形 525">
              <a:extLst>
                <a:ext uri="{FF2B5EF4-FFF2-40B4-BE49-F238E27FC236}">
                  <a16:creationId xmlns:a16="http://schemas.microsoft.com/office/drawing/2014/main" id="{D070F142-A2D6-4346-A177-17F0D7D5DCA4}"/>
                </a:ext>
              </a:extLst>
            </p:cNvPr>
            <p:cNvSpPr/>
            <p:nvPr/>
          </p:nvSpPr>
          <p:spPr>
            <a:xfrm>
              <a:off x="3271714" y="1700284"/>
              <a:ext cx="99060" cy="99060"/>
            </a:xfrm>
            <a:prstGeom prst="triangle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27" name="等腰三角形 526">
              <a:extLst>
                <a:ext uri="{FF2B5EF4-FFF2-40B4-BE49-F238E27FC236}">
                  <a16:creationId xmlns:a16="http://schemas.microsoft.com/office/drawing/2014/main" id="{0A8CA655-7784-41DC-9519-29D2974A776C}"/>
                </a:ext>
              </a:extLst>
            </p:cNvPr>
            <p:cNvSpPr/>
            <p:nvPr/>
          </p:nvSpPr>
          <p:spPr>
            <a:xfrm>
              <a:off x="6113974" y="698254"/>
              <a:ext cx="99060" cy="99060"/>
            </a:xfrm>
            <a:prstGeom prst="triangle">
              <a:avLst/>
            </a:prstGeom>
            <a:solidFill>
              <a:srgbClr val="92D050"/>
            </a:solidFill>
            <a:ln>
              <a:solidFill>
                <a:srgbClr val="92D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28" name="平行四边形 527">
              <a:extLst>
                <a:ext uri="{FF2B5EF4-FFF2-40B4-BE49-F238E27FC236}">
                  <a16:creationId xmlns:a16="http://schemas.microsoft.com/office/drawing/2014/main" id="{7DB1E4C7-D72F-4B32-9118-10FAF9DEC06E}"/>
                </a:ext>
              </a:extLst>
            </p:cNvPr>
            <p:cNvSpPr/>
            <p:nvPr/>
          </p:nvSpPr>
          <p:spPr>
            <a:xfrm>
              <a:off x="3096454" y="2104144"/>
              <a:ext cx="388620" cy="220980"/>
            </a:xfrm>
            <a:prstGeom prst="parallelogram">
              <a:avLst>
                <a:gd name="adj" fmla="val 55212"/>
              </a:avLst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accent1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37" name="星形: 五角 536">
              <a:extLst>
                <a:ext uri="{FF2B5EF4-FFF2-40B4-BE49-F238E27FC236}">
                  <a16:creationId xmlns:a16="http://schemas.microsoft.com/office/drawing/2014/main" id="{845B4B5B-FF61-4583-BBCF-D59AAB9FCA3F}"/>
                </a:ext>
              </a:extLst>
            </p:cNvPr>
            <p:cNvSpPr/>
            <p:nvPr/>
          </p:nvSpPr>
          <p:spPr>
            <a:xfrm>
              <a:off x="4448529" y="2035564"/>
              <a:ext cx="137160" cy="137160"/>
            </a:xfrm>
            <a:prstGeom prst="star5">
              <a:avLst/>
            </a:prstGeom>
            <a:solidFill>
              <a:schemeClr val="accent6">
                <a:lumMod val="75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38" name="星形: 五角 537">
              <a:extLst>
                <a:ext uri="{FF2B5EF4-FFF2-40B4-BE49-F238E27FC236}">
                  <a16:creationId xmlns:a16="http://schemas.microsoft.com/office/drawing/2014/main" id="{B7389E18-E6D0-49AA-B308-0D4F418F0679}"/>
                </a:ext>
              </a:extLst>
            </p:cNvPr>
            <p:cNvSpPr/>
            <p:nvPr/>
          </p:nvSpPr>
          <p:spPr>
            <a:xfrm>
              <a:off x="5042889" y="1395484"/>
              <a:ext cx="137160" cy="137160"/>
            </a:xfrm>
            <a:prstGeom prst="star5">
              <a:avLst/>
            </a:prstGeom>
            <a:solidFill>
              <a:schemeClr val="accent6">
                <a:lumMod val="75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40" name="星形: 五角 539">
              <a:extLst>
                <a:ext uri="{FF2B5EF4-FFF2-40B4-BE49-F238E27FC236}">
                  <a16:creationId xmlns:a16="http://schemas.microsoft.com/office/drawing/2014/main" id="{A9E37E7C-CDDD-4323-858B-D9F2B1378320}"/>
                </a:ext>
              </a:extLst>
            </p:cNvPr>
            <p:cNvSpPr/>
            <p:nvPr/>
          </p:nvSpPr>
          <p:spPr>
            <a:xfrm rot="3684013">
              <a:off x="2848365" y="2366507"/>
              <a:ext cx="137160" cy="137160"/>
            </a:xfrm>
            <a:prstGeom prst="star5">
              <a:avLst/>
            </a:prstGeom>
            <a:solidFill>
              <a:schemeClr val="accent6">
                <a:lumMod val="75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41" name="星形: 五角 540">
              <a:extLst>
                <a:ext uri="{FF2B5EF4-FFF2-40B4-BE49-F238E27FC236}">
                  <a16:creationId xmlns:a16="http://schemas.microsoft.com/office/drawing/2014/main" id="{3417FB1D-0BD5-4EAC-9079-B442A4F86D42}"/>
                </a:ext>
              </a:extLst>
            </p:cNvPr>
            <p:cNvSpPr/>
            <p:nvPr/>
          </p:nvSpPr>
          <p:spPr>
            <a:xfrm rot="3880281">
              <a:off x="4449005" y="1640593"/>
              <a:ext cx="137160" cy="137160"/>
            </a:xfrm>
            <a:prstGeom prst="star5">
              <a:avLst/>
            </a:prstGeom>
            <a:solidFill>
              <a:schemeClr val="accent6">
                <a:lumMod val="75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42" name="星形: 五角 541">
              <a:extLst>
                <a:ext uri="{FF2B5EF4-FFF2-40B4-BE49-F238E27FC236}">
                  <a16:creationId xmlns:a16="http://schemas.microsoft.com/office/drawing/2014/main" id="{FD8E6C77-3019-43CF-A7EC-F29CCDA883CF}"/>
                </a:ext>
              </a:extLst>
            </p:cNvPr>
            <p:cNvSpPr/>
            <p:nvPr/>
          </p:nvSpPr>
          <p:spPr>
            <a:xfrm>
              <a:off x="4967484" y="1173234"/>
              <a:ext cx="137160" cy="137160"/>
            </a:xfrm>
            <a:prstGeom prst="star5">
              <a:avLst/>
            </a:prstGeom>
            <a:solidFill>
              <a:schemeClr val="accent6">
                <a:lumMod val="75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544" name="直接箭头连接符 543">
              <a:extLst>
                <a:ext uri="{FF2B5EF4-FFF2-40B4-BE49-F238E27FC236}">
                  <a16:creationId xmlns:a16="http://schemas.microsoft.com/office/drawing/2014/main" id="{A6AD42FE-7907-4C10-A3D3-127A1C996437}"/>
                </a:ext>
              </a:extLst>
            </p:cNvPr>
            <p:cNvCxnSpPr>
              <a:cxnSpLocks/>
              <a:endCxn id="535" idx="1"/>
            </p:cNvCxnSpPr>
            <p:nvPr/>
          </p:nvCxnSpPr>
          <p:spPr>
            <a:xfrm flipV="1">
              <a:off x="1944565" y="2518515"/>
              <a:ext cx="601901" cy="157127"/>
            </a:xfrm>
            <a:prstGeom prst="straightConnector1">
              <a:avLst/>
            </a:prstGeom>
            <a:ln w="6350">
              <a:solidFill>
                <a:schemeClr val="accent6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5" name="直接箭头连接符 544">
              <a:extLst>
                <a:ext uri="{FF2B5EF4-FFF2-40B4-BE49-F238E27FC236}">
                  <a16:creationId xmlns:a16="http://schemas.microsoft.com/office/drawing/2014/main" id="{2B7F3B58-C17D-44D8-99A5-ACF84E2E6998}"/>
                </a:ext>
              </a:extLst>
            </p:cNvPr>
            <p:cNvCxnSpPr>
              <a:cxnSpLocks/>
              <a:stCxn id="535" idx="4"/>
              <a:endCxn id="536" idx="2"/>
            </p:cNvCxnSpPr>
            <p:nvPr/>
          </p:nvCxnSpPr>
          <p:spPr>
            <a:xfrm>
              <a:off x="2677845" y="2557913"/>
              <a:ext cx="989158" cy="197952"/>
            </a:xfrm>
            <a:prstGeom prst="straightConnector1">
              <a:avLst/>
            </a:prstGeom>
            <a:ln w="6350">
              <a:solidFill>
                <a:schemeClr val="accent6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6" name="直接箭头连接符 545">
              <a:extLst>
                <a:ext uri="{FF2B5EF4-FFF2-40B4-BE49-F238E27FC236}">
                  <a16:creationId xmlns:a16="http://schemas.microsoft.com/office/drawing/2014/main" id="{0EDA552D-577F-4C8B-B8CF-13216DBD4F7B}"/>
                </a:ext>
              </a:extLst>
            </p:cNvPr>
            <p:cNvCxnSpPr>
              <a:cxnSpLocks/>
              <a:stCxn id="536" idx="4"/>
              <a:endCxn id="537" idx="2"/>
            </p:cNvCxnSpPr>
            <p:nvPr/>
          </p:nvCxnSpPr>
          <p:spPr>
            <a:xfrm flipV="1">
              <a:off x="3806225" y="2172724"/>
              <a:ext cx="668499" cy="572350"/>
            </a:xfrm>
            <a:prstGeom prst="straightConnector1">
              <a:avLst/>
            </a:prstGeom>
            <a:ln w="6350">
              <a:solidFill>
                <a:schemeClr val="accent6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7" name="直接箭头连接符 546">
              <a:extLst>
                <a:ext uri="{FF2B5EF4-FFF2-40B4-BE49-F238E27FC236}">
                  <a16:creationId xmlns:a16="http://schemas.microsoft.com/office/drawing/2014/main" id="{785F3EA7-F450-4A25-997A-89679D96B1AC}"/>
                </a:ext>
              </a:extLst>
            </p:cNvPr>
            <p:cNvCxnSpPr>
              <a:cxnSpLocks/>
              <a:stCxn id="537" idx="4"/>
              <a:endCxn id="538" idx="2"/>
            </p:cNvCxnSpPr>
            <p:nvPr/>
          </p:nvCxnSpPr>
          <p:spPr>
            <a:xfrm flipV="1">
              <a:off x="4585689" y="1532644"/>
              <a:ext cx="483395" cy="555310"/>
            </a:xfrm>
            <a:prstGeom prst="straightConnector1">
              <a:avLst/>
            </a:prstGeom>
            <a:ln w="6350">
              <a:solidFill>
                <a:schemeClr val="accent6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8" name="直接箭头连接符 547">
              <a:extLst>
                <a:ext uri="{FF2B5EF4-FFF2-40B4-BE49-F238E27FC236}">
                  <a16:creationId xmlns:a16="http://schemas.microsoft.com/office/drawing/2014/main" id="{758FD970-C70B-440E-B967-2A299790A9D7}"/>
                </a:ext>
              </a:extLst>
            </p:cNvPr>
            <p:cNvCxnSpPr>
              <a:cxnSpLocks/>
              <a:stCxn id="538" idx="4"/>
              <a:endCxn id="301" idx="2"/>
            </p:cNvCxnSpPr>
            <p:nvPr/>
          </p:nvCxnSpPr>
          <p:spPr>
            <a:xfrm flipV="1">
              <a:off x="5180049" y="1109734"/>
              <a:ext cx="766285" cy="338140"/>
            </a:xfrm>
            <a:prstGeom prst="straightConnector1">
              <a:avLst/>
            </a:prstGeom>
            <a:ln w="6350">
              <a:solidFill>
                <a:schemeClr val="accent6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9" name="直接箭头连接符 548">
              <a:extLst>
                <a:ext uri="{FF2B5EF4-FFF2-40B4-BE49-F238E27FC236}">
                  <a16:creationId xmlns:a16="http://schemas.microsoft.com/office/drawing/2014/main" id="{031EDED0-A64E-4FE4-8615-7DC73B84FE31}"/>
                </a:ext>
              </a:extLst>
            </p:cNvPr>
            <p:cNvCxnSpPr>
              <a:cxnSpLocks/>
              <a:stCxn id="515" idx="3"/>
              <a:endCxn id="539" idx="2"/>
            </p:cNvCxnSpPr>
            <p:nvPr/>
          </p:nvCxnSpPr>
          <p:spPr>
            <a:xfrm flipV="1">
              <a:off x="1053394" y="2350577"/>
              <a:ext cx="1068827" cy="354718"/>
            </a:xfrm>
            <a:prstGeom prst="straightConnector1">
              <a:avLst/>
            </a:prstGeom>
            <a:ln w="6350">
              <a:solidFill>
                <a:schemeClr val="accent6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0" name="直接箭头连接符 549">
              <a:extLst>
                <a:ext uri="{FF2B5EF4-FFF2-40B4-BE49-F238E27FC236}">
                  <a16:creationId xmlns:a16="http://schemas.microsoft.com/office/drawing/2014/main" id="{9143BD81-B6C0-4859-82B8-0292EB2CBD2E}"/>
                </a:ext>
              </a:extLst>
            </p:cNvPr>
            <p:cNvCxnSpPr>
              <a:cxnSpLocks/>
              <a:stCxn id="539" idx="4"/>
              <a:endCxn id="540" idx="2"/>
            </p:cNvCxnSpPr>
            <p:nvPr/>
          </p:nvCxnSpPr>
          <p:spPr>
            <a:xfrm>
              <a:off x="2259025" y="2322576"/>
              <a:ext cx="577419" cy="108126"/>
            </a:xfrm>
            <a:prstGeom prst="straightConnector1">
              <a:avLst/>
            </a:prstGeom>
            <a:ln w="6350">
              <a:solidFill>
                <a:schemeClr val="accent6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51" name="星形: 五角 550">
              <a:extLst>
                <a:ext uri="{FF2B5EF4-FFF2-40B4-BE49-F238E27FC236}">
                  <a16:creationId xmlns:a16="http://schemas.microsoft.com/office/drawing/2014/main" id="{F9601510-4DBE-4314-B06F-E43ABB10E192}"/>
                </a:ext>
              </a:extLst>
            </p:cNvPr>
            <p:cNvSpPr/>
            <p:nvPr/>
          </p:nvSpPr>
          <p:spPr>
            <a:xfrm rot="19125920">
              <a:off x="3857213" y="2342248"/>
              <a:ext cx="137160" cy="137160"/>
            </a:xfrm>
            <a:prstGeom prst="star5">
              <a:avLst/>
            </a:prstGeom>
            <a:solidFill>
              <a:schemeClr val="accent6">
                <a:lumMod val="75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552" name="直接箭头连接符 551">
              <a:extLst>
                <a:ext uri="{FF2B5EF4-FFF2-40B4-BE49-F238E27FC236}">
                  <a16:creationId xmlns:a16="http://schemas.microsoft.com/office/drawing/2014/main" id="{EB33193C-FD27-4B76-9A14-7E5540D1BDCC}"/>
                </a:ext>
              </a:extLst>
            </p:cNvPr>
            <p:cNvCxnSpPr>
              <a:cxnSpLocks/>
              <a:stCxn id="540" idx="0"/>
              <a:endCxn id="551" idx="1"/>
            </p:cNvCxnSpPr>
            <p:nvPr/>
          </p:nvCxnSpPr>
          <p:spPr>
            <a:xfrm>
              <a:off x="2977157" y="2402259"/>
              <a:ext cx="886391" cy="41598"/>
            </a:xfrm>
            <a:prstGeom prst="straightConnector1">
              <a:avLst/>
            </a:prstGeom>
            <a:ln w="12700">
              <a:solidFill>
                <a:schemeClr val="accent6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3" name="直接箭头连接符 552">
              <a:extLst>
                <a:ext uri="{FF2B5EF4-FFF2-40B4-BE49-F238E27FC236}">
                  <a16:creationId xmlns:a16="http://schemas.microsoft.com/office/drawing/2014/main" id="{B0B5DDF0-326D-4431-8492-E5C4E21E6155}"/>
                </a:ext>
              </a:extLst>
            </p:cNvPr>
            <p:cNvCxnSpPr>
              <a:cxnSpLocks/>
              <a:stCxn id="551" idx="4"/>
              <a:endCxn id="541" idx="3"/>
            </p:cNvCxnSpPr>
            <p:nvPr/>
          </p:nvCxnSpPr>
          <p:spPr>
            <a:xfrm flipV="1">
              <a:off x="3966695" y="1776823"/>
              <a:ext cx="507035" cy="576626"/>
            </a:xfrm>
            <a:prstGeom prst="straightConnector1">
              <a:avLst/>
            </a:prstGeom>
            <a:ln w="6350">
              <a:solidFill>
                <a:schemeClr val="accent6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4" name="直接箭头连接符 553">
              <a:extLst>
                <a:ext uri="{FF2B5EF4-FFF2-40B4-BE49-F238E27FC236}">
                  <a16:creationId xmlns:a16="http://schemas.microsoft.com/office/drawing/2014/main" id="{2A47E8A2-0442-4140-B8BA-684DF690EE74}"/>
                </a:ext>
              </a:extLst>
            </p:cNvPr>
            <p:cNvCxnSpPr>
              <a:cxnSpLocks/>
              <a:stCxn id="541" idx="0"/>
              <a:endCxn id="542" idx="2"/>
            </p:cNvCxnSpPr>
            <p:nvPr/>
          </p:nvCxnSpPr>
          <p:spPr>
            <a:xfrm flipV="1">
              <a:off x="4579572" y="1310394"/>
              <a:ext cx="414107" cy="369440"/>
            </a:xfrm>
            <a:prstGeom prst="straightConnector1">
              <a:avLst/>
            </a:prstGeom>
            <a:ln w="6350">
              <a:solidFill>
                <a:schemeClr val="accent6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5" name="直接箭头连接符 554">
              <a:extLst>
                <a:ext uri="{FF2B5EF4-FFF2-40B4-BE49-F238E27FC236}">
                  <a16:creationId xmlns:a16="http://schemas.microsoft.com/office/drawing/2014/main" id="{F4A00F98-CB0D-484A-B318-AF61E99AF742}"/>
                </a:ext>
              </a:extLst>
            </p:cNvPr>
            <p:cNvCxnSpPr>
              <a:cxnSpLocks/>
              <a:stCxn id="542" idx="4"/>
              <a:endCxn id="527" idx="2"/>
            </p:cNvCxnSpPr>
            <p:nvPr/>
          </p:nvCxnSpPr>
          <p:spPr>
            <a:xfrm flipV="1">
              <a:off x="5104644" y="797314"/>
              <a:ext cx="1009330" cy="428310"/>
            </a:xfrm>
            <a:prstGeom prst="straightConnector1">
              <a:avLst/>
            </a:prstGeom>
            <a:ln w="12700">
              <a:solidFill>
                <a:schemeClr val="accent6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56" name="星形: 五角 555">
              <a:extLst>
                <a:ext uri="{FF2B5EF4-FFF2-40B4-BE49-F238E27FC236}">
                  <a16:creationId xmlns:a16="http://schemas.microsoft.com/office/drawing/2014/main" id="{807DF924-D8D3-480B-AA1A-16AD52DE5D02}"/>
                </a:ext>
              </a:extLst>
            </p:cNvPr>
            <p:cNvSpPr/>
            <p:nvPr/>
          </p:nvSpPr>
          <p:spPr>
            <a:xfrm rot="2574900">
              <a:off x="3547729" y="829384"/>
              <a:ext cx="121920" cy="137160"/>
            </a:xfrm>
            <a:prstGeom prst="star5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57" name="星形: 五角 556">
              <a:extLst>
                <a:ext uri="{FF2B5EF4-FFF2-40B4-BE49-F238E27FC236}">
                  <a16:creationId xmlns:a16="http://schemas.microsoft.com/office/drawing/2014/main" id="{4BB73DA8-88D6-487E-89EC-8F0195BDFB3A}"/>
                </a:ext>
              </a:extLst>
            </p:cNvPr>
            <p:cNvSpPr/>
            <p:nvPr/>
          </p:nvSpPr>
          <p:spPr>
            <a:xfrm rot="3183208">
              <a:off x="4507004" y="756994"/>
              <a:ext cx="121920" cy="137160"/>
            </a:xfrm>
            <a:prstGeom prst="star5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59" name="星形: 五角 558">
              <a:extLst>
                <a:ext uri="{FF2B5EF4-FFF2-40B4-BE49-F238E27FC236}">
                  <a16:creationId xmlns:a16="http://schemas.microsoft.com/office/drawing/2014/main" id="{0ACD0237-78D8-40E9-874F-CA2F0E828016}"/>
                </a:ext>
              </a:extLst>
            </p:cNvPr>
            <p:cNvSpPr/>
            <p:nvPr/>
          </p:nvSpPr>
          <p:spPr>
            <a:xfrm>
              <a:off x="2752709" y="995754"/>
              <a:ext cx="121920" cy="137160"/>
            </a:xfrm>
            <a:prstGeom prst="star5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560" name="直接箭头连接符 559">
              <a:extLst>
                <a:ext uri="{FF2B5EF4-FFF2-40B4-BE49-F238E27FC236}">
                  <a16:creationId xmlns:a16="http://schemas.microsoft.com/office/drawing/2014/main" id="{88BAD02B-188D-4B57-965C-FDF2E1EC89D3}"/>
                </a:ext>
              </a:extLst>
            </p:cNvPr>
            <p:cNvCxnSpPr>
              <a:cxnSpLocks/>
              <a:stCxn id="513" idx="3"/>
              <a:endCxn id="543" idx="1"/>
            </p:cNvCxnSpPr>
            <p:nvPr/>
          </p:nvCxnSpPr>
          <p:spPr>
            <a:xfrm flipV="1">
              <a:off x="1489020" y="1561950"/>
              <a:ext cx="708524" cy="631328"/>
            </a:xfrm>
            <a:prstGeom prst="straightConnector1">
              <a:avLst/>
            </a:prstGeom>
            <a:solidFill>
              <a:srgbClr val="C00000"/>
            </a:solidFill>
            <a:ln w="6350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1" name="直接箭头连接符 560">
              <a:extLst>
                <a:ext uri="{FF2B5EF4-FFF2-40B4-BE49-F238E27FC236}">
                  <a16:creationId xmlns:a16="http://schemas.microsoft.com/office/drawing/2014/main" id="{DDD9E668-83CA-4482-945C-192F81BD3C17}"/>
                </a:ext>
              </a:extLst>
            </p:cNvPr>
            <p:cNvCxnSpPr>
              <a:cxnSpLocks/>
              <a:stCxn id="543" idx="4"/>
              <a:endCxn id="559" idx="1"/>
            </p:cNvCxnSpPr>
            <p:nvPr/>
          </p:nvCxnSpPr>
          <p:spPr>
            <a:xfrm flipV="1">
              <a:off x="2277617" y="1048144"/>
              <a:ext cx="475092" cy="421867"/>
            </a:xfrm>
            <a:prstGeom prst="straightConnector1">
              <a:avLst/>
            </a:prstGeom>
            <a:solidFill>
              <a:srgbClr val="C00000"/>
            </a:solidFill>
            <a:ln w="6350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2" name="直接箭头连接符 561">
              <a:extLst>
                <a:ext uri="{FF2B5EF4-FFF2-40B4-BE49-F238E27FC236}">
                  <a16:creationId xmlns:a16="http://schemas.microsoft.com/office/drawing/2014/main" id="{960C1641-F3D0-4177-A431-80D76B529061}"/>
                </a:ext>
              </a:extLst>
            </p:cNvPr>
            <p:cNvCxnSpPr>
              <a:cxnSpLocks/>
              <a:stCxn id="559" idx="4"/>
              <a:endCxn id="556" idx="2"/>
            </p:cNvCxnSpPr>
            <p:nvPr/>
          </p:nvCxnSpPr>
          <p:spPr>
            <a:xfrm flipV="1">
              <a:off x="2874629" y="922536"/>
              <a:ext cx="659771" cy="125608"/>
            </a:xfrm>
            <a:prstGeom prst="straightConnector1">
              <a:avLst/>
            </a:prstGeom>
            <a:solidFill>
              <a:srgbClr val="C00000"/>
            </a:solidFill>
            <a:ln w="6350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3" name="直接箭头连接符 562">
              <a:extLst>
                <a:ext uri="{FF2B5EF4-FFF2-40B4-BE49-F238E27FC236}">
                  <a16:creationId xmlns:a16="http://schemas.microsoft.com/office/drawing/2014/main" id="{5344E385-C520-40C1-9DDC-E3A37A463540}"/>
                </a:ext>
              </a:extLst>
            </p:cNvPr>
            <p:cNvCxnSpPr>
              <a:cxnSpLocks/>
              <a:stCxn id="556" idx="4"/>
              <a:endCxn id="557" idx="2"/>
            </p:cNvCxnSpPr>
            <p:nvPr/>
          </p:nvCxnSpPr>
          <p:spPr>
            <a:xfrm flipV="1">
              <a:off x="3664358" y="836686"/>
              <a:ext cx="826152" cy="90929"/>
            </a:xfrm>
            <a:prstGeom prst="straightConnector1">
              <a:avLst/>
            </a:prstGeom>
            <a:solidFill>
              <a:srgbClr val="C00000"/>
            </a:solidFill>
            <a:ln w="6350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4" name="直接箭头连接符 563">
              <a:extLst>
                <a:ext uri="{FF2B5EF4-FFF2-40B4-BE49-F238E27FC236}">
                  <a16:creationId xmlns:a16="http://schemas.microsoft.com/office/drawing/2014/main" id="{590C21D8-8630-417F-85B4-29D857756960}"/>
                </a:ext>
              </a:extLst>
            </p:cNvPr>
            <p:cNvCxnSpPr>
              <a:cxnSpLocks/>
              <a:stCxn id="557" idx="4"/>
              <a:endCxn id="302" idx="2"/>
            </p:cNvCxnSpPr>
            <p:nvPr/>
          </p:nvCxnSpPr>
          <p:spPr>
            <a:xfrm flipV="1">
              <a:off x="4617544" y="789694"/>
              <a:ext cx="1115430" cy="74868"/>
            </a:xfrm>
            <a:prstGeom prst="straightConnector1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76" name="文本框 575">
                  <a:extLst>
                    <a:ext uri="{FF2B5EF4-FFF2-40B4-BE49-F238E27FC236}">
                      <a16:creationId xmlns:a16="http://schemas.microsoft.com/office/drawing/2014/main" id="{0C83C5E9-F2E6-4013-B705-BE86737BA0EA}"/>
                    </a:ext>
                  </a:extLst>
                </p:cNvPr>
                <p:cNvSpPr txBox="1"/>
                <p:nvPr/>
              </p:nvSpPr>
              <p:spPr>
                <a:xfrm>
                  <a:off x="1515960" y="2199665"/>
                  <a:ext cx="473528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2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>
            <p:sp>
              <p:nvSpPr>
                <p:cNvPr id="576" name="文本框 575">
                  <a:extLst>
                    <a:ext uri="{FF2B5EF4-FFF2-40B4-BE49-F238E27FC236}">
                      <a16:creationId xmlns:a16="http://schemas.microsoft.com/office/drawing/2014/main" id="{0C83C5E9-F2E6-4013-B705-BE86737BA0E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515960" y="2199665"/>
                  <a:ext cx="473528" cy="276999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77" name="文本框 576">
                  <a:extLst>
                    <a:ext uri="{FF2B5EF4-FFF2-40B4-BE49-F238E27FC236}">
                      <a16:creationId xmlns:a16="http://schemas.microsoft.com/office/drawing/2014/main" id="{90D7FB6B-5DE4-4D0B-B943-F155C33C1258}"/>
                    </a:ext>
                  </a:extLst>
                </p:cNvPr>
                <p:cNvSpPr txBox="1"/>
                <p:nvPr/>
              </p:nvSpPr>
              <p:spPr>
                <a:xfrm>
                  <a:off x="659663" y="2327300"/>
                  <a:ext cx="473528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2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>
            <p:sp>
              <p:nvSpPr>
                <p:cNvPr id="577" name="文本框 576">
                  <a:extLst>
                    <a:ext uri="{FF2B5EF4-FFF2-40B4-BE49-F238E27FC236}">
                      <a16:creationId xmlns:a16="http://schemas.microsoft.com/office/drawing/2014/main" id="{90D7FB6B-5DE4-4D0B-B943-F155C33C125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59663" y="2327300"/>
                  <a:ext cx="473528" cy="276999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78" name="文本框 577">
                  <a:extLst>
                    <a:ext uri="{FF2B5EF4-FFF2-40B4-BE49-F238E27FC236}">
                      <a16:creationId xmlns:a16="http://schemas.microsoft.com/office/drawing/2014/main" id="{F929DCB4-FF36-4462-8B02-7D0095114FE5}"/>
                    </a:ext>
                  </a:extLst>
                </p:cNvPr>
                <p:cNvSpPr txBox="1"/>
                <p:nvPr/>
              </p:nvSpPr>
              <p:spPr>
                <a:xfrm>
                  <a:off x="1140619" y="1810980"/>
                  <a:ext cx="473528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2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>
            <p:sp>
              <p:nvSpPr>
                <p:cNvPr id="578" name="文本框 577">
                  <a:extLst>
                    <a:ext uri="{FF2B5EF4-FFF2-40B4-BE49-F238E27FC236}">
                      <a16:creationId xmlns:a16="http://schemas.microsoft.com/office/drawing/2014/main" id="{F929DCB4-FF36-4462-8B02-7D0095114FE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40619" y="1810980"/>
                  <a:ext cx="473528" cy="276999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35" name="星形: 五角 534">
              <a:extLst>
                <a:ext uri="{FF2B5EF4-FFF2-40B4-BE49-F238E27FC236}">
                  <a16:creationId xmlns:a16="http://schemas.microsoft.com/office/drawing/2014/main" id="{EB64C830-BC92-455E-9A86-864E5CBCEAC8}"/>
                </a:ext>
              </a:extLst>
            </p:cNvPr>
            <p:cNvSpPr/>
            <p:nvPr/>
          </p:nvSpPr>
          <p:spPr>
            <a:xfrm rot="1001571">
              <a:off x="2538925" y="2485142"/>
              <a:ext cx="137160" cy="137160"/>
            </a:xfrm>
            <a:prstGeom prst="star5">
              <a:avLst/>
            </a:prstGeom>
            <a:solidFill>
              <a:schemeClr val="accent6">
                <a:lumMod val="75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39" name="星形: 五角 538">
              <a:extLst>
                <a:ext uri="{FF2B5EF4-FFF2-40B4-BE49-F238E27FC236}">
                  <a16:creationId xmlns:a16="http://schemas.microsoft.com/office/drawing/2014/main" id="{A40C4014-3338-489B-93E6-8CBEF61F1C99}"/>
                </a:ext>
              </a:extLst>
            </p:cNvPr>
            <p:cNvSpPr/>
            <p:nvPr/>
          </p:nvSpPr>
          <p:spPr>
            <a:xfrm rot="1548584">
              <a:off x="2121657" y="2238712"/>
              <a:ext cx="137160" cy="137160"/>
            </a:xfrm>
            <a:prstGeom prst="star5">
              <a:avLst/>
            </a:prstGeom>
            <a:solidFill>
              <a:schemeClr val="accent6">
                <a:lumMod val="75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43" name="星形: 五角 542">
              <a:extLst>
                <a:ext uri="{FF2B5EF4-FFF2-40B4-BE49-F238E27FC236}">
                  <a16:creationId xmlns:a16="http://schemas.microsoft.com/office/drawing/2014/main" id="{5E743DD9-3FAB-4FEE-B30A-F063B81098A8}"/>
                </a:ext>
              </a:extLst>
            </p:cNvPr>
            <p:cNvSpPr/>
            <p:nvPr/>
          </p:nvSpPr>
          <p:spPr>
            <a:xfrm rot="18663228">
              <a:off x="2188829" y="1458034"/>
              <a:ext cx="121920" cy="137160"/>
            </a:xfrm>
            <a:prstGeom prst="star5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30" name="星形: 五角 229">
              <a:extLst>
                <a:ext uri="{FF2B5EF4-FFF2-40B4-BE49-F238E27FC236}">
                  <a16:creationId xmlns:a16="http://schemas.microsoft.com/office/drawing/2014/main" id="{3FE5C256-0A58-4589-B30D-BDD46B0B02CB}"/>
                </a:ext>
              </a:extLst>
            </p:cNvPr>
            <p:cNvSpPr/>
            <p:nvPr/>
          </p:nvSpPr>
          <p:spPr>
            <a:xfrm rot="20997962">
              <a:off x="2695743" y="5363022"/>
              <a:ext cx="137160" cy="137160"/>
            </a:xfrm>
            <a:prstGeom prst="star5">
              <a:avLst/>
            </a:prstGeom>
            <a:solidFill>
              <a:schemeClr val="accent6">
                <a:lumMod val="75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31" name="星形: 五角 230">
              <a:extLst>
                <a:ext uri="{FF2B5EF4-FFF2-40B4-BE49-F238E27FC236}">
                  <a16:creationId xmlns:a16="http://schemas.microsoft.com/office/drawing/2014/main" id="{626D8A72-9A71-4591-AD32-888567D6964A}"/>
                </a:ext>
              </a:extLst>
            </p:cNvPr>
            <p:cNvSpPr/>
            <p:nvPr/>
          </p:nvSpPr>
          <p:spPr>
            <a:xfrm rot="1548584">
              <a:off x="2390943" y="5164903"/>
              <a:ext cx="137160" cy="137160"/>
            </a:xfrm>
            <a:prstGeom prst="star5">
              <a:avLst/>
            </a:prstGeom>
            <a:solidFill>
              <a:schemeClr val="accent6">
                <a:lumMod val="75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32" name="星形: 五角 231">
              <a:extLst>
                <a:ext uri="{FF2B5EF4-FFF2-40B4-BE49-F238E27FC236}">
                  <a16:creationId xmlns:a16="http://schemas.microsoft.com/office/drawing/2014/main" id="{A50893CA-41A2-4CDD-B658-2C83AF59A789}"/>
                </a:ext>
              </a:extLst>
            </p:cNvPr>
            <p:cNvSpPr/>
            <p:nvPr/>
          </p:nvSpPr>
          <p:spPr>
            <a:xfrm>
              <a:off x="2246163" y="5020123"/>
              <a:ext cx="121920" cy="137160"/>
            </a:xfrm>
            <a:prstGeom prst="star5">
              <a:avLst/>
            </a:prstGeom>
            <a:solidFill>
              <a:schemeClr val="accent6">
                <a:lumMod val="75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33" name="星形: 五角 232">
              <a:extLst>
                <a:ext uri="{FF2B5EF4-FFF2-40B4-BE49-F238E27FC236}">
                  <a16:creationId xmlns:a16="http://schemas.microsoft.com/office/drawing/2014/main" id="{E34FB7BE-4125-4E2A-AAE1-FBD29E0A8B94}"/>
                </a:ext>
              </a:extLst>
            </p:cNvPr>
            <p:cNvSpPr/>
            <p:nvPr/>
          </p:nvSpPr>
          <p:spPr>
            <a:xfrm rot="3317061">
              <a:off x="2677661" y="3782157"/>
              <a:ext cx="121920" cy="137160"/>
            </a:xfrm>
            <a:prstGeom prst="star5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88" name="平行四边形 287">
              <a:extLst>
                <a:ext uri="{FF2B5EF4-FFF2-40B4-BE49-F238E27FC236}">
                  <a16:creationId xmlns:a16="http://schemas.microsoft.com/office/drawing/2014/main" id="{0EC3A780-2CFD-4167-BCFE-3412D2FBFD09}"/>
                </a:ext>
              </a:extLst>
            </p:cNvPr>
            <p:cNvSpPr/>
            <p:nvPr/>
          </p:nvSpPr>
          <p:spPr>
            <a:xfrm>
              <a:off x="3667954" y="1494544"/>
              <a:ext cx="388620" cy="220980"/>
            </a:xfrm>
            <a:prstGeom prst="parallelogram">
              <a:avLst>
                <a:gd name="adj" fmla="val 55212"/>
              </a:avLst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accent1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01" name="等腰三角形 300">
              <a:extLst>
                <a:ext uri="{FF2B5EF4-FFF2-40B4-BE49-F238E27FC236}">
                  <a16:creationId xmlns:a16="http://schemas.microsoft.com/office/drawing/2014/main" id="{92CBC8B4-45A1-422E-AE94-F9DA4F7C16FA}"/>
                </a:ext>
              </a:extLst>
            </p:cNvPr>
            <p:cNvSpPr/>
            <p:nvPr/>
          </p:nvSpPr>
          <p:spPr>
            <a:xfrm>
              <a:off x="5946334" y="1010674"/>
              <a:ext cx="99060" cy="99060"/>
            </a:xfrm>
            <a:prstGeom prst="triangle">
              <a:avLst/>
            </a:prstGeom>
            <a:solidFill>
              <a:srgbClr val="92D050"/>
            </a:solidFill>
            <a:ln>
              <a:solidFill>
                <a:srgbClr val="92D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02" name="等腰三角形 301">
              <a:extLst>
                <a:ext uri="{FF2B5EF4-FFF2-40B4-BE49-F238E27FC236}">
                  <a16:creationId xmlns:a16="http://schemas.microsoft.com/office/drawing/2014/main" id="{7C7B2EB2-7C71-4692-A95E-8A264DA12300}"/>
                </a:ext>
              </a:extLst>
            </p:cNvPr>
            <p:cNvSpPr/>
            <p:nvPr/>
          </p:nvSpPr>
          <p:spPr>
            <a:xfrm>
              <a:off x="5732974" y="690634"/>
              <a:ext cx="99060" cy="99060"/>
            </a:xfrm>
            <a:prstGeom prst="triangle">
              <a:avLst/>
            </a:prstGeom>
            <a:solidFill>
              <a:srgbClr val="92D050"/>
            </a:solidFill>
            <a:ln>
              <a:solidFill>
                <a:srgbClr val="92D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36" name="星形: 五角 535">
              <a:extLst>
                <a:ext uri="{FF2B5EF4-FFF2-40B4-BE49-F238E27FC236}">
                  <a16:creationId xmlns:a16="http://schemas.microsoft.com/office/drawing/2014/main" id="{46A3CE48-94DA-40B0-BA23-E6B6766C34E0}"/>
                </a:ext>
              </a:extLst>
            </p:cNvPr>
            <p:cNvSpPr/>
            <p:nvPr/>
          </p:nvSpPr>
          <p:spPr>
            <a:xfrm rot="1976744">
              <a:off x="3671289" y="2652784"/>
              <a:ext cx="137160" cy="137160"/>
            </a:xfrm>
            <a:prstGeom prst="star5">
              <a:avLst/>
            </a:prstGeom>
            <a:solidFill>
              <a:schemeClr val="accent6">
                <a:lumMod val="75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14" name="文本框 213">
                  <a:extLst>
                    <a:ext uri="{FF2B5EF4-FFF2-40B4-BE49-F238E27FC236}">
                      <a16:creationId xmlns:a16="http://schemas.microsoft.com/office/drawing/2014/main" id="{0D0CD7B4-9A0E-4A16-8C4A-046B4AB19F0B}"/>
                    </a:ext>
                  </a:extLst>
                </p:cNvPr>
                <p:cNvSpPr txBox="1"/>
                <p:nvPr/>
              </p:nvSpPr>
              <p:spPr>
                <a:xfrm>
                  <a:off x="4066699" y="2016720"/>
                  <a:ext cx="473528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2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>
            <p:sp>
              <p:nvSpPr>
                <p:cNvPr id="214" name="文本框 213">
                  <a:extLst>
                    <a:ext uri="{FF2B5EF4-FFF2-40B4-BE49-F238E27FC236}">
                      <a16:creationId xmlns:a16="http://schemas.microsoft.com/office/drawing/2014/main" id="{0D0CD7B4-9A0E-4A16-8C4A-046B4AB19F0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066699" y="2016720"/>
                  <a:ext cx="473528" cy="276999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15" name="文本框 214">
                  <a:extLst>
                    <a:ext uri="{FF2B5EF4-FFF2-40B4-BE49-F238E27FC236}">
                      <a16:creationId xmlns:a16="http://schemas.microsoft.com/office/drawing/2014/main" id="{F79FA281-C4D1-41E3-BA0C-7528D66A3C6C}"/>
                    </a:ext>
                  </a:extLst>
                </p:cNvPr>
                <p:cNvSpPr txBox="1"/>
                <p:nvPr/>
              </p:nvSpPr>
              <p:spPr>
                <a:xfrm>
                  <a:off x="3219983" y="2411120"/>
                  <a:ext cx="473528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2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>
            <p:sp>
              <p:nvSpPr>
                <p:cNvPr id="215" name="文本框 214">
                  <a:extLst>
                    <a:ext uri="{FF2B5EF4-FFF2-40B4-BE49-F238E27FC236}">
                      <a16:creationId xmlns:a16="http://schemas.microsoft.com/office/drawing/2014/main" id="{F79FA281-C4D1-41E3-BA0C-7528D66A3C6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19983" y="2411120"/>
                  <a:ext cx="473528" cy="276999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17" name="文本框 216">
                  <a:extLst>
                    <a:ext uri="{FF2B5EF4-FFF2-40B4-BE49-F238E27FC236}">
                      <a16:creationId xmlns:a16="http://schemas.microsoft.com/office/drawing/2014/main" id="{F48ECC63-42CA-4C62-8AAA-EBF0AFF7ADF2}"/>
                    </a:ext>
                  </a:extLst>
                </p:cNvPr>
                <p:cNvSpPr txBox="1"/>
                <p:nvPr/>
              </p:nvSpPr>
              <p:spPr>
                <a:xfrm>
                  <a:off x="4777320" y="2016785"/>
                  <a:ext cx="473528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2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>
            <p:sp>
              <p:nvSpPr>
                <p:cNvPr id="217" name="文本框 216">
                  <a:extLst>
                    <a:ext uri="{FF2B5EF4-FFF2-40B4-BE49-F238E27FC236}">
                      <a16:creationId xmlns:a16="http://schemas.microsoft.com/office/drawing/2014/main" id="{F48ECC63-42CA-4C62-8AAA-EBF0AFF7ADF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777320" y="2016785"/>
                  <a:ext cx="473528" cy="276999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624" name="组合 623">
              <a:extLst>
                <a:ext uri="{FF2B5EF4-FFF2-40B4-BE49-F238E27FC236}">
                  <a16:creationId xmlns:a16="http://schemas.microsoft.com/office/drawing/2014/main" id="{5E4C235A-0A53-4DA5-B92B-4B1A537E0194}"/>
                </a:ext>
              </a:extLst>
            </p:cNvPr>
            <p:cNvGrpSpPr/>
            <p:nvPr/>
          </p:nvGrpSpPr>
          <p:grpSpPr>
            <a:xfrm>
              <a:off x="327879" y="3706728"/>
              <a:ext cx="6310057" cy="2390657"/>
              <a:chOff x="-120284" y="3624061"/>
              <a:chExt cx="6310057" cy="2390657"/>
            </a:xfrm>
          </p:grpSpPr>
          <p:sp>
            <p:nvSpPr>
              <p:cNvPr id="507" name="平行四边形 506">
                <a:extLst>
                  <a:ext uri="{FF2B5EF4-FFF2-40B4-BE49-F238E27FC236}">
                    <a16:creationId xmlns:a16="http://schemas.microsoft.com/office/drawing/2014/main" id="{3C8FFEC6-F233-4304-87EC-35F9CBE02B22}"/>
                  </a:ext>
                </a:extLst>
              </p:cNvPr>
              <p:cNvSpPr/>
              <p:nvPr/>
            </p:nvSpPr>
            <p:spPr>
              <a:xfrm>
                <a:off x="-120284" y="3690822"/>
                <a:ext cx="6310057" cy="2289489"/>
              </a:xfrm>
              <a:prstGeom prst="parallelogram">
                <a:avLst>
                  <a:gd name="adj" fmla="val 88013"/>
                </a:avLst>
              </a:prstGeom>
              <a:solidFill>
                <a:schemeClr val="accent6">
                  <a:lumMod val="20000"/>
                  <a:lumOff val="80000"/>
                </a:schemeClr>
              </a:solidFill>
              <a:ln>
                <a:solidFill>
                  <a:schemeClr val="accent6">
                    <a:lumMod val="20000"/>
                    <a:lumOff val="8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508" name="立方体 507">
                <a:extLst>
                  <a:ext uri="{FF2B5EF4-FFF2-40B4-BE49-F238E27FC236}">
                    <a16:creationId xmlns:a16="http://schemas.microsoft.com/office/drawing/2014/main" id="{3610096C-4E08-469E-A49C-96C4B95E0CA7}"/>
                  </a:ext>
                </a:extLst>
              </p:cNvPr>
              <p:cNvSpPr/>
              <p:nvPr/>
            </p:nvSpPr>
            <p:spPr>
              <a:xfrm>
                <a:off x="1327109" y="4280334"/>
                <a:ext cx="481630" cy="566997"/>
              </a:xfrm>
              <a:prstGeom prst="cube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>
                <a:solidFill>
                  <a:schemeClr val="accent1">
                    <a:lumMod val="40000"/>
                    <a:lumOff val="6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10" name="立方体 509">
                <a:extLst>
                  <a:ext uri="{FF2B5EF4-FFF2-40B4-BE49-F238E27FC236}">
                    <a16:creationId xmlns:a16="http://schemas.microsoft.com/office/drawing/2014/main" id="{29F4CFFB-9C37-4C92-A490-60AE47E35DF9}"/>
                  </a:ext>
                </a:extLst>
              </p:cNvPr>
              <p:cNvSpPr/>
              <p:nvPr/>
            </p:nvSpPr>
            <p:spPr>
              <a:xfrm>
                <a:off x="3684480" y="3624061"/>
                <a:ext cx="308730" cy="505595"/>
              </a:xfrm>
              <a:prstGeom prst="cube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>
                <a:solidFill>
                  <a:schemeClr val="accent1">
                    <a:lumMod val="40000"/>
                    <a:lumOff val="6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pic>
            <p:nvPicPr>
              <p:cNvPr id="511" name="图片 510">
                <a:extLst>
                  <a:ext uri="{FF2B5EF4-FFF2-40B4-BE49-F238E27FC236}">
                    <a16:creationId xmlns:a16="http://schemas.microsoft.com/office/drawing/2014/main" id="{0D4ABCA1-DB54-4EB8-9814-5F038605AF2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049635" y="4317039"/>
                <a:ext cx="395832" cy="395832"/>
              </a:xfrm>
              <a:prstGeom prst="rect">
                <a:avLst/>
              </a:prstGeom>
            </p:spPr>
          </p:pic>
          <p:pic>
            <p:nvPicPr>
              <p:cNvPr id="512" name="图片 511">
                <a:extLst>
                  <a:ext uri="{FF2B5EF4-FFF2-40B4-BE49-F238E27FC236}">
                    <a16:creationId xmlns:a16="http://schemas.microsoft.com/office/drawing/2014/main" id="{0C468D1B-1E57-4E4D-A16F-3732A5F436B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276735" y="3726465"/>
                <a:ext cx="298111" cy="298111"/>
              </a:xfrm>
              <a:prstGeom prst="rect">
                <a:avLst/>
              </a:prstGeom>
            </p:spPr>
          </p:pic>
          <p:sp>
            <p:nvSpPr>
              <p:cNvPr id="518" name="立方体 517">
                <a:extLst>
                  <a:ext uri="{FF2B5EF4-FFF2-40B4-BE49-F238E27FC236}">
                    <a16:creationId xmlns:a16="http://schemas.microsoft.com/office/drawing/2014/main" id="{280FE416-A4D5-405A-B1F7-FC0A27B2C9CA}"/>
                  </a:ext>
                </a:extLst>
              </p:cNvPr>
              <p:cNvSpPr/>
              <p:nvPr/>
            </p:nvSpPr>
            <p:spPr>
              <a:xfrm>
                <a:off x="2817836" y="4883943"/>
                <a:ext cx="348226" cy="551873"/>
              </a:xfrm>
              <a:prstGeom prst="cube">
                <a:avLst>
                  <a:gd name="adj" fmla="val 23586"/>
                </a:avLst>
              </a:prstGeom>
              <a:solidFill>
                <a:schemeClr val="accent1">
                  <a:lumMod val="40000"/>
                  <a:lumOff val="60000"/>
                </a:schemeClr>
              </a:solidFill>
              <a:ln>
                <a:solidFill>
                  <a:schemeClr val="accent1">
                    <a:lumMod val="40000"/>
                    <a:lumOff val="6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517" name="椭圆 516">
                <a:extLst>
                  <a:ext uri="{FF2B5EF4-FFF2-40B4-BE49-F238E27FC236}">
                    <a16:creationId xmlns:a16="http://schemas.microsoft.com/office/drawing/2014/main" id="{411D3AC6-AC90-4859-8DE9-50404C3F2F3B}"/>
                  </a:ext>
                </a:extLst>
              </p:cNvPr>
              <p:cNvSpPr/>
              <p:nvPr/>
            </p:nvSpPr>
            <p:spPr>
              <a:xfrm rot="21014316">
                <a:off x="2089444" y="3866783"/>
                <a:ext cx="2249504" cy="1412781"/>
              </a:xfrm>
              <a:prstGeom prst="ellipse">
                <a:avLst/>
              </a:prstGeom>
              <a:noFill/>
              <a:ln>
                <a:solidFill>
                  <a:srgbClr val="C00000"/>
                </a:solidFill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66" name="立方体 565">
                <a:extLst>
                  <a:ext uri="{FF2B5EF4-FFF2-40B4-BE49-F238E27FC236}">
                    <a16:creationId xmlns:a16="http://schemas.microsoft.com/office/drawing/2014/main" id="{4D747C29-D793-4FD2-BB2D-8B1F2663F619}"/>
                  </a:ext>
                </a:extLst>
              </p:cNvPr>
              <p:cNvSpPr/>
              <p:nvPr/>
            </p:nvSpPr>
            <p:spPr>
              <a:xfrm>
                <a:off x="3730229" y="5190387"/>
                <a:ext cx="504174" cy="594917"/>
              </a:xfrm>
              <a:prstGeom prst="cube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>
                <a:solidFill>
                  <a:schemeClr val="accent1">
                    <a:lumMod val="40000"/>
                    <a:lumOff val="6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67" name="立方体 566">
                <a:extLst>
                  <a:ext uri="{FF2B5EF4-FFF2-40B4-BE49-F238E27FC236}">
                    <a16:creationId xmlns:a16="http://schemas.microsoft.com/office/drawing/2014/main" id="{8AB430F3-C7AE-4726-B59F-D8E9E7B9C5EB}"/>
                  </a:ext>
                </a:extLst>
              </p:cNvPr>
              <p:cNvSpPr/>
              <p:nvPr/>
            </p:nvSpPr>
            <p:spPr>
              <a:xfrm>
                <a:off x="3809148" y="4225917"/>
                <a:ext cx="348226" cy="551873"/>
              </a:xfrm>
              <a:prstGeom prst="cube">
                <a:avLst>
                  <a:gd name="adj" fmla="val 23586"/>
                </a:avLst>
              </a:prstGeom>
              <a:solidFill>
                <a:schemeClr val="accent1">
                  <a:lumMod val="40000"/>
                  <a:lumOff val="60000"/>
                </a:schemeClr>
              </a:solidFill>
              <a:ln>
                <a:solidFill>
                  <a:schemeClr val="accent1">
                    <a:lumMod val="40000"/>
                    <a:lumOff val="6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73" name="任意多边形: 形状 572">
                <a:extLst>
                  <a:ext uri="{FF2B5EF4-FFF2-40B4-BE49-F238E27FC236}">
                    <a16:creationId xmlns:a16="http://schemas.microsoft.com/office/drawing/2014/main" id="{04F14F60-FAC2-401C-98CB-501ACE319721}"/>
                  </a:ext>
                </a:extLst>
              </p:cNvPr>
              <p:cNvSpPr/>
              <p:nvPr/>
            </p:nvSpPr>
            <p:spPr>
              <a:xfrm>
                <a:off x="1700676" y="4036219"/>
                <a:ext cx="3630943" cy="1466574"/>
              </a:xfrm>
              <a:custGeom>
                <a:avLst/>
                <a:gdLst>
                  <a:gd name="connsiteX0" fmla="*/ 0 w 3552825"/>
                  <a:gd name="connsiteY0" fmla="*/ 1485900 h 1563817"/>
                  <a:gd name="connsiteX1" fmla="*/ 466725 w 3552825"/>
                  <a:gd name="connsiteY1" fmla="*/ 1047750 h 1563817"/>
                  <a:gd name="connsiteX2" fmla="*/ 923925 w 3552825"/>
                  <a:gd name="connsiteY2" fmla="*/ 1543050 h 1563817"/>
                  <a:gd name="connsiteX3" fmla="*/ 1781175 w 3552825"/>
                  <a:gd name="connsiteY3" fmla="*/ 1371600 h 1563817"/>
                  <a:gd name="connsiteX4" fmla="*/ 2752725 w 3552825"/>
                  <a:gd name="connsiteY4" fmla="*/ 485775 h 1563817"/>
                  <a:gd name="connsiteX5" fmla="*/ 2952750 w 3552825"/>
                  <a:gd name="connsiteY5" fmla="*/ 238125 h 1563817"/>
                  <a:gd name="connsiteX6" fmla="*/ 3552825 w 3552825"/>
                  <a:gd name="connsiteY6" fmla="*/ 0 h 156381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552825" h="1563817">
                    <a:moveTo>
                      <a:pt x="0" y="1485900"/>
                    </a:moveTo>
                    <a:cubicBezTo>
                      <a:pt x="156369" y="1262062"/>
                      <a:pt x="312738" y="1038225"/>
                      <a:pt x="466725" y="1047750"/>
                    </a:cubicBezTo>
                    <a:cubicBezTo>
                      <a:pt x="620712" y="1057275"/>
                      <a:pt x="704850" y="1489075"/>
                      <a:pt x="923925" y="1543050"/>
                    </a:cubicBezTo>
                    <a:cubicBezTo>
                      <a:pt x="1143000" y="1597025"/>
                      <a:pt x="1476375" y="1547813"/>
                      <a:pt x="1781175" y="1371600"/>
                    </a:cubicBezTo>
                    <a:cubicBezTo>
                      <a:pt x="2085975" y="1195387"/>
                      <a:pt x="2557463" y="674687"/>
                      <a:pt x="2752725" y="485775"/>
                    </a:cubicBezTo>
                    <a:cubicBezTo>
                      <a:pt x="2947987" y="296863"/>
                      <a:pt x="2819400" y="319087"/>
                      <a:pt x="2952750" y="238125"/>
                    </a:cubicBezTo>
                    <a:cubicBezTo>
                      <a:pt x="3086100" y="157163"/>
                      <a:pt x="3402012" y="23813"/>
                      <a:pt x="3552825" y="0"/>
                    </a:cubicBezTo>
                  </a:path>
                </a:pathLst>
              </a:custGeom>
              <a:noFill/>
              <a:ln w="19050">
                <a:solidFill>
                  <a:schemeClr val="accent6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grpSp>
            <p:nvGrpSpPr>
              <p:cNvPr id="575" name="组合 574">
                <a:extLst>
                  <a:ext uri="{FF2B5EF4-FFF2-40B4-BE49-F238E27FC236}">
                    <a16:creationId xmlns:a16="http://schemas.microsoft.com/office/drawing/2014/main" id="{DB16CA7D-6D64-44D1-A3D4-605FB67E18B7}"/>
                  </a:ext>
                </a:extLst>
              </p:cNvPr>
              <p:cNvGrpSpPr/>
              <p:nvPr/>
            </p:nvGrpSpPr>
            <p:grpSpPr>
              <a:xfrm>
                <a:off x="162779" y="4721390"/>
                <a:ext cx="1596047" cy="1293328"/>
                <a:chOff x="1412935" y="4599946"/>
                <a:chExt cx="1596047" cy="1293328"/>
              </a:xfrm>
            </p:grpSpPr>
            <p:sp>
              <p:nvSpPr>
                <p:cNvPr id="605" name="椭圆 604">
                  <a:extLst>
                    <a:ext uri="{FF2B5EF4-FFF2-40B4-BE49-F238E27FC236}">
                      <a16:creationId xmlns:a16="http://schemas.microsoft.com/office/drawing/2014/main" id="{9FC46889-CDE6-4D6E-A6D7-44F5B8CA140A}"/>
                    </a:ext>
                  </a:extLst>
                </p:cNvPr>
                <p:cNvSpPr/>
                <p:nvPr/>
              </p:nvSpPr>
              <p:spPr>
                <a:xfrm rot="5136353">
                  <a:off x="1811855" y="4619976"/>
                  <a:ext cx="579615" cy="686579"/>
                </a:xfrm>
                <a:prstGeom prst="ellipse">
                  <a:avLst/>
                </a:prstGeom>
                <a:solidFill>
                  <a:schemeClr val="accent4">
                    <a:lumMod val="20000"/>
                    <a:lumOff val="80000"/>
                  </a:schemeClr>
                </a:solidFill>
                <a:ln>
                  <a:solidFill>
                    <a:schemeClr val="accent4">
                      <a:lumMod val="20000"/>
                      <a:lumOff val="80000"/>
                    </a:schemeClr>
                  </a:solidFill>
                  <a:prstDash val="sysDash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606" name="椭圆 605">
                  <a:extLst>
                    <a:ext uri="{FF2B5EF4-FFF2-40B4-BE49-F238E27FC236}">
                      <a16:creationId xmlns:a16="http://schemas.microsoft.com/office/drawing/2014/main" id="{06BEB97D-D22F-4DC9-AC2A-D5831DBBB9DA}"/>
                    </a:ext>
                  </a:extLst>
                </p:cNvPr>
                <p:cNvSpPr/>
                <p:nvPr/>
              </p:nvSpPr>
              <p:spPr>
                <a:xfrm rot="4993526">
                  <a:off x="1466417" y="5248009"/>
                  <a:ext cx="579615" cy="686579"/>
                </a:xfrm>
                <a:prstGeom prst="ellipse">
                  <a:avLst/>
                </a:prstGeom>
                <a:solidFill>
                  <a:schemeClr val="accent4">
                    <a:lumMod val="20000"/>
                    <a:lumOff val="80000"/>
                  </a:schemeClr>
                </a:solidFill>
                <a:ln>
                  <a:solidFill>
                    <a:schemeClr val="accent4">
                      <a:lumMod val="60000"/>
                      <a:lumOff val="40000"/>
                    </a:schemeClr>
                  </a:solidFill>
                  <a:prstDash val="sysDash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pic>
              <p:nvPicPr>
                <p:cNvPr id="608" name="图片 607">
                  <a:extLst>
                    <a:ext uri="{FF2B5EF4-FFF2-40B4-BE49-F238E27FC236}">
                      <a16:creationId xmlns:a16="http://schemas.microsoft.com/office/drawing/2014/main" id="{A1B30398-97F7-4887-A262-49C7067450B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2557892" y="5231044"/>
                  <a:ext cx="304800" cy="304800"/>
                </a:xfrm>
                <a:prstGeom prst="rect">
                  <a:avLst/>
                </a:prstGeom>
              </p:spPr>
            </p:pic>
            <p:pic>
              <p:nvPicPr>
                <p:cNvPr id="609" name="图片 608">
                  <a:extLst>
                    <a:ext uri="{FF2B5EF4-FFF2-40B4-BE49-F238E27FC236}">
                      <a16:creationId xmlns:a16="http://schemas.microsoft.com/office/drawing/2014/main" id="{B5C29B32-99E5-4078-91CC-95B277F3A57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603381" y="5655425"/>
                  <a:ext cx="237849" cy="237849"/>
                </a:xfrm>
                <a:prstGeom prst="rect">
                  <a:avLst/>
                </a:prstGeom>
              </p:spPr>
            </p:pic>
            <p:pic>
              <p:nvPicPr>
                <p:cNvPr id="611" name="图片 610">
                  <a:extLst>
                    <a:ext uri="{FF2B5EF4-FFF2-40B4-BE49-F238E27FC236}">
                      <a16:creationId xmlns:a16="http://schemas.microsoft.com/office/drawing/2014/main" id="{A07872B7-38FF-4F9F-856B-D82FE0E83D4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799500" y="5338244"/>
                  <a:ext cx="239596" cy="239596"/>
                </a:xfrm>
                <a:prstGeom prst="rect">
                  <a:avLst/>
                </a:prstGeom>
              </p:spPr>
            </p:pic>
            <p:sp>
              <p:nvSpPr>
                <p:cNvPr id="613" name="椭圆 612">
                  <a:extLst>
                    <a:ext uri="{FF2B5EF4-FFF2-40B4-BE49-F238E27FC236}">
                      <a16:creationId xmlns:a16="http://schemas.microsoft.com/office/drawing/2014/main" id="{2E69DF1B-5B99-4AC6-A7F7-511295BE4BFA}"/>
                    </a:ext>
                  </a:extLst>
                </p:cNvPr>
                <p:cNvSpPr/>
                <p:nvPr/>
              </p:nvSpPr>
              <p:spPr>
                <a:xfrm rot="5210808">
                  <a:off x="2263341" y="5061647"/>
                  <a:ext cx="654549" cy="836733"/>
                </a:xfrm>
                <a:prstGeom prst="ellipse">
                  <a:avLst/>
                </a:prstGeom>
                <a:solidFill>
                  <a:schemeClr val="accent4">
                    <a:lumMod val="40000"/>
                    <a:lumOff val="60000"/>
                  </a:schemeClr>
                </a:solidFill>
                <a:ln>
                  <a:solidFill>
                    <a:schemeClr val="accent4"/>
                  </a:solidFill>
                  <a:prstDash val="sysDash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pic>
              <p:nvPicPr>
                <p:cNvPr id="614" name="图片 613">
                  <a:extLst>
                    <a:ext uri="{FF2B5EF4-FFF2-40B4-BE49-F238E27FC236}">
                      <a16:creationId xmlns:a16="http://schemas.microsoft.com/office/drawing/2014/main" id="{4C463F0B-D9AF-40F9-9382-59BEB890592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2177203" y="5395949"/>
                  <a:ext cx="304800" cy="304800"/>
                </a:xfrm>
                <a:prstGeom prst="rect">
                  <a:avLst/>
                </a:prstGeom>
              </p:spPr>
            </p:pic>
            <p:pic>
              <p:nvPicPr>
                <p:cNvPr id="615" name="图片 614">
                  <a:extLst>
                    <a:ext uri="{FF2B5EF4-FFF2-40B4-BE49-F238E27FC236}">
                      <a16:creationId xmlns:a16="http://schemas.microsoft.com/office/drawing/2014/main" id="{BE44BBE9-FBC2-49CA-AE81-07E45113B1D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438510" y="5402928"/>
                  <a:ext cx="281592" cy="281592"/>
                </a:xfrm>
                <a:prstGeom prst="rect">
                  <a:avLst/>
                </a:prstGeom>
              </p:spPr>
            </p:pic>
            <p:pic>
              <p:nvPicPr>
                <p:cNvPr id="616" name="图片 615">
                  <a:extLst>
                    <a:ext uri="{FF2B5EF4-FFF2-40B4-BE49-F238E27FC236}">
                      <a16:creationId xmlns:a16="http://schemas.microsoft.com/office/drawing/2014/main" id="{CCBE66FD-0308-4D20-8CCA-C1A71778A4E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2119578" y="4735470"/>
                  <a:ext cx="304800" cy="304800"/>
                </a:xfrm>
                <a:prstGeom prst="rect">
                  <a:avLst/>
                </a:prstGeom>
              </p:spPr>
            </p:pic>
            <p:pic>
              <p:nvPicPr>
                <p:cNvPr id="617" name="图片 616">
                  <a:extLst>
                    <a:ext uri="{FF2B5EF4-FFF2-40B4-BE49-F238E27FC236}">
                      <a16:creationId xmlns:a16="http://schemas.microsoft.com/office/drawing/2014/main" id="{1332BFBF-C166-4C98-95A5-635A10D91B1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767953" y="4866232"/>
                  <a:ext cx="304800" cy="304800"/>
                </a:xfrm>
                <a:prstGeom prst="rect">
                  <a:avLst/>
                </a:prstGeom>
              </p:spPr>
            </p:pic>
            <p:pic>
              <p:nvPicPr>
                <p:cNvPr id="618" name="图片 617">
                  <a:extLst>
                    <a:ext uri="{FF2B5EF4-FFF2-40B4-BE49-F238E27FC236}">
                      <a16:creationId xmlns:a16="http://schemas.microsoft.com/office/drawing/2014/main" id="{CECB6CBC-08B4-4D79-A7DC-E446D7E035F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2624959" y="5199340"/>
                  <a:ext cx="304800" cy="304800"/>
                </a:xfrm>
                <a:prstGeom prst="rect">
                  <a:avLst/>
                </a:prstGeom>
              </p:spPr>
            </p:pic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620" name="文本框 619">
                      <a:extLst>
                        <a:ext uri="{FF2B5EF4-FFF2-40B4-BE49-F238E27FC236}">
                          <a16:creationId xmlns:a16="http://schemas.microsoft.com/office/drawing/2014/main" id="{A8DD20F9-0317-41AD-900B-0B0F09D73241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1684364" y="5502798"/>
                      <a:ext cx="380810" cy="276999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altLang="zh-CN" sz="120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1200" b="0" i="1" smtClean="0">
                                    <a:latin typeface="Cambria Math" panose="02040503050406030204" pitchFamily="18" charset="0"/>
                                  </a:rPr>
                                  <m:t>𝐶</m:t>
                                </m:r>
                              </m:e>
                              <m:sub>
                                <m:r>
                                  <a:rPr lang="en-US" altLang="zh-CN" sz="12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oMath>
                        </m:oMathPara>
                      </a14:m>
                      <a:endParaRPr lang="zh-CN" altLang="en-US" sz="1200" dirty="0"/>
                    </a:p>
                  </p:txBody>
                </p:sp>
              </mc:Choice>
              <mc:Fallback xmlns="">
                <p:sp>
                  <p:nvSpPr>
                    <p:cNvPr id="620" name="文本框 619">
                      <a:extLst>
                        <a:ext uri="{FF2B5EF4-FFF2-40B4-BE49-F238E27FC236}">
                          <a16:creationId xmlns:a16="http://schemas.microsoft.com/office/drawing/2014/main" id="{A8DD20F9-0317-41AD-900B-0B0F09D73241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684364" y="5502798"/>
                      <a:ext cx="380810" cy="276999"/>
                    </a:xfrm>
                    <a:prstGeom prst="rect">
                      <a:avLst/>
                    </a:prstGeom>
                    <a:blipFill>
                      <a:blip r:embed="rId10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zh-CN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621" name="文本框 620">
                      <a:extLst>
                        <a:ext uri="{FF2B5EF4-FFF2-40B4-BE49-F238E27FC236}">
                          <a16:creationId xmlns:a16="http://schemas.microsoft.com/office/drawing/2014/main" id="{41B12F56-5E15-4485-9C0C-99AE3ECC4C60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1873995" y="4599946"/>
                      <a:ext cx="380810" cy="276999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altLang="zh-CN" sz="120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1200" b="0" i="1" smtClean="0">
                                    <a:latin typeface="Cambria Math" panose="02040503050406030204" pitchFamily="18" charset="0"/>
                                  </a:rPr>
                                  <m:t>𝐶</m:t>
                                </m:r>
                              </m:e>
                              <m:sub>
                                <m:r>
                                  <a:rPr lang="en-US" altLang="zh-CN" sz="1200" b="0" i="1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b>
                            </m:sSub>
                          </m:oMath>
                        </m:oMathPara>
                      </a14:m>
                      <a:endParaRPr lang="zh-CN" altLang="en-US" sz="1200" dirty="0"/>
                    </a:p>
                  </p:txBody>
                </p:sp>
              </mc:Choice>
              <mc:Fallback xmlns="">
                <p:sp>
                  <p:nvSpPr>
                    <p:cNvPr id="621" name="文本框 620">
                      <a:extLst>
                        <a:ext uri="{FF2B5EF4-FFF2-40B4-BE49-F238E27FC236}">
                          <a16:creationId xmlns:a16="http://schemas.microsoft.com/office/drawing/2014/main" id="{41B12F56-5E15-4485-9C0C-99AE3ECC4C60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873995" y="4599946"/>
                      <a:ext cx="380810" cy="276999"/>
                    </a:xfrm>
                    <a:prstGeom prst="rect">
                      <a:avLst/>
                    </a:prstGeom>
                    <a:blipFill>
                      <a:blip r:embed="rId11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zh-CN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p:sp>
            <p:nvSpPr>
              <p:cNvPr id="580" name="椭圆 579">
                <a:extLst>
                  <a:ext uri="{FF2B5EF4-FFF2-40B4-BE49-F238E27FC236}">
                    <a16:creationId xmlns:a16="http://schemas.microsoft.com/office/drawing/2014/main" id="{2FC82DAC-BD3A-4D1B-8B37-764D3FAE2CC3}"/>
                  </a:ext>
                </a:extLst>
              </p:cNvPr>
              <p:cNvSpPr/>
              <p:nvPr/>
            </p:nvSpPr>
            <p:spPr>
              <a:xfrm rot="5136353">
                <a:off x="3391418" y="4553791"/>
                <a:ext cx="579615" cy="686579"/>
              </a:xfrm>
              <a:prstGeom prst="ellipse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solidFill>
                  <a:schemeClr val="accent4">
                    <a:lumMod val="20000"/>
                    <a:lumOff val="80000"/>
                  </a:schemeClr>
                </a:solidFill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pic>
            <p:nvPicPr>
              <p:cNvPr id="581" name="图片 580">
                <a:extLst>
                  <a:ext uri="{FF2B5EF4-FFF2-40B4-BE49-F238E27FC236}">
                    <a16:creationId xmlns:a16="http://schemas.microsoft.com/office/drawing/2014/main" id="{FFAA5F92-FA48-4838-A271-D133AF9CBC9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699141" y="4669285"/>
                <a:ext cx="304800" cy="304800"/>
              </a:xfrm>
              <a:prstGeom prst="rect">
                <a:avLst/>
              </a:prstGeom>
            </p:spPr>
          </p:pic>
          <p:pic>
            <p:nvPicPr>
              <p:cNvPr id="582" name="图片 581">
                <a:extLst>
                  <a:ext uri="{FF2B5EF4-FFF2-40B4-BE49-F238E27FC236}">
                    <a16:creationId xmlns:a16="http://schemas.microsoft.com/office/drawing/2014/main" id="{2E0859E2-855B-44B4-B181-7783AB33FD5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347516" y="4800047"/>
                <a:ext cx="304800" cy="304800"/>
              </a:xfrm>
              <a:prstGeom prst="rect">
                <a:avLst/>
              </a:prstGeom>
            </p:spPr>
          </p:pic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84" name="文本框 583">
                    <a:extLst>
                      <a:ext uri="{FF2B5EF4-FFF2-40B4-BE49-F238E27FC236}">
                        <a16:creationId xmlns:a16="http://schemas.microsoft.com/office/drawing/2014/main" id="{E7E34E03-EB08-47D7-BED1-6BE89D0372F8}"/>
                      </a:ext>
                    </a:extLst>
                  </p:cNvPr>
                  <p:cNvSpPr txBox="1"/>
                  <p:nvPr/>
                </p:nvSpPr>
                <p:spPr>
                  <a:xfrm>
                    <a:off x="3393467" y="4598413"/>
                    <a:ext cx="380810" cy="276999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sz="12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oMath>
                      </m:oMathPara>
                    </a14:m>
                    <a:endParaRPr lang="zh-CN" altLang="en-US" sz="1200" dirty="0"/>
                  </a:p>
                </p:txBody>
              </p:sp>
            </mc:Choice>
            <mc:Fallback xmlns="">
              <p:sp>
                <p:nvSpPr>
                  <p:cNvPr id="584" name="文本框 583">
                    <a:extLst>
                      <a:ext uri="{FF2B5EF4-FFF2-40B4-BE49-F238E27FC236}">
                        <a16:creationId xmlns:a16="http://schemas.microsoft.com/office/drawing/2014/main" id="{E7E34E03-EB08-47D7-BED1-6BE89D0372F8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393467" y="4598413"/>
                    <a:ext cx="380810" cy="276999"/>
                  </a:xfrm>
                  <a:prstGeom prst="rect">
                    <a:avLst/>
                  </a:prstGeom>
                  <a:blipFill>
                    <a:blip r:embed="rId12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574" name="立方体 573">
                <a:extLst>
                  <a:ext uri="{FF2B5EF4-FFF2-40B4-BE49-F238E27FC236}">
                    <a16:creationId xmlns:a16="http://schemas.microsoft.com/office/drawing/2014/main" id="{89735A1E-690C-4086-A4E1-4CB3CA32F3A7}"/>
                  </a:ext>
                </a:extLst>
              </p:cNvPr>
              <p:cNvSpPr/>
              <p:nvPr/>
            </p:nvSpPr>
            <p:spPr>
              <a:xfrm>
                <a:off x="2363952" y="3627031"/>
                <a:ext cx="434373" cy="732215"/>
              </a:xfrm>
              <a:prstGeom prst="cube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>
                <a:solidFill>
                  <a:schemeClr val="accent1">
                    <a:lumMod val="40000"/>
                    <a:lumOff val="6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grpSp>
            <p:nvGrpSpPr>
              <p:cNvPr id="585" name="组合 584">
                <a:extLst>
                  <a:ext uri="{FF2B5EF4-FFF2-40B4-BE49-F238E27FC236}">
                    <a16:creationId xmlns:a16="http://schemas.microsoft.com/office/drawing/2014/main" id="{8ACAEF91-8140-4D2C-808E-F289C0595B1F}"/>
                  </a:ext>
                </a:extLst>
              </p:cNvPr>
              <p:cNvGrpSpPr/>
              <p:nvPr/>
            </p:nvGrpSpPr>
            <p:grpSpPr>
              <a:xfrm>
                <a:off x="3001230" y="5275298"/>
                <a:ext cx="741540" cy="579615"/>
                <a:chOff x="4529992" y="4803810"/>
                <a:chExt cx="741540" cy="579615"/>
              </a:xfrm>
            </p:grpSpPr>
            <p:sp>
              <p:nvSpPr>
                <p:cNvPr id="596" name="椭圆 595">
                  <a:extLst>
                    <a:ext uri="{FF2B5EF4-FFF2-40B4-BE49-F238E27FC236}">
                      <a16:creationId xmlns:a16="http://schemas.microsoft.com/office/drawing/2014/main" id="{DF3FC0D9-78B0-468A-B003-802B02A531F6}"/>
                    </a:ext>
                  </a:extLst>
                </p:cNvPr>
                <p:cNvSpPr/>
                <p:nvPr/>
              </p:nvSpPr>
              <p:spPr>
                <a:xfrm rot="4993526">
                  <a:off x="4583474" y="4750328"/>
                  <a:ext cx="579615" cy="686579"/>
                </a:xfrm>
                <a:prstGeom prst="ellipse">
                  <a:avLst/>
                </a:prstGeom>
                <a:solidFill>
                  <a:schemeClr val="accent4">
                    <a:lumMod val="20000"/>
                    <a:lumOff val="80000"/>
                  </a:schemeClr>
                </a:solidFill>
                <a:ln>
                  <a:solidFill>
                    <a:schemeClr val="accent4">
                      <a:lumMod val="60000"/>
                      <a:lumOff val="40000"/>
                    </a:schemeClr>
                  </a:solidFill>
                  <a:prstDash val="sysDash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pic>
              <p:nvPicPr>
                <p:cNvPr id="597" name="图片 596">
                  <a:extLst>
                    <a:ext uri="{FF2B5EF4-FFF2-40B4-BE49-F238E27FC236}">
                      <a16:creationId xmlns:a16="http://schemas.microsoft.com/office/drawing/2014/main" id="{B7BBB5BE-B4B0-41E3-B2CA-CF9CD49231C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4739488" y="5145044"/>
                  <a:ext cx="237849" cy="237849"/>
                </a:xfrm>
                <a:prstGeom prst="rect">
                  <a:avLst/>
                </a:prstGeom>
              </p:spPr>
            </p:pic>
            <p:pic>
              <p:nvPicPr>
                <p:cNvPr id="598" name="图片 597">
                  <a:extLst>
                    <a:ext uri="{FF2B5EF4-FFF2-40B4-BE49-F238E27FC236}">
                      <a16:creationId xmlns:a16="http://schemas.microsoft.com/office/drawing/2014/main" id="{2AA70575-C301-4CAF-A6C0-3FAEABD16D5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4916557" y="4840563"/>
                  <a:ext cx="239596" cy="239596"/>
                </a:xfrm>
                <a:prstGeom prst="rect">
                  <a:avLst/>
                </a:prstGeom>
              </p:spPr>
            </p:pic>
            <p:pic>
              <p:nvPicPr>
                <p:cNvPr id="599" name="图片 598">
                  <a:extLst>
                    <a:ext uri="{FF2B5EF4-FFF2-40B4-BE49-F238E27FC236}">
                      <a16:creationId xmlns:a16="http://schemas.microsoft.com/office/drawing/2014/main" id="{152626A9-C6AE-4885-A3B5-C72C573A331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4555567" y="4905247"/>
                  <a:ext cx="281592" cy="281592"/>
                </a:xfrm>
                <a:prstGeom prst="rect">
                  <a:avLst/>
                </a:prstGeom>
              </p:spPr>
            </p:pic>
            <mc:AlternateContent xmlns:mc="http://schemas.openxmlformats.org/markup-compatibility/2006">
              <mc:Choice xmlns:a14="http://schemas.microsoft.com/office/drawing/2010/main" Requires="a14">
                <p:sp>
                  <p:nvSpPr>
                    <p:cNvPr id="600" name="文本框 599">
                      <a:extLst>
                        <a:ext uri="{FF2B5EF4-FFF2-40B4-BE49-F238E27FC236}">
                          <a16:creationId xmlns:a16="http://schemas.microsoft.com/office/drawing/2014/main" id="{89D1B75F-D720-43B2-9467-9073DC6D7DD0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4890722" y="5006346"/>
                      <a:ext cx="380810" cy="276999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altLang="zh-CN" sz="120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1200" b="0" i="1" smtClean="0">
                                    <a:latin typeface="Cambria Math" panose="02040503050406030204" pitchFamily="18" charset="0"/>
                                  </a:rPr>
                                  <m:t>𝐶</m:t>
                                </m:r>
                              </m:e>
                              <m:sub>
                                <m:r>
                                  <a:rPr lang="en-US" altLang="zh-CN" sz="12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oMath>
                        </m:oMathPara>
                      </a14:m>
                      <a:endParaRPr lang="zh-CN" altLang="en-US" sz="1200" dirty="0"/>
                    </a:p>
                  </p:txBody>
                </p:sp>
              </mc:Choice>
              <mc:Fallback>
                <p:sp>
                  <p:nvSpPr>
                    <p:cNvPr id="600" name="文本框 599">
                      <a:extLst>
                        <a:ext uri="{FF2B5EF4-FFF2-40B4-BE49-F238E27FC236}">
                          <a16:creationId xmlns:a16="http://schemas.microsoft.com/office/drawing/2014/main" id="{89D1B75F-D720-43B2-9467-9073DC6D7DD0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4890722" y="5006346"/>
                      <a:ext cx="380810" cy="276999"/>
                    </a:xfrm>
                    <a:prstGeom prst="rect">
                      <a:avLst/>
                    </a:prstGeom>
                    <a:blipFill>
                      <a:blip r:embed="rId13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zh-CN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p:grpSp>
            <p:nvGrpSpPr>
              <p:cNvPr id="586" name="组合 585">
                <a:extLst>
                  <a:ext uri="{FF2B5EF4-FFF2-40B4-BE49-F238E27FC236}">
                    <a16:creationId xmlns:a16="http://schemas.microsoft.com/office/drawing/2014/main" id="{E2616EAB-C025-4E5A-A584-BCB6187BEAD0}"/>
                  </a:ext>
                </a:extLst>
              </p:cNvPr>
              <p:cNvGrpSpPr/>
              <p:nvPr/>
            </p:nvGrpSpPr>
            <p:grpSpPr>
              <a:xfrm>
                <a:off x="3974856" y="4833652"/>
                <a:ext cx="836733" cy="654549"/>
                <a:chOff x="5289306" y="4655058"/>
                <a:chExt cx="836733" cy="654549"/>
              </a:xfrm>
            </p:grpSpPr>
            <p:pic>
              <p:nvPicPr>
                <p:cNvPr id="591" name="图片 590">
                  <a:extLst>
                    <a:ext uri="{FF2B5EF4-FFF2-40B4-BE49-F238E27FC236}">
                      <a16:creationId xmlns:a16="http://schemas.microsoft.com/office/drawing/2014/main" id="{48008523-C8BD-41B3-837E-95A99DD55CF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674949" y="4733363"/>
                  <a:ext cx="304800" cy="304800"/>
                </a:xfrm>
                <a:prstGeom prst="rect">
                  <a:avLst/>
                </a:prstGeom>
              </p:spPr>
            </p:pic>
            <p:sp>
              <p:nvSpPr>
                <p:cNvPr id="592" name="椭圆 591">
                  <a:extLst>
                    <a:ext uri="{FF2B5EF4-FFF2-40B4-BE49-F238E27FC236}">
                      <a16:creationId xmlns:a16="http://schemas.microsoft.com/office/drawing/2014/main" id="{39160B45-C6E9-44B4-9FE5-8D7BACC804FE}"/>
                    </a:ext>
                  </a:extLst>
                </p:cNvPr>
                <p:cNvSpPr/>
                <p:nvPr/>
              </p:nvSpPr>
              <p:spPr>
                <a:xfrm rot="5210808">
                  <a:off x="5380398" y="4563966"/>
                  <a:ext cx="654549" cy="836733"/>
                </a:xfrm>
                <a:prstGeom prst="ellipse">
                  <a:avLst/>
                </a:prstGeom>
                <a:solidFill>
                  <a:schemeClr val="accent4">
                    <a:lumMod val="40000"/>
                    <a:lumOff val="60000"/>
                  </a:schemeClr>
                </a:solidFill>
                <a:ln>
                  <a:solidFill>
                    <a:schemeClr val="accent4"/>
                  </a:solidFill>
                  <a:prstDash val="sysDash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pic>
              <p:nvPicPr>
                <p:cNvPr id="593" name="图片 592">
                  <a:extLst>
                    <a:ext uri="{FF2B5EF4-FFF2-40B4-BE49-F238E27FC236}">
                      <a16:creationId xmlns:a16="http://schemas.microsoft.com/office/drawing/2014/main" id="{9D591761-7555-4FF7-9B58-12663D9266D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294260" y="4898268"/>
                  <a:ext cx="304800" cy="304800"/>
                </a:xfrm>
                <a:prstGeom prst="rect">
                  <a:avLst/>
                </a:prstGeom>
              </p:spPr>
            </p:pic>
            <p:pic>
              <p:nvPicPr>
                <p:cNvPr id="594" name="图片 593">
                  <a:extLst>
                    <a:ext uri="{FF2B5EF4-FFF2-40B4-BE49-F238E27FC236}">
                      <a16:creationId xmlns:a16="http://schemas.microsoft.com/office/drawing/2014/main" id="{C5C83BDE-5349-4CFC-85B5-CDCD3B182AC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742016" y="4793099"/>
                  <a:ext cx="304800" cy="304800"/>
                </a:xfrm>
                <a:prstGeom prst="rect">
                  <a:avLst/>
                </a:prstGeom>
              </p:spPr>
            </p:pic>
            <mc:AlternateContent xmlns:mc="http://schemas.openxmlformats.org/markup-compatibility/2006">
              <mc:Choice xmlns:a14="http://schemas.microsoft.com/office/drawing/2010/main" Requires="a14">
                <p:sp>
                  <p:nvSpPr>
                    <p:cNvPr id="595" name="文本框 594">
                      <a:extLst>
                        <a:ext uri="{FF2B5EF4-FFF2-40B4-BE49-F238E27FC236}">
                          <a16:creationId xmlns:a16="http://schemas.microsoft.com/office/drawing/2014/main" id="{55C49615-0B9C-488C-B45E-41D1B2844CFD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5498157" y="4916997"/>
                      <a:ext cx="380810" cy="276999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altLang="zh-CN" sz="120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1200" b="0" i="1" smtClean="0">
                                    <a:latin typeface="Cambria Math" panose="02040503050406030204" pitchFamily="18" charset="0"/>
                                  </a:rPr>
                                  <m:t>𝐶</m:t>
                                </m:r>
                              </m:e>
                              <m:sub>
                                <m:r>
                                  <a:rPr lang="en-US" altLang="zh-CN" sz="12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oMath>
                        </m:oMathPara>
                      </a14:m>
                      <a:endParaRPr lang="zh-CN" altLang="en-US" sz="1200" dirty="0"/>
                    </a:p>
                  </p:txBody>
                </p:sp>
              </mc:Choice>
              <mc:Fallback>
                <p:sp>
                  <p:nvSpPr>
                    <p:cNvPr id="595" name="文本框 594">
                      <a:extLst>
                        <a:ext uri="{FF2B5EF4-FFF2-40B4-BE49-F238E27FC236}">
                          <a16:creationId xmlns:a16="http://schemas.microsoft.com/office/drawing/2014/main" id="{55C49615-0B9C-488C-B45E-41D1B2844CFD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5498157" y="4916997"/>
                      <a:ext cx="380810" cy="276999"/>
                    </a:xfrm>
                    <a:prstGeom prst="rect">
                      <a:avLst/>
                    </a:prstGeom>
                    <a:blipFill>
                      <a:blip r:embed="rId14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zh-CN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p:sp>
            <p:nvSpPr>
              <p:cNvPr id="587" name="立方体 586">
                <a:extLst>
                  <a:ext uri="{FF2B5EF4-FFF2-40B4-BE49-F238E27FC236}">
                    <a16:creationId xmlns:a16="http://schemas.microsoft.com/office/drawing/2014/main" id="{143B46B2-8D27-4837-B61E-250C01194E23}"/>
                  </a:ext>
                </a:extLst>
              </p:cNvPr>
              <p:cNvSpPr/>
              <p:nvPr/>
            </p:nvSpPr>
            <p:spPr>
              <a:xfrm>
                <a:off x="1910705" y="5300077"/>
                <a:ext cx="539077" cy="699620"/>
              </a:xfrm>
              <a:prstGeom prst="cube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>
                <a:solidFill>
                  <a:schemeClr val="accent1">
                    <a:lumMod val="40000"/>
                    <a:lumOff val="6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88" name="立方体 587">
                <a:extLst>
                  <a:ext uri="{FF2B5EF4-FFF2-40B4-BE49-F238E27FC236}">
                    <a16:creationId xmlns:a16="http://schemas.microsoft.com/office/drawing/2014/main" id="{44105EF5-886F-4749-B45B-F40FD6841EBA}"/>
                  </a:ext>
                </a:extLst>
              </p:cNvPr>
              <p:cNvSpPr/>
              <p:nvPr/>
            </p:nvSpPr>
            <p:spPr>
              <a:xfrm>
                <a:off x="4677116" y="4289874"/>
                <a:ext cx="496637" cy="594917"/>
              </a:xfrm>
              <a:prstGeom prst="cube">
                <a:avLst>
                  <a:gd name="adj" fmla="val 19877"/>
                </a:avLst>
              </a:prstGeom>
              <a:solidFill>
                <a:schemeClr val="accent1">
                  <a:lumMod val="40000"/>
                  <a:lumOff val="60000"/>
                </a:schemeClr>
              </a:solidFill>
              <a:ln>
                <a:solidFill>
                  <a:schemeClr val="accent1">
                    <a:lumMod val="40000"/>
                    <a:lumOff val="6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cxnSp>
          <p:nvCxnSpPr>
            <p:cNvPr id="590" name="直接连接符 589">
              <a:extLst>
                <a:ext uri="{FF2B5EF4-FFF2-40B4-BE49-F238E27FC236}">
                  <a16:creationId xmlns:a16="http://schemas.microsoft.com/office/drawing/2014/main" id="{66FE54C9-FA5E-4067-87E9-4D83F7FAABFB}"/>
                </a:ext>
              </a:extLst>
            </p:cNvPr>
            <p:cNvCxnSpPr>
              <a:cxnSpLocks/>
              <a:stCxn id="516" idx="2"/>
              <a:endCxn id="613" idx="4"/>
            </p:cNvCxnSpPr>
            <p:nvPr/>
          </p:nvCxnSpPr>
          <p:spPr>
            <a:xfrm flipH="1">
              <a:off x="1370889" y="2784171"/>
              <a:ext cx="385650" cy="2922967"/>
            </a:xfrm>
            <a:prstGeom prst="line">
              <a:avLst/>
            </a:prstGeom>
            <a:ln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2" name="直接连接符 531">
              <a:extLst>
                <a:ext uri="{FF2B5EF4-FFF2-40B4-BE49-F238E27FC236}">
                  <a16:creationId xmlns:a16="http://schemas.microsoft.com/office/drawing/2014/main" id="{48D72933-A91B-490F-80DB-8FA545F0E2CD}"/>
                </a:ext>
              </a:extLst>
            </p:cNvPr>
            <p:cNvCxnSpPr>
              <a:cxnSpLocks/>
              <a:stCxn id="513" idx="2"/>
              <a:endCxn id="605" idx="0"/>
            </p:cNvCxnSpPr>
            <p:nvPr/>
          </p:nvCxnSpPr>
          <p:spPr>
            <a:xfrm>
              <a:off x="1336620" y="2345678"/>
              <a:ext cx="305330" cy="2795397"/>
            </a:xfrm>
            <a:prstGeom prst="line">
              <a:avLst/>
            </a:prstGeom>
            <a:ln>
              <a:solidFill>
                <a:schemeClr val="accent3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9" name="直接连接符 588">
              <a:extLst>
                <a:ext uri="{FF2B5EF4-FFF2-40B4-BE49-F238E27FC236}">
                  <a16:creationId xmlns:a16="http://schemas.microsoft.com/office/drawing/2014/main" id="{EB2F6783-3FC6-4DAC-B3C7-E90DC6A14249}"/>
                </a:ext>
              </a:extLst>
            </p:cNvPr>
            <p:cNvCxnSpPr>
              <a:cxnSpLocks/>
              <a:stCxn id="515" idx="2"/>
              <a:endCxn id="606" idx="0"/>
            </p:cNvCxnSpPr>
            <p:nvPr/>
          </p:nvCxnSpPr>
          <p:spPr>
            <a:xfrm>
              <a:off x="900994" y="2857695"/>
              <a:ext cx="394130" cy="2897219"/>
            </a:xfrm>
            <a:prstGeom prst="line">
              <a:avLst/>
            </a:prstGeom>
            <a:ln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1" name="直接连接符 530">
              <a:extLst>
                <a:ext uri="{FF2B5EF4-FFF2-40B4-BE49-F238E27FC236}">
                  <a16:creationId xmlns:a16="http://schemas.microsoft.com/office/drawing/2014/main" id="{07446E2E-C9C5-426D-B3BE-468C03016796}"/>
                </a:ext>
              </a:extLst>
            </p:cNvPr>
            <p:cNvCxnSpPr>
              <a:cxnSpLocks/>
              <a:stCxn id="513" idx="2"/>
              <a:endCxn id="605" idx="4"/>
            </p:cNvCxnSpPr>
            <p:nvPr/>
          </p:nvCxnSpPr>
          <p:spPr>
            <a:xfrm flipH="1">
              <a:off x="957389" y="2345678"/>
              <a:ext cx="379231" cy="2848001"/>
            </a:xfrm>
            <a:prstGeom prst="line">
              <a:avLst/>
            </a:prstGeom>
            <a:ln>
              <a:solidFill>
                <a:schemeClr val="accent3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25" name="箭头: 右 624">
              <a:extLst>
                <a:ext uri="{FF2B5EF4-FFF2-40B4-BE49-F238E27FC236}">
                  <a16:creationId xmlns:a16="http://schemas.microsoft.com/office/drawing/2014/main" id="{49C0FC55-71D6-429D-AE12-A43425E3F24F}"/>
                </a:ext>
              </a:extLst>
            </p:cNvPr>
            <p:cNvSpPr/>
            <p:nvPr/>
          </p:nvSpPr>
          <p:spPr>
            <a:xfrm>
              <a:off x="5801213" y="4835642"/>
              <a:ext cx="685800" cy="190500"/>
            </a:xfrm>
            <a:prstGeom prst="rightArrow">
              <a:avLst/>
            </a:prstGeom>
            <a:solidFill>
              <a:srgbClr val="92D050"/>
            </a:solidFill>
            <a:ln>
              <a:solidFill>
                <a:srgbClr val="92D05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27" name="箭头: 右 626">
              <a:extLst>
                <a:ext uri="{FF2B5EF4-FFF2-40B4-BE49-F238E27FC236}">
                  <a16:creationId xmlns:a16="http://schemas.microsoft.com/office/drawing/2014/main" id="{D57BB293-F80C-4B69-8FA0-AD2E7CF9A910}"/>
                </a:ext>
              </a:extLst>
            </p:cNvPr>
            <p:cNvSpPr/>
            <p:nvPr/>
          </p:nvSpPr>
          <p:spPr>
            <a:xfrm>
              <a:off x="5801213" y="1797167"/>
              <a:ext cx="685800" cy="190500"/>
            </a:xfrm>
            <a:prstGeom prst="rightArrow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solidFill>
                <a:schemeClr val="accent4">
                  <a:lumMod val="60000"/>
                  <a:lumOff val="40000"/>
                </a:schemeClr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529" name="直接连接符 528">
              <a:extLst>
                <a:ext uri="{FF2B5EF4-FFF2-40B4-BE49-F238E27FC236}">
                  <a16:creationId xmlns:a16="http://schemas.microsoft.com/office/drawing/2014/main" id="{BDADE602-F8FA-4A31-BD89-A95360F3CC41}"/>
                </a:ext>
              </a:extLst>
            </p:cNvPr>
            <p:cNvCxnSpPr>
              <a:cxnSpLocks/>
              <a:stCxn id="516" idx="2"/>
              <a:endCxn id="613" idx="0"/>
            </p:cNvCxnSpPr>
            <p:nvPr/>
          </p:nvCxnSpPr>
          <p:spPr>
            <a:xfrm>
              <a:off x="1756539" y="2784171"/>
              <a:ext cx="449817" cy="2876941"/>
            </a:xfrm>
            <a:prstGeom prst="line">
              <a:avLst/>
            </a:prstGeom>
            <a:ln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4" name="星形: 五角 233">
              <a:extLst>
                <a:ext uri="{FF2B5EF4-FFF2-40B4-BE49-F238E27FC236}">
                  <a16:creationId xmlns:a16="http://schemas.microsoft.com/office/drawing/2014/main" id="{7DDA0F1D-E154-46EB-BE54-A45463913591}"/>
                </a:ext>
              </a:extLst>
            </p:cNvPr>
            <p:cNvSpPr/>
            <p:nvPr/>
          </p:nvSpPr>
          <p:spPr>
            <a:xfrm rot="20997962">
              <a:off x="3246919" y="5519988"/>
              <a:ext cx="104245" cy="105269"/>
            </a:xfrm>
            <a:prstGeom prst="star5">
              <a:avLst/>
            </a:prstGeom>
            <a:solidFill>
              <a:schemeClr val="accent6">
                <a:lumMod val="75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35" name="星形: 五角 234">
              <a:extLst>
                <a:ext uri="{FF2B5EF4-FFF2-40B4-BE49-F238E27FC236}">
                  <a16:creationId xmlns:a16="http://schemas.microsoft.com/office/drawing/2014/main" id="{F7F58114-93DD-415F-A2C7-538384E520B9}"/>
                </a:ext>
              </a:extLst>
            </p:cNvPr>
            <p:cNvSpPr/>
            <p:nvPr/>
          </p:nvSpPr>
          <p:spPr>
            <a:xfrm rot="1548584">
              <a:off x="2531605" y="5067022"/>
              <a:ext cx="105269" cy="104245"/>
            </a:xfrm>
            <a:prstGeom prst="star5">
              <a:avLst/>
            </a:prstGeom>
            <a:solidFill>
              <a:schemeClr val="accent6">
                <a:lumMod val="75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36" name="星形: 五角 235">
              <a:extLst>
                <a:ext uri="{FF2B5EF4-FFF2-40B4-BE49-F238E27FC236}">
                  <a16:creationId xmlns:a16="http://schemas.microsoft.com/office/drawing/2014/main" id="{7895F05B-9B87-4F38-905E-C6ACFAC11FC1}"/>
                </a:ext>
              </a:extLst>
            </p:cNvPr>
            <p:cNvSpPr/>
            <p:nvPr/>
          </p:nvSpPr>
          <p:spPr>
            <a:xfrm>
              <a:off x="4772498" y="4677393"/>
              <a:ext cx="92662" cy="105269"/>
            </a:xfrm>
            <a:prstGeom prst="star5">
              <a:avLst/>
            </a:prstGeom>
            <a:solidFill>
              <a:schemeClr val="accent6">
                <a:lumMod val="75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1" name="箭头: 下 50">
              <a:extLst>
                <a:ext uri="{FF2B5EF4-FFF2-40B4-BE49-F238E27FC236}">
                  <a16:creationId xmlns:a16="http://schemas.microsoft.com/office/drawing/2014/main" id="{D725A393-D50F-43BA-86F0-D0DDE2AC148E}"/>
                </a:ext>
              </a:extLst>
            </p:cNvPr>
            <p:cNvSpPr/>
            <p:nvPr/>
          </p:nvSpPr>
          <p:spPr>
            <a:xfrm>
              <a:off x="2151142" y="3080606"/>
              <a:ext cx="205563" cy="1178974"/>
            </a:xfrm>
            <a:prstGeom prst="downArrow">
              <a:avLst>
                <a:gd name="adj1" fmla="val 50000"/>
                <a:gd name="adj2" fmla="val 122414"/>
              </a:avLst>
            </a:prstGeom>
          </p:spPr>
          <p:style>
            <a:lnRef idx="1">
              <a:schemeClr val="accent4"/>
            </a:lnRef>
            <a:fillRef idx="3">
              <a:schemeClr val="accent4"/>
            </a:fillRef>
            <a:effectRef idx="2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0" name="箭头: 下 249">
              <a:extLst>
                <a:ext uri="{FF2B5EF4-FFF2-40B4-BE49-F238E27FC236}">
                  <a16:creationId xmlns:a16="http://schemas.microsoft.com/office/drawing/2014/main" id="{C4DDC77E-7D51-4316-9B61-0FDE864BBFCF}"/>
                </a:ext>
              </a:extLst>
            </p:cNvPr>
            <p:cNvSpPr/>
            <p:nvPr/>
          </p:nvSpPr>
          <p:spPr>
            <a:xfrm rot="10800000">
              <a:off x="3923228" y="3073518"/>
              <a:ext cx="205563" cy="1155582"/>
            </a:xfrm>
            <a:prstGeom prst="downArrow">
              <a:avLst>
                <a:gd name="adj1" fmla="val 50000"/>
                <a:gd name="adj2" fmla="val 98276"/>
              </a:avLst>
            </a:prstGeom>
          </p:spPr>
          <p:style>
            <a:lnRef idx="1">
              <a:schemeClr val="accent6"/>
            </a:lnRef>
            <a:fillRef idx="3">
              <a:schemeClr val="accent6"/>
            </a:fillRef>
            <a:effectRef idx="2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3" name="文本框 52">
              <a:extLst>
                <a:ext uri="{FF2B5EF4-FFF2-40B4-BE49-F238E27FC236}">
                  <a16:creationId xmlns:a16="http://schemas.microsoft.com/office/drawing/2014/main" id="{72318F9E-E578-404C-9715-42086BD29664}"/>
                </a:ext>
              </a:extLst>
            </p:cNvPr>
            <p:cNvSpPr txBox="1"/>
            <p:nvPr/>
          </p:nvSpPr>
          <p:spPr>
            <a:xfrm>
              <a:off x="1280340" y="3327869"/>
              <a:ext cx="902811" cy="307777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zh-CN" altLang="en-US" sz="14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全局引导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83" name="文本框 282">
                  <a:extLst>
                    <a:ext uri="{FF2B5EF4-FFF2-40B4-BE49-F238E27FC236}">
                      <a16:creationId xmlns:a16="http://schemas.microsoft.com/office/drawing/2014/main" id="{D32D3581-37BE-430A-A095-76E70E6EC1A4}"/>
                    </a:ext>
                  </a:extLst>
                </p:cNvPr>
                <p:cNvSpPr txBox="1"/>
                <p:nvPr/>
              </p:nvSpPr>
              <p:spPr>
                <a:xfrm>
                  <a:off x="1630260" y="5643905"/>
                  <a:ext cx="473528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2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>
            <p:sp>
              <p:nvSpPr>
                <p:cNvPr id="283" name="文本框 282">
                  <a:extLst>
                    <a:ext uri="{FF2B5EF4-FFF2-40B4-BE49-F238E27FC236}">
                      <a16:creationId xmlns:a16="http://schemas.microsoft.com/office/drawing/2014/main" id="{D32D3581-37BE-430A-A095-76E70E6EC1A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30260" y="5643905"/>
                  <a:ext cx="473528" cy="276999"/>
                </a:xfrm>
                <a:prstGeom prst="rect">
                  <a:avLst/>
                </a:prstGeom>
                <a:blipFill>
                  <a:blip r:embed="rId1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59" name="文本框 358">
              <a:extLst>
                <a:ext uri="{FF2B5EF4-FFF2-40B4-BE49-F238E27FC236}">
                  <a16:creationId xmlns:a16="http://schemas.microsoft.com/office/drawing/2014/main" id="{E610095C-E527-4ED5-B1FA-10625BAFBE23}"/>
                </a:ext>
              </a:extLst>
            </p:cNvPr>
            <p:cNvSpPr txBox="1"/>
            <p:nvPr/>
          </p:nvSpPr>
          <p:spPr>
            <a:xfrm>
              <a:off x="2203303" y="768378"/>
              <a:ext cx="1315177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900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需重新规划的簇路径</a:t>
              </a:r>
            </a:p>
          </p:txBody>
        </p:sp>
        <p:sp>
          <p:nvSpPr>
            <p:cNvPr id="361" name="文本框 360">
              <a:extLst>
                <a:ext uri="{FF2B5EF4-FFF2-40B4-BE49-F238E27FC236}">
                  <a16:creationId xmlns:a16="http://schemas.microsoft.com/office/drawing/2014/main" id="{F4A9B701-AC29-4679-BBDB-EA09762F3529}"/>
                </a:ext>
              </a:extLst>
            </p:cNvPr>
            <p:cNvSpPr txBox="1"/>
            <p:nvPr/>
          </p:nvSpPr>
          <p:spPr>
            <a:xfrm>
              <a:off x="2750611" y="2720411"/>
              <a:ext cx="765960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900" dirty="0">
                  <a:solidFill>
                    <a:schemeClr val="accent6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无需重规划</a:t>
              </a:r>
            </a:p>
          </p:txBody>
        </p:sp>
        <p:sp>
          <p:nvSpPr>
            <p:cNvPr id="721" name="星形: 五角 720">
              <a:extLst>
                <a:ext uri="{FF2B5EF4-FFF2-40B4-BE49-F238E27FC236}">
                  <a16:creationId xmlns:a16="http://schemas.microsoft.com/office/drawing/2014/main" id="{9DE87FF4-F333-4E76-BBA7-97B7458E55FB}"/>
                </a:ext>
              </a:extLst>
            </p:cNvPr>
            <p:cNvSpPr/>
            <p:nvPr/>
          </p:nvSpPr>
          <p:spPr>
            <a:xfrm rot="3684013">
              <a:off x="3145545" y="2602727"/>
              <a:ext cx="137160" cy="137160"/>
            </a:xfrm>
            <a:prstGeom prst="star5">
              <a:avLst/>
            </a:prstGeom>
            <a:solidFill>
              <a:schemeClr val="accent6">
                <a:lumMod val="75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22" name="文本框 721">
              <a:extLst>
                <a:ext uri="{FF2B5EF4-FFF2-40B4-BE49-F238E27FC236}">
                  <a16:creationId xmlns:a16="http://schemas.microsoft.com/office/drawing/2014/main" id="{6CBE9503-2A84-47AB-B75B-B4C7044A672D}"/>
                </a:ext>
              </a:extLst>
            </p:cNvPr>
            <p:cNvSpPr txBox="1"/>
            <p:nvPr/>
          </p:nvSpPr>
          <p:spPr>
            <a:xfrm>
              <a:off x="1813351" y="2026991"/>
              <a:ext cx="765960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900" dirty="0">
                  <a:solidFill>
                    <a:schemeClr val="accent6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全局关键点</a:t>
              </a:r>
            </a:p>
          </p:txBody>
        </p:sp>
        <p:cxnSp>
          <p:nvCxnSpPr>
            <p:cNvPr id="723" name="直接箭头连接符 722">
              <a:extLst>
                <a:ext uri="{FF2B5EF4-FFF2-40B4-BE49-F238E27FC236}">
                  <a16:creationId xmlns:a16="http://schemas.microsoft.com/office/drawing/2014/main" id="{2C7110BC-5D24-4C87-9A82-AF54521489C2}"/>
                </a:ext>
              </a:extLst>
            </p:cNvPr>
            <p:cNvCxnSpPr>
              <a:cxnSpLocks/>
              <a:stCxn id="594" idx="2"/>
              <a:endCxn id="592" idx="6"/>
            </p:cNvCxnSpPr>
            <p:nvPr/>
          </p:nvCxnSpPr>
          <p:spPr>
            <a:xfrm flipH="1">
              <a:off x="4859387" y="5359160"/>
              <a:ext cx="168742" cy="211213"/>
            </a:xfrm>
            <a:prstGeom prst="straightConnector1">
              <a:avLst/>
            </a:prstGeom>
            <a:ln w="12700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4" name="直接箭头连接符 723">
              <a:extLst>
                <a:ext uri="{FF2B5EF4-FFF2-40B4-BE49-F238E27FC236}">
                  <a16:creationId xmlns:a16="http://schemas.microsoft.com/office/drawing/2014/main" id="{CAF4C211-CA3F-43AC-BEA3-D1B53DB4FCED}"/>
                </a:ext>
              </a:extLst>
            </p:cNvPr>
            <p:cNvCxnSpPr>
              <a:cxnSpLocks/>
              <a:stCxn id="594" idx="1"/>
            </p:cNvCxnSpPr>
            <p:nvPr/>
          </p:nvCxnSpPr>
          <p:spPr>
            <a:xfrm flipH="1" flipV="1">
              <a:off x="4488181" y="4975860"/>
              <a:ext cx="387548" cy="230900"/>
            </a:xfrm>
            <a:prstGeom prst="straightConnector1">
              <a:avLst/>
            </a:prstGeom>
            <a:ln w="12700">
              <a:solidFill>
                <a:srgbClr val="00B05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5" name="直接箭头连接符 724">
              <a:extLst>
                <a:ext uri="{FF2B5EF4-FFF2-40B4-BE49-F238E27FC236}">
                  <a16:creationId xmlns:a16="http://schemas.microsoft.com/office/drawing/2014/main" id="{A03BA77E-BA9D-49C1-9AFF-71C9E10335F4}"/>
                </a:ext>
              </a:extLst>
            </p:cNvPr>
            <p:cNvCxnSpPr>
              <a:cxnSpLocks/>
              <a:stCxn id="594" idx="0"/>
            </p:cNvCxnSpPr>
            <p:nvPr/>
          </p:nvCxnSpPr>
          <p:spPr>
            <a:xfrm flipV="1">
              <a:off x="5028129" y="4747260"/>
              <a:ext cx="0" cy="307100"/>
            </a:xfrm>
            <a:prstGeom prst="straightConnector1">
              <a:avLst/>
            </a:prstGeom>
            <a:ln w="12700">
              <a:solidFill>
                <a:srgbClr val="00B05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26" name="文本框 725">
              <a:extLst>
                <a:ext uri="{FF2B5EF4-FFF2-40B4-BE49-F238E27FC236}">
                  <a16:creationId xmlns:a16="http://schemas.microsoft.com/office/drawing/2014/main" id="{80E16DBA-70B9-42EB-B858-CA57086B87F6}"/>
                </a:ext>
              </a:extLst>
            </p:cNvPr>
            <p:cNvSpPr txBox="1"/>
            <p:nvPr/>
          </p:nvSpPr>
          <p:spPr>
            <a:xfrm>
              <a:off x="3937000" y="5060256"/>
              <a:ext cx="967740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9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通信保持引力</a:t>
              </a:r>
            </a:p>
          </p:txBody>
        </p:sp>
        <p:sp>
          <p:nvSpPr>
            <p:cNvPr id="727" name="文本框 726">
              <a:extLst>
                <a:ext uri="{FF2B5EF4-FFF2-40B4-BE49-F238E27FC236}">
                  <a16:creationId xmlns:a16="http://schemas.microsoft.com/office/drawing/2014/main" id="{09534741-FEED-45C9-80C5-1119FA503FBE}"/>
                </a:ext>
              </a:extLst>
            </p:cNvPr>
            <p:cNvSpPr txBox="1"/>
            <p:nvPr/>
          </p:nvSpPr>
          <p:spPr>
            <a:xfrm>
              <a:off x="5173751" y="4987071"/>
              <a:ext cx="914370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9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目标导向引力</a:t>
              </a:r>
            </a:p>
          </p:txBody>
        </p:sp>
        <p:sp>
          <p:nvSpPr>
            <p:cNvPr id="728" name="文本框 727">
              <a:extLst>
                <a:ext uri="{FF2B5EF4-FFF2-40B4-BE49-F238E27FC236}">
                  <a16:creationId xmlns:a16="http://schemas.microsoft.com/office/drawing/2014/main" id="{CFB679A7-347E-4AFA-A7E0-D007BAA10681}"/>
                </a:ext>
              </a:extLst>
            </p:cNvPr>
            <p:cNvSpPr txBox="1"/>
            <p:nvPr/>
          </p:nvSpPr>
          <p:spPr>
            <a:xfrm>
              <a:off x="4866806" y="5471736"/>
              <a:ext cx="1099654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9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碰撞避免斥力</a:t>
              </a:r>
            </a:p>
          </p:txBody>
        </p:sp>
        <p:sp>
          <p:nvSpPr>
            <p:cNvPr id="2" name="文本框 1">
              <a:extLst>
                <a:ext uri="{FF2B5EF4-FFF2-40B4-BE49-F238E27FC236}">
                  <a16:creationId xmlns:a16="http://schemas.microsoft.com/office/drawing/2014/main" id="{0875D7AE-C72F-4CE7-BC18-35DC5CD39953}"/>
                </a:ext>
              </a:extLst>
            </p:cNvPr>
            <p:cNvSpPr txBox="1"/>
            <p:nvPr/>
          </p:nvSpPr>
          <p:spPr>
            <a:xfrm>
              <a:off x="219741" y="2757375"/>
              <a:ext cx="761747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9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虚拟簇中心</a:t>
              </a:r>
            </a:p>
          </p:txBody>
        </p:sp>
        <p:pic>
          <p:nvPicPr>
            <p:cNvPr id="163" name="图片 162">
              <a:extLst>
                <a:ext uri="{FF2B5EF4-FFF2-40B4-BE49-F238E27FC236}">
                  <a16:creationId xmlns:a16="http://schemas.microsoft.com/office/drawing/2014/main" id="{BC60FF59-27EE-4F5A-ABAA-19D660A7BEA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892420" y="2034972"/>
              <a:ext cx="304800" cy="304800"/>
            </a:xfrm>
            <a:prstGeom prst="rect">
              <a:avLst/>
            </a:prstGeom>
          </p:spPr>
        </p:pic>
        <p:pic>
          <p:nvPicPr>
            <p:cNvPr id="165" name="图片 164">
              <a:extLst>
                <a:ext uri="{FF2B5EF4-FFF2-40B4-BE49-F238E27FC236}">
                  <a16:creationId xmlns:a16="http://schemas.microsoft.com/office/drawing/2014/main" id="{4E812C4A-CB5E-4B89-BE08-BCCA9A8A142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601781" y="2072086"/>
              <a:ext cx="304800" cy="304800"/>
            </a:xfrm>
            <a:prstGeom prst="rect">
              <a:avLst/>
            </a:prstGeom>
          </p:spPr>
        </p:pic>
        <p:pic>
          <p:nvPicPr>
            <p:cNvPr id="164" name="图片 163">
              <a:extLst>
                <a:ext uri="{FF2B5EF4-FFF2-40B4-BE49-F238E27FC236}">
                  <a16:creationId xmlns:a16="http://schemas.microsoft.com/office/drawing/2014/main" id="{DA019470-286F-40D2-A0FA-22F157B0957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517312" y="2401057"/>
              <a:ext cx="304800" cy="304800"/>
            </a:xfrm>
            <a:prstGeom prst="rect">
              <a:avLst/>
            </a:prstGeom>
          </p:spPr>
        </p:pic>
        <p:cxnSp>
          <p:nvCxnSpPr>
            <p:cNvPr id="166" name="直接连接符 165">
              <a:extLst>
                <a:ext uri="{FF2B5EF4-FFF2-40B4-BE49-F238E27FC236}">
                  <a16:creationId xmlns:a16="http://schemas.microsoft.com/office/drawing/2014/main" id="{B6AAEFE8-16B7-4E3A-A385-9BB544E00A76}"/>
                </a:ext>
              </a:extLst>
            </p:cNvPr>
            <p:cNvCxnSpPr>
              <a:cxnSpLocks/>
              <a:stCxn id="164" idx="2"/>
              <a:endCxn id="596" idx="4"/>
            </p:cNvCxnSpPr>
            <p:nvPr/>
          </p:nvCxnSpPr>
          <p:spPr>
            <a:xfrm flipH="1">
              <a:off x="3451790" y="2705857"/>
              <a:ext cx="217922" cy="2982412"/>
            </a:xfrm>
            <a:prstGeom prst="line">
              <a:avLst/>
            </a:prstGeom>
            <a:ln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9" name="直接连接符 168">
              <a:extLst>
                <a:ext uri="{FF2B5EF4-FFF2-40B4-BE49-F238E27FC236}">
                  <a16:creationId xmlns:a16="http://schemas.microsoft.com/office/drawing/2014/main" id="{11DCFF1D-ECF0-4658-A025-5B759CEC81DF}"/>
                </a:ext>
              </a:extLst>
            </p:cNvPr>
            <p:cNvCxnSpPr>
              <a:cxnSpLocks/>
              <a:stCxn id="164" idx="2"/>
              <a:endCxn id="596" idx="0"/>
            </p:cNvCxnSpPr>
            <p:nvPr/>
          </p:nvCxnSpPr>
          <p:spPr>
            <a:xfrm>
              <a:off x="3669712" y="2705857"/>
              <a:ext cx="463863" cy="2901420"/>
            </a:xfrm>
            <a:prstGeom prst="line">
              <a:avLst/>
            </a:prstGeom>
            <a:ln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3" name="直接连接符 182">
              <a:extLst>
                <a:ext uri="{FF2B5EF4-FFF2-40B4-BE49-F238E27FC236}">
                  <a16:creationId xmlns:a16="http://schemas.microsoft.com/office/drawing/2014/main" id="{45C036AA-7A72-4A69-9156-09082C5A7D09}"/>
                </a:ext>
              </a:extLst>
            </p:cNvPr>
            <p:cNvCxnSpPr>
              <a:cxnSpLocks/>
              <a:stCxn id="165" idx="2"/>
              <a:endCxn id="592" idx="0"/>
            </p:cNvCxnSpPr>
            <p:nvPr/>
          </p:nvCxnSpPr>
          <p:spPr>
            <a:xfrm>
              <a:off x="4754181" y="2376886"/>
              <a:ext cx="504938" cy="2843695"/>
            </a:xfrm>
            <a:prstGeom prst="line">
              <a:avLst/>
            </a:prstGeom>
            <a:ln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4" name="直接连接符 193">
              <a:extLst>
                <a:ext uri="{FF2B5EF4-FFF2-40B4-BE49-F238E27FC236}">
                  <a16:creationId xmlns:a16="http://schemas.microsoft.com/office/drawing/2014/main" id="{3695304C-30F1-43FC-863C-3C20FB6053D7}"/>
                </a:ext>
              </a:extLst>
            </p:cNvPr>
            <p:cNvCxnSpPr>
              <a:cxnSpLocks/>
              <a:stCxn id="163" idx="2"/>
            </p:cNvCxnSpPr>
            <p:nvPr/>
          </p:nvCxnSpPr>
          <p:spPr>
            <a:xfrm flipH="1">
              <a:off x="3771900" y="2339772"/>
              <a:ext cx="272920" cy="2628468"/>
            </a:xfrm>
            <a:prstGeom prst="line">
              <a:avLst/>
            </a:prstGeom>
            <a:ln>
              <a:solidFill>
                <a:schemeClr val="accent3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7" name="直接连接符 196">
              <a:extLst>
                <a:ext uri="{FF2B5EF4-FFF2-40B4-BE49-F238E27FC236}">
                  <a16:creationId xmlns:a16="http://schemas.microsoft.com/office/drawing/2014/main" id="{4AB08233-C897-4F40-81C6-CF99A6E47D53}"/>
                </a:ext>
              </a:extLst>
            </p:cNvPr>
            <p:cNvCxnSpPr>
              <a:cxnSpLocks/>
              <a:stCxn id="163" idx="2"/>
              <a:endCxn id="580" idx="0"/>
            </p:cNvCxnSpPr>
            <p:nvPr/>
          </p:nvCxnSpPr>
          <p:spPr>
            <a:xfrm>
              <a:off x="4044820" y="2339772"/>
              <a:ext cx="426849" cy="2613674"/>
            </a:xfrm>
            <a:prstGeom prst="line">
              <a:avLst/>
            </a:prstGeom>
            <a:ln>
              <a:solidFill>
                <a:schemeClr val="accent3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7" name="文本框 46">
                  <a:extLst>
                    <a:ext uri="{FF2B5EF4-FFF2-40B4-BE49-F238E27FC236}">
                      <a16:creationId xmlns:a16="http://schemas.microsoft.com/office/drawing/2014/main" id="{286CF84A-2F3C-4F3B-9899-422FC4A30478}"/>
                    </a:ext>
                  </a:extLst>
                </p:cNvPr>
                <p:cNvSpPr txBox="1"/>
                <p:nvPr/>
              </p:nvSpPr>
              <p:spPr>
                <a:xfrm>
                  <a:off x="1676400" y="5054600"/>
                  <a:ext cx="302976" cy="215444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400" b="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altLang="zh-CN" sz="1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zh-CN" altLang="en-US" sz="1400" dirty="0"/>
                </a:p>
              </p:txBody>
            </p:sp>
          </mc:Choice>
          <mc:Fallback>
            <p:sp>
              <p:nvSpPr>
                <p:cNvPr id="47" name="文本框 46">
                  <a:extLst>
                    <a:ext uri="{FF2B5EF4-FFF2-40B4-BE49-F238E27FC236}">
                      <a16:creationId xmlns:a16="http://schemas.microsoft.com/office/drawing/2014/main" id="{286CF84A-2F3C-4F3B-9899-422FC4A3047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76400" y="5054600"/>
                  <a:ext cx="302976" cy="215444"/>
                </a:xfrm>
                <a:prstGeom prst="rect">
                  <a:avLst/>
                </a:prstGeom>
                <a:blipFill>
                  <a:blip r:embed="rId16"/>
                  <a:stretch>
                    <a:fillRect b="-11111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05" name="文本框 204">
                  <a:extLst>
                    <a:ext uri="{FF2B5EF4-FFF2-40B4-BE49-F238E27FC236}">
                      <a16:creationId xmlns:a16="http://schemas.microsoft.com/office/drawing/2014/main" id="{A101B57B-76ED-48C7-9606-9321DEE08307}"/>
                    </a:ext>
                  </a:extLst>
                </p:cNvPr>
                <p:cNvSpPr txBox="1"/>
                <p:nvPr/>
              </p:nvSpPr>
              <p:spPr>
                <a:xfrm>
                  <a:off x="3251200" y="5797550"/>
                  <a:ext cx="277576" cy="215444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400" b="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altLang="zh-CN" sz="14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oMath>
                    </m:oMathPara>
                  </a14:m>
                  <a:endParaRPr lang="zh-CN" altLang="en-US" sz="1400" dirty="0"/>
                </a:p>
              </p:txBody>
            </p:sp>
          </mc:Choice>
          <mc:Fallback>
            <p:sp>
              <p:nvSpPr>
                <p:cNvPr id="205" name="文本框 204">
                  <a:extLst>
                    <a:ext uri="{FF2B5EF4-FFF2-40B4-BE49-F238E27FC236}">
                      <a16:creationId xmlns:a16="http://schemas.microsoft.com/office/drawing/2014/main" id="{A101B57B-76ED-48C7-9606-9321DEE0830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51200" y="5797550"/>
                  <a:ext cx="277576" cy="215444"/>
                </a:xfrm>
                <a:prstGeom prst="rect">
                  <a:avLst/>
                </a:prstGeom>
                <a:blipFill>
                  <a:blip r:embed="rId17"/>
                  <a:stretch>
                    <a:fillRect l="-4348" b="-11429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79" name="直接连接符 178">
              <a:extLst>
                <a:ext uri="{FF2B5EF4-FFF2-40B4-BE49-F238E27FC236}">
                  <a16:creationId xmlns:a16="http://schemas.microsoft.com/office/drawing/2014/main" id="{9429BB99-8E08-44FE-956F-72A742A8EF50}"/>
                </a:ext>
              </a:extLst>
            </p:cNvPr>
            <p:cNvCxnSpPr>
              <a:cxnSpLocks/>
              <a:stCxn id="165" idx="2"/>
              <a:endCxn id="593" idx="1"/>
            </p:cNvCxnSpPr>
            <p:nvPr/>
          </p:nvCxnSpPr>
          <p:spPr>
            <a:xfrm flipH="1">
              <a:off x="4427973" y="2376886"/>
              <a:ext cx="326208" cy="2935043"/>
            </a:xfrm>
            <a:prstGeom prst="line">
              <a:avLst/>
            </a:prstGeom>
            <a:ln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5" name="直接连接符 414">
              <a:extLst>
                <a:ext uri="{FF2B5EF4-FFF2-40B4-BE49-F238E27FC236}">
                  <a16:creationId xmlns:a16="http://schemas.microsoft.com/office/drawing/2014/main" id="{363D81CC-1E0F-4F10-8500-7F18D56B858E}"/>
                </a:ext>
              </a:extLst>
            </p:cNvPr>
            <p:cNvCxnSpPr>
              <a:cxnSpLocks/>
            </p:cNvCxnSpPr>
            <p:nvPr/>
          </p:nvCxnSpPr>
          <p:spPr>
            <a:xfrm>
              <a:off x="1489020" y="2498078"/>
              <a:ext cx="305330" cy="2795397"/>
            </a:xfrm>
            <a:prstGeom prst="line">
              <a:avLst/>
            </a:prstGeom>
            <a:ln>
              <a:solidFill>
                <a:schemeClr val="accent3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16" name="文本框 415">
              <a:extLst>
                <a:ext uri="{FF2B5EF4-FFF2-40B4-BE49-F238E27FC236}">
                  <a16:creationId xmlns:a16="http://schemas.microsoft.com/office/drawing/2014/main" id="{D649AE65-5832-419B-B649-FEAB2F38D7FD}"/>
                </a:ext>
              </a:extLst>
            </p:cNvPr>
            <p:cNvSpPr txBox="1"/>
            <p:nvPr/>
          </p:nvSpPr>
          <p:spPr>
            <a:xfrm>
              <a:off x="4175940" y="3327869"/>
              <a:ext cx="902811" cy="307777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zh-CN" altLang="en-US" sz="14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实时规划</a:t>
              </a:r>
            </a:p>
          </p:txBody>
        </p:sp>
        <p:sp>
          <p:nvSpPr>
            <p:cNvPr id="417" name="星形: 五角 416">
              <a:extLst>
                <a:ext uri="{FF2B5EF4-FFF2-40B4-BE49-F238E27FC236}">
                  <a16:creationId xmlns:a16="http://schemas.microsoft.com/office/drawing/2014/main" id="{4FEA26E0-B6D1-4B0A-B17B-FFE1694649A5}"/>
                </a:ext>
              </a:extLst>
            </p:cNvPr>
            <p:cNvSpPr/>
            <p:nvPr/>
          </p:nvSpPr>
          <p:spPr>
            <a:xfrm>
              <a:off x="5328758" y="4182093"/>
              <a:ext cx="92662" cy="105269"/>
            </a:xfrm>
            <a:prstGeom prst="star5">
              <a:avLst/>
            </a:prstGeom>
            <a:solidFill>
              <a:schemeClr val="accent6">
                <a:lumMod val="75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71" name="矩形: 圆角 170">
              <a:extLst>
                <a:ext uri="{FF2B5EF4-FFF2-40B4-BE49-F238E27FC236}">
                  <a16:creationId xmlns:a16="http://schemas.microsoft.com/office/drawing/2014/main" id="{6EB0186A-BE35-4E2F-A739-9848847F0FC3}"/>
                </a:ext>
              </a:extLst>
            </p:cNvPr>
            <p:cNvSpPr/>
            <p:nvPr/>
          </p:nvSpPr>
          <p:spPr>
            <a:xfrm>
              <a:off x="7043745" y="2390259"/>
              <a:ext cx="1800000" cy="610751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200" dirty="0">
                  <a:solidFill>
                    <a:schemeClr val="tx1"/>
                  </a:solidFill>
                </a:rPr>
                <a:t>簇级路径冲突检测与重规划</a:t>
              </a:r>
            </a:p>
          </p:txBody>
        </p:sp>
        <p:sp>
          <p:nvSpPr>
            <p:cNvPr id="172" name="矩形: 圆角 171">
              <a:extLst>
                <a:ext uri="{FF2B5EF4-FFF2-40B4-BE49-F238E27FC236}">
                  <a16:creationId xmlns:a16="http://schemas.microsoft.com/office/drawing/2014/main" id="{EF44CAE1-C7A2-43DD-A317-31A78A8E44B7}"/>
                </a:ext>
              </a:extLst>
            </p:cNvPr>
            <p:cNvSpPr/>
            <p:nvPr/>
          </p:nvSpPr>
          <p:spPr>
            <a:xfrm>
              <a:off x="7043745" y="1661279"/>
              <a:ext cx="1800000" cy="610751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200" dirty="0">
                  <a:solidFill>
                    <a:schemeClr val="tx1"/>
                  </a:solidFill>
                </a:rPr>
                <a:t>簇间 </a:t>
              </a:r>
              <a:r>
                <a:rPr lang="en-US" altLang="zh-CN" sz="1200" dirty="0">
                  <a:solidFill>
                    <a:schemeClr val="tx1"/>
                  </a:solidFill>
                </a:rPr>
                <a:t>Fréchet </a:t>
              </a:r>
              <a:r>
                <a:rPr lang="zh-CN" altLang="en-US" sz="1200" dirty="0">
                  <a:solidFill>
                    <a:schemeClr val="tx1"/>
                  </a:solidFill>
                </a:rPr>
                <a:t>距离约束路径确认</a:t>
              </a:r>
            </a:p>
          </p:txBody>
        </p:sp>
        <p:sp>
          <p:nvSpPr>
            <p:cNvPr id="181" name="矩形: 圆角 180">
              <a:extLst>
                <a:ext uri="{FF2B5EF4-FFF2-40B4-BE49-F238E27FC236}">
                  <a16:creationId xmlns:a16="http://schemas.microsoft.com/office/drawing/2014/main" id="{0DD24080-C1AD-4132-9B53-FC7C08F43CD6}"/>
                </a:ext>
              </a:extLst>
            </p:cNvPr>
            <p:cNvSpPr/>
            <p:nvPr/>
          </p:nvSpPr>
          <p:spPr>
            <a:xfrm>
              <a:off x="6953745" y="4117459"/>
              <a:ext cx="1980000" cy="435491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200" dirty="0">
                  <a:solidFill>
                    <a:schemeClr val="tx1"/>
                  </a:solidFill>
                </a:rPr>
                <a:t>构建</a:t>
              </a:r>
              <a:r>
                <a:rPr lang="en-US" altLang="zh-CN" sz="1200" dirty="0">
                  <a:solidFill>
                    <a:schemeClr val="tx1"/>
                  </a:solidFill>
                </a:rPr>
                <a:t>SINR-MBST</a:t>
              </a:r>
              <a:r>
                <a:rPr lang="zh-CN" altLang="en-US" sz="1200" dirty="0">
                  <a:solidFill>
                    <a:schemeClr val="tx1"/>
                  </a:solidFill>
                </a:rPr>
                <a:t>通信网络</a:t>
              </a:r>
            </a:p>
          </p:txBody>
        </p:sp>
        <p:sp>
          <p:nvSpPr>
            <p:cNvPr id="182" name="矩形: 圆角 181">
              <a:extLst>
                <a:ext uri="{FF2B5EF4-FFF2-40B4-BE49-F238E27FC236}">
                  <a16:creationId xmlns:a16="http://schemas.microsoft.com/office/drawing/2014/main" id="{6ED62DB6-C9EA-4043-97DD-A936360B68BE}"/>
                </a:ext>
              </a:extLst>
            </p:cNvPr>
            <p:cNvSpPr/>
            <p:nvPr/>
          </p:nvSpPr>
          <p:spPr>
            <a:xfrm>
              <a:off x="6953745" y="4739759"/>
              <a:ext cx="1980000" cy="359291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200" dirty="0">
                  <a:solidFill>
                    <a:schemeClr val="tx1"/>
                  </a:solidFill>
                </a:rPr>
                <a:t>局部</a:t>
              </a:r>
              <a:r>
                <a:rPr lang="en-US" altLang="zh-CN" sz="1200" dirty="0">
                  <a:solidFill>
                    <a:schemeClr val="tx1"/>
                  </a:solidFill>
                </a:rPr>
                <a:t>APF</a:t>
              </a:r>
              <a:r>
                <a:rPr lang="zh-CN" altLang="en-US" sz="1200" dirty="0">
                  <a:solidFill>
                    <a:schemeClr val="tx1"/>
                  </a:solidFill>
                </a:rPr>
                <a:t>多力场合成</a:t>
              </a:r>
            </a:p>
          </p:txBody>
        </p:sp>
        <p:sp>
          <p:nvSpPr>
            <p:cNvPr id="184" name="矩形: 圆角 183">
              <a:extLst>
                <a:ext uri="{FF2B5EF4-FFF2-40B4-BE49-F238E27FC236}">
                  <a16:creationId xmlns:a16="http://schemas.microsoft.com/office/drawing/2014/main" id="{667B601B-6CCD-4E65-8F68-FEA360767288}"/>
                </a:ext>
              </a:extLst>
            </p:cNvPr>
            <p:cNvSpPr/>
            <p:nvPr/>
          </p:nvSpPr>
          <p:spPr>
            <a:xfrm>
              <a:off x="6953745" y="5285859"/>
              <a:ext cx="1980000" cy="610751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200" dirty="0">
                  <a:solidFill>
                    <a:schemeClr val="tx1"/>
                  </a:solidFill>
                </a:rPr>
                <a:t>单步运动执行与状态更新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8289096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>
            <a:extLst>
              <a:ext uri="{FF2B5EF4-FFF2-40B4-BE49-F238E27FC236}">
                <a16:creationId xmlns:a16="http://schemas.microsoft.com/office/drawing/2014/main" id="{356B25D0-4718-4241-BF4E-B638361350A9}"/>
              </a:ext>
            </a:extLst>
          </p:cNvPr>
          <p:cNvGrpSpPr/>
          <p:nvPr/>
        </p:nvGrpSpPr>
        <p:grpSpPr>
          <a:xfrm>
            <a:off x="637953" y="1753120"/>
            <a:ext cx="11065916" cy="3195301"/>
            <a:chOff x="637953" y="1753120"/>
            <a:chExt cx="11065916" cy="3195301"/>
          </a:xfrm>
        </p:grpSpPr>
        <p:grpSp>
          <p:nvGrpSpPr>
            <p:cNvPr id="188" name="组合 187">
              <a:extLst>
                <a:ext uri="{FF2B5EF4-FFF2-40B4-BE49-F238E27FC236}">
                  <a16:creationId xmlns:a16="http://schemas.microsoft.com/office/drawing/2014/main" id="{C7F2933E-5E25-4FE7-BCF6-F753BEF2EA20}"/>
                </a:ext>
              </a:extLst>
            </p:cNvPr>
            <p:cNvGrpSpPr/>
            <p:nvPr/>
          </p:nvGrpSpPr>
          <p:grpSpPr>
            <a:xfrm>
              <a:off x="637953" y="1753120"/>
              <a:ext cx="11065916" cy="3195301"/>
              <a:chOff x="609600" y="1746031"/>
              <a:chExt cx="11065916" cy="3195301"/>
            </a:xfrm>
          </p:grpSpPr>
          <p:grpSp>
            <p:nvGrpSpPr>
              <p:cNvPr id="178" name="组合 177">
                <a:extLst>
                  <a:ext uri="{FF2B5EF4-FFF2-40B4-BE49-F238E27FC236}">
                    <a16:creationId xmlns:a16="http://schemas.microsoft.com/office/drawing/2014/main" id="{FA3166DB-2F16-4D5F-A8F7-675676E37E2C}"/>
                  </a:ext>
                </a:extLst>
              </p:cNvPr>
              <p:cNvGrpSpPr/>
              <p:nvPr/>
            </p:nvGrpSpPr>
            <p:grpSpPr>
              <a:xfrm>
                <a:off x="609600" y="1746031"/>
                <a:ext cx="2968024" cy="2628572"/>
                <a:chOff x="733588" y="1976110"/>
                <a:chExt cx="3225036" cy="2843212"/>
              </a:xfrm>
            </p:grpSpPr>
            <p:grpSp>
              <p:nvGrpSpPr>
                <p:cNvPr id="111" name="组合 110">
                  <a:extLst>
                    <a:ext uri="{FF2B5EF4-FFF2-40B4-BE49-F238E27FC236}">
                      <a16:creationId xmlns:a16="http://schemas.microsoft.com/office/drawing/2014/main" id="{A8421BAB-6A1F-4316-B358-124D8B111B1B}"/>
                    </a:ext>
                  </a:extLst>
                </p:cNvPr>
                <p:cNvGrpSpPr/>
                <p:nvPr/>
              </p:nvGrpSpPr>
              <p:grpSpPr>
                <a:xfrm>
                  <a:off x="733588" y="1976110"/>
                  <a:ext cx="3225036" cy="2843212"/>
                  <a:chOff x="1595436" y="1624013"/>
                  <a:chExt cx="3225036" cy="2843212"/>
                </a:xfrm>
              </p:grpSpPr>
              <p:cxnSp>
                <p:nvCxnSpPr>
                  <p:cNvPr id="27" name="直接箭头连接符 26">
                    <a:extLst>
                      <a:ext uri="{FF2B5EF4-FFF2-40B4-BE49-F238E27FC236}">
                        <a16:creationId xmlns:a16="http://schemas.microsoft.com/office/drawing/2014/main" id="{C3716C6E-0565-424B-90F4-C6EA866266C1}"/>
                      </a:ext>
                    </a:extLst>
                  </p:cNvPr>
                  <p:cNvCxnSpPr>
                    <a:cxnSpLocks/>
                    <a:stCxn id="51" idx="1"/>
                    <a:endCxn id="52" idx="1"/>
                  </p:cNvCxnSpPr>
                  <p:nvPr/>
                </p:nvCxnSpPr>
                <p:spPr>
                  <a:xfrm>
                    <a:off x="1969355" y="2732199"/>
                    <a:ext cx="428089" cy="543476"/>
                  </a:xfrm>
                  <a:prstGeom prst="straightConnector1">
                    <a:avLst/>
                  </a:prstGeom>
                  <a:ln>
                    <a:prstDash val="dash"/>
                    <a:headEnd type="triangle"/>
                    <a:tailEnd type="triangle"/>
                  </a:ln>
                </p:spPr>
                <p:style>
                  <a:lnRef idx="2">
                    <a:schemeClr val="accent4"/>
                  </a:lnRef>
                  <a:fillRef idx="0">
                    <a:schemeClr val="accent4"/>
                  </a:fillRef>
                  <a:effectRef idx="1">
                    <a:schemeClr val="accent4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8" name="直接箭头连接符 27">
                    <a:extLst>
                      <a:ext uri="{FF2B5EF4-FFF2-40B4-BE49-F238E27FC236}">
                        <a16:creationId xmlns:a16="http://schemas.microsoft.com/office/drawing/2014/main" id="{721E2A37-1728-40BA-B434-4010FAF73120}"/>
                      </a:ext>
                    </a:extLst>
                  </p:cNvPr>
                  <p:cNvCxnSpPr>
                    <a:cxnSpLocks/>
                    <a:stCxn id="53" idx="3"/>
                    <a:endCxn id="63" idx="2"/>
                  </p:cNvCxnSpPr>
                  <p:nvPr/>
                </p:nvCxnSpPr>
                <p:spPr>
                  <a:xfrm flipH="1" flipV="1">
                    <a:off x="3093213" y="2769514"/>
                    <a:ext cx="328184" cy="832960"/>
                  </a:xfrm>
                  <a:prstGeom prst="straightConnector1">
                    <a:avLst/>
                  </a:prstGeom>
                  <a:ln>
                    <a:prstDash val="dash"/>
                    <a:headEnd type="triangle"/>
                    <a:tailEnd type="triangle"/>
                  </a:ln>
                </p:spPr>
                <p:style>
                  <a:lnRef idx="2">
                    <a:schemeClr val="accent4"/>
                  </a:lnRef>
                  <a:fillRef idx="0">
                    <a:schemeClr val="accent4"/>
                  </a:fillRef>
                  <a:effectRef idx="1">
                    <a:schemeClr val="accent4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1" name="直接箭头连接符 30">
                    <a:extLst>
                      <a:ext uri="{FF2B5EF4-FFF2-40B4-BE49-F238E27FC236}">
                        <a16:creationId xmlns:a16="http://schemas.microsoft.com/office/drawing/2014/main" id="{64CA309B-BAEF-431D-9A12-8A5053CEEFB1}"/>
                      </a:ext>
                    </a:extLst>
                  </p:cNvPr>
                  <p:cNvCxnSpPr>
                    <a:cxnSpLocks/>
                    <a:stCxn id="54" idx="1"/>
                    <a:endCxn id="56" idx="3"/>
                  </p:cNvCxnSpPr>
                  <p:nvPr/>
                </p:nvCxnSpPr>
                <p:spPr>
                  <a:xfrm flipH="1">
                    <a:off x="3951726" y="2643189"/>
                    <a:ext cx="563946" cy="102425"/>
                  </a:xfrm>
                  <a:prstGeom prst="straightConnector1">
                    <a:avLst/>
                  </a:prstGeom>
                  <a:ln>
                    <a:prstDash val="dash"/>
                    <a:headEnd type="triangle"/>
                    <a:tailEnd type="triangle"/>
                  </a:ln>
                </p:spPr>
                <p:style>
                  <a:lnRef idx="2">
                    <a:schemeClr val="accent4"/>
                  </a:lnRef>
                  <a:fillRef idx="0">
                    <a:schemeClr val="accent4"/>
                  </a:fillRef>
                  <a:effectRef idx="1">
                    <a:schemeClr val="accent4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4" name="直接箭头连接符 33">
                    <a:extLst>
                      <a:ext uri="{FF2B5EF4-FFF2-40B4-BE49-F238E27FC236}">
                        <a16:creationId xmlns:a16="http://schemas.microsoft.com/office/drawing/2014/main" id="{82C87D77-EA35-4E28-912A-E07ECFEEAB0E}"/>
                      </a:ext>
                    </a:extLst>
                  </p:cNvPr>
                  <p:cNvCxnSpPr>
                    <a:cxnSpLocks/>
                    <a:stCxn id="56" idx="1"/>
                    <a:endCxn id="63" idx="3"/>
                  </p:cNvCxnSpPr>
                  <p:nvPr/>
                </p:nvCxnSpPr>
                <p:spPr>
                  <a:xfrm flipH="1" flipV="1">
                    <a:off x="3217189" y="2593214"/>
                    <a:ext cx="429737" cy="152400"/>
                  </a:xfrm>
                  <a:prstGeom prst="straightConnector1">
                    <a:avLst/>
                  </a:prstGeom>
                  <a:ln>
                    <a:prstDash val="dash"/>
                    <a:headEnd type="triangle"/>
                    <a:tailEnd type="triangle"/>
                  </a:ln>
                </p:spPr>
                <p:style>
                  <a:lnRef idx="2">
                    <a:schemeClr val="accent4"/>
                  </a:lnRef>
                  <a:fillRef idx="0">
                    <a:schemeClr val="accent4"/>
                  </a:fillRef>
                  <a:effectRef idx="1">
                    <a:schemeClr val="accent4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7" name="直接箭头连接符 36">
                    <a:extLst>
                      <a:ext uri="{FF2B5EF4-FFF2-40B4-BE49-F238E27FC236}">
                        <a16:creationId xmlns:a16="http://schemas.microsoft.com/office/drawing/2014/main" id="{7191DFD4-CAAD-43F5-B28C-8209F8D20D0D}"/>
                      </a:ext>
                    </a:extLst>
                  </p:cNvPr>
                  <p:cNvCxnSpPr>
                    <a:cxnSpLocks/>
                    <a:stCxn id="50" idx="2"/>
                  </p:cNvCxnSpPr>
                  <p:nvPr/>
                </p:nvCxnSpPr>
                <p:spPr>
                  <a:xfrm>
                    <a:off x="3014663" y="1928813"/>
                    <a:ext cx="29527" cy="540067"/>
                  </a:xfrm>
                  <a:prstGeom prst="straightConnector1">
                    <a:avLst/>
                  </a:prstGeom>
                  <a:ln>
                    <a:prstDash val="dash"/>
                    <a:headEnd type="triangle"/>
                    <a:tailEnd type="triangle"/>
                  </a:ln>
                </p:spPr>
                <p:style>
                  <a:lnRef idx="2">
                    <a:schemeClr val="accent4"/>
                  </a:lnRef>
                  <a:fillRef idx="0">
                    <a:schemeClr val="accent4"/>
                  </a:fillRef>
                  <a:effectRef idx="1">
                    <a:schemeClr val="accent4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0" name="直接箭头连接符 39">
                    <a:extLst>
                      <a:ext uri="{FF2B5EF4-FFF2-40B4-BE49-F238E27FC236}">
                        <a16:creationId xmlns:a16="http://schemas.microsoft.com/office/drawing/2014/main" id="{CBD88303-B320-4085-BB9F-5C4AA556DA5C}"/>
                      </a:ext>
                    </a:extLst>
                  </p:cNvPr>
                  <p:cNvCxnSpPr>
                    <a:cxnSpLocks/>
                    <a:stCxn id="52" idx="2"/>
                    <a:endCxn id="62" idx="0"/>
                  </p:cNvCxnSpPr>
                  <p:nvPr/>
                </p:nvCxnSpPr>
                <p:spPr>
                  <a:xfrm flipH="1">
                    <a:off x="1818406" y="3484244"/>
                    <a:ext cx="633357" cy="695504"/>
                  </a:xfrm>
                  <a:prstGeom prst="straightConnector1">
                    <a:avLst/>
                  </a:prstGeom>
                  <a:ln>
                    <a:prstDash val="dash"/>
                    <a:headEnd type="triangle"/>
                    <a:tailEnd type="triangle"/>
                  </a:ln>
                </p:spPr>
                <p:style>
                  <a:lnRef idx="2">
                    <a:schemeClr val="accent4"/>
                  </a:lnRef>
                  <a:fillRef idx="0">
                    <a:schemeClr val="accent4"/>
                  </a:fillRef>
                  <a:effectRef idx="1">
                    <a:schemeClr val="accent4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3" name="直接箭头连接符 42">
                    <a:extLst>
                      <a:ext uri="{FF2B5EF4-FFF2-40B4-BE49-F238E27FC236}">
                        <a16:creationId xmlns:a16="http://schemas.microsoft.com/office/drawing/2014/main" id="{A9D9EBB5-24AC-492D-9EF1-6CAB20CB9BDF}"/>
                      </a:ext>
                    </a:extLst>
                  </p:cNvPr>
                  <p:cNvCxnSpPr>
                    <a:cxnSpLocks/>
                    <a:stCxn id="52" idx="3"/>
                    <a:endCxn id="53" idx="0"/>
                  </p:cNvCxnSpPr>
                  <p:nvPr/>
                </p:nvCxnSpPr>
                <p:spPr>
                  <a:xfrm>
                    <a:off x="2660332" y="3429925"/>
                    <a:ext cx="559208" cy="248080"/>
                  </a:xfrm>
                  <a:prstGeom prst="straightConnector1">
                    <a:avLst/>
                  </a:prstGeom>
                  <a:ln>
                    <a:prstDash val="dash"/>
                    <a:headEnd type="triangle"/>
                    <a:tailEnd type="triangle"/>
                  </a:ln>
                </p:spPr>
                <p:style>
                  <a:lnRef idx="2">
                    <a:schemeClr val="accent4"/>
                  </a:lnRef>
                  <a:fillRef idx="0">
                    <a:schemeClr val="accent4"/>
                  </a:fillRef>
                  <a:effectRef idx="1">
                    <a:schemeClr val="accent4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6" name="直接箭头连接符 45">
                    <a:extLst>
                      <a:ext uri="{FF2B5EF4-FFF2-40B4-BE49-F238E27FC236}">
                        <a16:creationId xmlns:a16="http://schemas.microsoft.com/office/drawing/2014/main" id="{743E821C-0108-4A5E-B41D-EB44260BD2CA}"/>
                      </a:ext>
                    </a:extLst>
                  </p:cNvPr>
                  <p:cNvCxnSpPr>
                    <a:cxnSpLocks/>
                    <a:stCxn id="52" idx="0"/>
                    <a:endCxn id="63" idx="1"/>
                  </p:cNvCxnSpPr>
                  <p:nvPr/>
                </p:nvCxnSpPr>
                <p:spPr>
                  <a:xfrm flipV="1">
                    <a:off x="2606013" y="2645538"/>
                    <a:ext cx="310900" cy="575818"/>
                  </a:xfrm>
                  <a:prstGeom prst="straightConnector1">
                    <a:avLst/>
                  </a:prstGeom>
                  <a:ln>
                    <a:prstDash val="dash"/>
                    <a:headEnd type="triangle"/>
                    <a:tailEnd type="triangle"/>
                  </a:ln>
                </p:spPr>
                <p:style>
                  <a:lnRef idx="2">
                    <a:schemeClr val="accent4"/>
                  </a:lnRef>
                  <a:fillRef idx="0">
                    <a:schemeClr val="accent4"/>
                  </a:fillRef>
                  <a:effectRef idx="1">
                    <a:schemeClr val="accent4"/>
                  </a:effectRef>
                  <a:fontRef idx="minor">
                    <a:schemeClr val="tx1"/>
                  </a:fontRef>
                </p:style>
              </p:cxnSp>
              <p:pic>
                <p:nvPicPr>
                  <p:cNvPr id="50" name="图形 49">
                    <a:extLst>
                      <a:ext uri="{FF2B5EF4-FFF2-40B4-BE49-F238E27FC236}">
                        <a16:creationId xmlns:a16="http://schemas.microsoft.com/office/drawing/2014/main" id="{6B545B95-211C-4018-93E7-B21C26D7CBA2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2">
                    <a:extLst>
                      <a:ext uri="{28A0092B-C50C-407E-A947-70E740481C1C}">
                        <a14:useLocalDpi xmlns:a14="http://schemas.microsoft.com/office/drawing/2010/main" val="0"/>
                      </a:ext>
                      <a:ext uri="{96DAC541-7B7A-43D3-8B79-37D633B846F1}">
                        <asvg:svgBlip xmlns:asvg="http://schemas.microsoft.com/office/drawing/2016/SVG/main" r:embed="rId3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2862263" y="1624013"/>
                    <a:ext cx="304800" cy="304800"/>
                  </a:xfrm>
                  <a:prstGeom prst="rect">
                    <a:avLst/>
                  </a:prstGeom>
                </p:spPr>
              </p:pic>
              <p:pic>
                <p:nvPicPr>
                  <p:cNvPr id="51" name="图形 50">
                    <a:extLst>
                      <a:ext uri="{FF2B5EF4-FFF2-40B4-BE49-F238E27FC236}">
                        <a16:creationId xmlns:a16="http://schemas.microsoft.com/office/drawing/2014/main" id="{1525C0AE-6EE0-4BC2-85B8-295DD596C097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2">
                    <a:extLst>
                      <a:ext uri="{28A0092B-C50C-407E-A947-70E740481C1C}">
                        <a14:useLocalDpi xmlns:a14="http://schemas.microsoft.com/office/drawing/2010/main" val="0"/>
                      </a:ext>
                      <a:ext uri="{96DAC541-7B7A-43D3-8B79-37D633B846F1}">
                        <asvg:svgBlip xmlns:asvg="http://schemas.microsoft.com/office/drawing/2016/SVG/main" r:embed="rId3"/>
                      </a:ext>
                    </a:extLst>
                  </a:blip>
                  <a:stretch>
                    <a:fillRect/>
                  </a:stretch>
                </p:blipFill>
                <p:spPr>
                  <a:xfrm rot="13665447">
                    <a:off x="1714501" y="2466976"/>
                    <a:ext cx="304800" cy="304800"/>
                  </a:xfrm>
                  <a:prstGeom prst="rect">
                    <a:avLst/>
                  </a:prstGeom>
                </p:spPr>
              </p:pic>
              <p:pic>
                <p:nvPicPr>
                  <p:cNvPr id="52" name="图形 51">
                    <a:extLst>
                      <a:ext uri="{FF2B5EF4-FFF2-40B4-BE49-F238E27FC236}">
                        <a16:creationId xmlns:a16="http://schemas.microsoft.com/office/drawing/2014/main" id="{E1E34DC0-FDAA-4316-942B-041F38E2F9AC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2">
                    <a:extLst>
                      <a:ext uri="{28A0092B-C50C-407E-A947-70E740481C1C}">
                        <a14:useLocalDpi xmlns:a14="http://schemas.microsoft.com/office/drawing/2010/main" val="0"/>
                      </a:ext>
                      <a:ext uri="{96DAC541-7B7A-43D3-8B79-37D633B846F1}">
                        <asvg:svgBlip xmlns:asvg="http://schemas.microsoft.com/office/drawing/2016/SVG/main" r:embed="rId3"/>
                      </a:ext>
                    </a:extLst>
                  </a:blip>
                  <a:stretch>
                    <a:fillRect/>
                  </a:stretch>
                </p:blipFill>
                <p:spPr>
                  <a:xfrm rot="1824148">
                    <a:off x="2376488" y="3200400"/>
                    <a:ext cx="304800" cy="304800"/>
                  </a:xfrm>
                  <a:prstGeom prst="rect">
                    <a:avLst/>
                  </a:prstGeom>
                </p:spPr>
              </p:pic>
              <p:pic>
                <p:nvPicPr>
                  <p:cNvPr id="53" name="图形 52">
                    <a:extLst>
                      <a:ext uri="{FF2B5EF4-FFF2-40B4-BE49-F238E27FC236}">
                        <a16:creationId xmlns:a16="http://schemas.microsoft.com/office/drawing/2014/main" id="{93CAA8B5-5779-4198-87DC-6194DB947D03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2">
                    <a:extLst>
                      <a:ext uri="{28A0092B-C50C-407E-A947-70E740481C1C}">
                        <a14:useLocalDpi xmlns:a14="http://schemas.microsoft.com/office/drawing/2010/main" val="0"/>
                      </a:ext>
                      <a:ext uri="{96DAC541-7B7A-43D3-8B79-37D633B846F1}">
                        <asvg:svgBlip xmlns:asvg="http://schemas.microsoft.com/office/drawing/2016/SVG/main" r:embed="rId3"/>
                      </a:ext>
                    </a:extLst>
                  </a:blip>
                  <a:stretch>
                    <a:fillRect/>
                  </a:stretch>
                </p:blipFill>
                <p:spPr>
                  <a:xfrm rot="17669112">
                    <a:off x="3205834" y="3588768"/>
                    <a:ext cx="304800" cy="304800"/>
                  </a:xfrm>
                  <a:prstGeom prst="rect">
                    <a:avLst/>
                  </a:prstGeom>
                </p:spPr>
              </p:pic>
              <p:pic>
                <p:nvPicPr>
                  <p:cNvPr id="54" name="图形 53">
                    <a:extLst>
                      <a:ext uri="{FF2B5EF4-FFF2-40B4-BE49-F238E27FC236}">
                        <a16:creationId xmlns:a16="http://schemas.microsoft.com/office/drawing/2014/main" id="{B1007762-486E-4A02-B523-5D71ABEDCCA8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2">
                    <a:extLst>
                      <a:ext uri="{28A0092B-C50C-407E-A947-70E740481C1C}">
                        <a14:useLocalDpi xmlns:a14="http://schemas.microsoft.com/office/drawing/2010/main" val="0"/>
                      </a:ext>
                      <a:ext uri="{96DAC541-7B7A-43D3-8B79-37D633B846F1}">
                        <asvg:svgBlip xmlns:asvg="http://schemas.microsoft.com/office/drawing/2016/SVG/main" r:embed="rId3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4515672" y="2490789"/>
                    <a:ext cx="304800" cy="304800"/>
                  </a:xfrm>
                  <a:prstGeom prst="rect">
                    <a:avLst/>
                  </a:prstGeom>
                </p:spPr>
              </p:pic>
              <p:pic>
                <p:nvPicPr>
                  <p:cNvPr id="56" name="图形 55">
                    <a:extLst>
                      <a:ext uri="{FF2B5EF4-FFF2-40B4-BE49-F238E27FC236}">
                        <a16:creationId xmlns:a16="http://schemas.microsoft.com/office/drawing/2014/main" id="{0900C523-A99D-4F9D-B944-089CF78F4A90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2">
                    <a:extLst>
                      <a:ext uri="{28A0092B-C50C-407E-A947-70E740481C1C}">
                        <a14:useLocalDpi xmlns:a14="http://schemas.microsoft.com/office/drawing/2010/main" val="0"/>
                      </a:ext>
                      <a:ext uri="{96DAC541-7B7A-43D3-8B79-37D633B846F1}">
                        <asvg:svgBlip xmlns:asvg="http://schemas.microsoft.com/office/drawing/2016/SVG/main" r:embed="rId3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3646926" y="2593214"/>
                    <a:ext cx="304800" cy="304800"/>
                  </a:xfrm>
                  <a:prstGeom prst="rect">
                    <a:avLst/>
                  </a:prstGeom>
                </p:spPr>
              </p:pic>
              <p:pic>
                <p:nvPicPr>
                  <p:cNvPr id="62" name="图形 61">
                    <a:extLst>
                      <a:ext uri="{FF2B5EF4-FFF2-40B4-BE49-F238E27FC236}">
                        <a16:creationId xmlns:a16="http://schemas.microsoft.com/office/drawing/2014/main" id="{293E1DFB-6790-426C-A7E0-8258CB5DE493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2">
                    <a:extLst>
                      <a:ext uri="{28A0092B-C50C-407E-A947-70E740481C1C}">
                        <a14:useLocalDpi xmlns:a14="http://schemas.microsoft.com/office/drawing/2010/main" val="0"/>
                      </a:ext>
                      <a:ext uri="{96DAC541-7B7A-43D3-8B79-37D633B846F1}">
                        <asvg:svgBlip xmlns:asvg="http://schemas.microsoft.com/office/drawing/2016/SVG/main" r:embed="rId3"/>
                      </a:ext>
                    </a:extLst>
                  </a:blip>
                  <a:stretch>
                    <a:fillRect/>
                  </a:stretch>
                </p:blipFill>
                <p:spPr>
                  <a:xfrm rot="1655070">
                    <a:off x="1595436" y="4162425"/>
                    <a:ext cx="304800" cy="304800"/>
                  </a:xfrm>
                  <a:prstGeom prst="rect">
                    <a:avLst/>
                  </a:prstGeom>
                </p:spPr>
              </p:pic>
              <p:pic>
                <p:nvPicPr>
                  <p:cNvPr id="63" name="图形 62">
                    <a:extLst>
                      <a:ext uri="{FF2B5EF4-FFF2-40B4-BE49-F238E27FC236}">
                        <a16:creationId xmlns:a16="http://schemas.microsoft.com/office/drawing/2014/main" id="{B8471048-E0E2-4684-A14C-7B50A57E34D2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2">
                    <a:extLst>
                      <a:ext uri="{28A0092B-C50C-407E-A947-70E740481C1C}">
                        <a14:useLocalDpi xmlns:a14="http://schemas.microsoft.com/office/drawing/2010/main" val="0"/>
                      </a:ext>
                      <a:ext uri="{96DAC541-7B7A-43D3-8B79-37D633B846F1}">
                        <asvg:svgBlip xmlns:asvg="http://schemas.microsoft.com/office/drawing/2016/SVG/main" r:embed="rId3"/>
                      </a:ext>
                    </a:extLst>
                  </a:blip>
                  <a:stretch>
                    <a:fillRect/>
                  </a:stretch>
                </p:blipFill>
                <p:spPr>
                  <a:xfrm rot="21006918">
                    <a:off x="2914651" y="2466976"/>
                    <a:ext cx="304800" cy="304800"/>
                  </a:xfrm>
                  <a:prstGeom prst="rect">
                    <a:avLst/>
                  </a:prstGeom>
                </p:spPr>
              </p:pic>
              <p:sp>
                <p:nvSpPr>
                  <p:cNvPr id="98" name="文本框 97">
                    <a:extLst>
                      <a:ext uri="{FF2B5EF4-FFF2-40B4-BE49-F238E27FC236}">
                        <a16:creationId xmlns:a16="http://schemas.microsoft.com/office/drawing/2014/main" id="{B9098337-EE3D-4FCE-8C59-0A1EC35E5B32}"/>
                      </a:ext>
                    </a:extLst>
                  </p:cNvPr>
                  <p:cNvSpPr txBox="1"/>
                  <p:nvPr/>
                </p:nvSpPr>
                <p:spPr>
                  <a:xfrm>
                    <a:off x="2995449" y="2033751"/>
                    <a:ext cx="463588" cy="276999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altLang="zh-CN" sz="1200" dirty="0"/>
                      <a:t>10.9</a:t>
                    </a:r>
                    <a:endParaRPr lang="zh-CN" altLang="en-US" sz="1200" dirty="0"/>
                  </a:p>
                </p:txBody>
              </p:sp>
              <p:sp>
                <p:nvSpPr>
                  <p:cNvPr id="99" name="文本框 98">
                    <a:extLst>
                      <a:ext uri="{FF2B5EF4-FFF2-40B4-BE49-F238E27FC236}">
                        <a16:creationId xmlns:a16="http://schemas.microsoft.com/office/drawing/2014/main" id="{7F53AB8B-7E9A-46C7-ADE4-EBCC479F18F1}"/>
                      </a:ext>
                    </a:extLst>
                  </p:cNvPr>
                  <p:cNvSpPr txBox="1"/>
                  <p:nvPr/>
                </p:nvSpPr>
                <p:spPr>
                  <a:xfrm>
                    <a:off x="3224049" y="2703785"/>
                    <a:ext cx="463588" cy="276999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altLang="zh-CN" sz="1200" dirty="0"/>
                      <a:t>12.4</a:t>
                    </a:r>
                    <a:endParaRPr lang="zh-CN" altLang="en-US" sz="1200" dirty="0"/>
                  </a:p>
                </p:txBody>
              </p:sp>
              <p:sp>
                <p:nvSpPr>
                  <p:cNvPr id="100" name="文本框 99">
                    <a:extLst>
                      <a:ext uri="{FF2B5EF4-FFF2-40B4-BE49-F238E27FC236}">
                        <a16:creationId xmlns:a16="http://schemas.microsoft.com/office/drawing/2014/main" id="{11BDCE6B-4488-4D51-9D50-2F3A050C58F6}"/>
                      </a:ext>
                    </a:extLst>
                  </p:cNvPr>
                  <p:cNvSpPr txBox="1"/>
                  <p:nvPr/>
                </p:nvSpPr>
                <p:spPr>
                  <a:xfrm>
                    <a:off x="4067504" y="2798378"/>
                    <a:ext cx="463588" cy="276999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altLang="zh-CN" sz="1200" dirty="0"/>
                      <a:t>15.1</a:t>
                    </a:r>
                    <a:endParaRPr lang="zh-CN" altLang="en-US" sz="1200" dirty="0"/>
                  </a:p>
                </p:txBody>
              </p:sp>
              <p:sp>
                <p:nvSpPr>
                  <p:cNvPr id="101" name="文本框 100">
                    <a:extLst>
                      <a:ext uri="{FF2B5EF4-FFF2-40B4-BE49-F238E27FC236}">
                        <a16:creationId xmlns:a16="http://schemas.microsoft.com/office/drawing/2014/main" id="{11953BC8-EF24-4B44-B2E1-05947704E032}"/>
                      </a:ext>
                    </a:extLst>
                  </p:cNvPr>
                  <p:cNvSpPr txBox="1"/>
                  <p:nvPr/>
                </p:nvSpPr>
                <p:spPr>
                  <a:xfrm>
                    <a:off x="3231931" y="3074274"/>
                    <a:ext cx="463588" cy="276999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altLang="zh-CN" sz="1200" dirty="0"/>
                      <a:t>10.2</a:t>
                    </a:r>
                    <a:endParaRPr lang="zh-CN" altLang="en-US" sz="1200" dirty="0"/>
                  </a:p>
                </p:txBody>
              </p:sp>
              <p:sp>
                <p:nvSpPr>
                  <p:cNvPr id="102" name="文本框 101">
                    <a:extLst>
                      <a:ext uri="{FF2B5EF4-FFF2-40B4-BE49-F238E27FC236}">
                        <a16:creationId xmlns:a16="http://schemas.microsoft.com/office/drawing/2014/main" id="{F059EC5B-657B-4EB8-A90C-D7EFB1F8A0EB}"/>
                      </a:ext>
                    </a:extLst>
                  </p:cNvPr>
                  <p:cNvSpPr txBox="1"/>
                  <p:nvPr/>
                </p:nvSpPr>
                <p:spPr>
                  <a:xfrm>
                    <a:off x="2333297" y="2632840"/>
                    <a:ext cx="463588" cy="276999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altLang="zh-CN" sz="1200" dirty="0"/>
                      <a:t>15.9</a:t>
                    </a:r>
                    <a:endParaRPr lang="zh-CN" altLang="en-US" sz="1200" dirty="0"/>
                  </a:p>
                </p:txBody>
              </p:sp>
              <p:sp>
                <p:nvSpPr>
                  <p:cNvPr id="103" name="文本框 102">
                    <a:extLst>
                      <a:ext uri="{FF2B5EF4-FFF2-40B4-BE49-F238E27FC236}">
                        <a16:creationId xmlns:a16="http://schemas.microsoft.com/office/drawing/2014/main" id="{D54101A5-30D6-40C2-ACE5-C2C54FB9CFDE}"/>
                      </a:ext>
                    </a:extLst>
                  </p:cNvPr>
                  <p:cNvSpPr txBox="1"/>
                  <p:nvPr/>
                </p:nvSpPr>
                <p:spPr>
                  <a:xfrm>
                    <a:off x="2609194" y="3665481"/>
                    <a:ext cx="463588" cy="276999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altLang="zh-CN" sz="1200" dirty="0"/>
                      <a:t>10.9</a:t>
                    </a:r>
                    <a:endParaRPr lang="zh-CN" altLang="en-US" sz="1200" dirty="0"/>
                  </a:p>
                </p:txBody>
              </p:sp>
              <p:sp>
                <p:nvSpPr>
                  <p:cNvPr id="104" name="文本框 103">
                    <a:extLst>
                      <a:ext uri="{FF2B5EF4-FFF2-40B4-BE49-F238E27FC236}">
                        <a16:creationId xmlns:a16="http://schemas.microsoft.com/office/drawing/2014/main" id="{03033CC4-12C2-432B-881A-420C34CDAE33}"/>
                      </a:ext>
                    </a:extLst>
                  </p:cNvPr>
                  <p:cNvSpPr txBox="1"/>
                  <p:nvPr/>
                </p:nvSpPr>
                <p:spPr>
                  <a:xfrm>
                    <a:off x="1749973" y="3555122"/>
                    <a:ext cx="381836" cy="276999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altLang="zh-CN" sz="1200" dirty="0"/>
                      <a:t>1.8</a:t>
                    </a:r>
                    <a:endParaRPr lang="zh-CN" altLang="en-US" sz="1200" dirty="0"/>
                  </a:p>
                </p:txBody>
              </p:sp>
              <p:sp>
                <p:nvSpPr>
                  <p:cNvPr id="105" name="文本框 104">
                    <a:extLst>
                      <a:ext uri="{FF2B5EF4-FFF2-40B4-BE49-F238E27FC236}">
                        <a16:creationId xmlns:a16="http://schemas.microsoft.com/office/drawing/2014/main" id="{6AAD5B44-FB48-4A20-A1E6-A63FD482A764}"/>
                      </a:ext>
                    </a:extLst>
                  </p:cNvPr>
                  <p:cNvSpPr txBox="1"/>
                  <p:nvPr/>
                </p:nvSpPr>
                <p:spPr>
                  <a:xfrm>
                    <a:off x="1749973" y="2956032"/>
                    <a:ext cx="381836" cy="276999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altLang="zh-CN" sz="1200" dirty="0"/>
                      <a:t>2.9</a:t>
                    </a:r>
                    <a:endParaRPr lang="zh-CN" altLang="en-US" sz="1200" dirty="0"/>
                  </a:p>
                </p:txBody>
              </p:sp>
              <p:cxnSp>
                <p:nvCxnSpPr>
                  <p:cNvPr id="164" name="直接箭头连接符 163">
                    <a:extLst>
                      <a:ext uri="{FF2B5EF4-FFF2-40B4-BE49-F238E27FC236}">
                        <a16:creationId xmlns:a16="http://schemas.microsoft.com/office/drawing/2014/main" id="{E5FA470C-DB25-4210-B1BB-4D29E236E97E}"/>
                      </a:ext>
                    </a:extLst>
                  </p:cNvPr>
                  <p:cNvCxnSpPr>
                    <a:cxnSpLocks/>
                    <a:stCxn id="50" idx="1"/>
                    <a:endCxn id="51" idx="2"/>
                  </p:cNvCxnSpPr>
                  <p:nvPr/>
                </p:nvCxnSpPr>
                <p:spPr>
                  <a:xfrm flipH="1">
                    <a:off x="1979724" y="1776413"/>
                    <a:ext cx="882539" cy="740509"/>
                  </a:xfrm>
                  <a:prstGeom prst="straightConnector1">
                    <a:avLst/>
                  </a:prstGeom>
                  <a:ln>
                    <a:prstDash val="dash"/>
                    <a:headEnd type="triangle"/>
                    <a:tailEnd type="triangle"/>
                  </a:ln>
                </p:spPr>
                <p:style>
                  <a:lnRef idx="2">
                    <a:schemeClr val="accent4"/>
                  </a:lnRef>
                  <a:fillRef idx="0">
                    <a:schemeClr val="accent4"/>
                  </a:fillRef>
                  <a:effectRef idx="1">
                    <a:schemeClr val="accent4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175" name="文本框 174">
                  <a:extLst>
                    <a:ext uri="{FF2B5EF4-FFF2-40B4-BE49-F238E27FC236}">
                      <a16:creationId xmlns:a16="http://schemas.microsoft.com/office/drawing/2014/main" id="{C128DD21-751E-46D0-BA83-32DF0302EA58}"/>
                    </a:ext>
                  </a:extLst>
                </p:cNvPr>
                <p:cNvSpPr txBox="1"/>
                <p:nvPr/>
              </p:nvSpPr>
              <p:spPr>
                <a:xfrm>
                  <a:off x="1340069" y="2144108"/>
                  <a:ext cx="381836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CN" sz="1200" dirty="0"/>
                    <a:t>1.1</a:t>
                  </a:r>
                  <a:endParaRPr lang="zh-CN" altLang="en-US" sz="1200" dirty="0"/>
                </a:p>
              </p:txBody>
            </p:sp>
          </p:grpSp>
          <p:grpSp>
            <p:nvGrpSpPr>
              <p:cNvPr id="179" name="组合 178">
                <a:extLst>
                  <a:ext uri="{FF2B5EF4-FFF2-40B4-BE49-F238E27FC236}">
                    <a16:creationId xmlns:a16="http://schemas.microsoft.com/office/drawing/2014/main" id="{55143A0F-B74E-4CFD-AC1C-AECC8D968CCB}"/>
                  </a:ext>
                </a:extLst>
              </p:cNvPr>
              <p:cNvGrpSpPr/>
              <p:nvPr/>
            </p:nvGrpSpPr>
            <p:grpSpPr>
              <a:xfrm>
                <a:off x="4658546" y="1746031"/>
                <a:ext cx="2968024" cy="2628572"/>
                <a:chOff x="4669712" y="1962972"/>
                <a:chExt cx="3225036" cy="2843212"/>
              </a:xfrm>
            </p:grpSpPr>
            <p:grpSp>
              <p:nvGrpSpPr>
                <p:cNvPr id="112" name="组合 111">
                  <a:extLst>
                    <a:ext uri="{FF2B5EF4-FFF2-40B4-BE49-F238E27FC236}">
                      <a16:creationId xmlns:a16="http://schemas.microsoft.com/office/drawing/2014/main" id="{0371B848-9B4B-4B95-8E97-C0E5D46DF0F1}"/>
                    </a:ext>
                  </a:extLst>
                </p:cNvPr>
                <p:cNvGrpSpPr/>
                <p:nvPr/>
              </p:nvGrpSpPr>
              <p:grpSpPr>
                <a:xfrm>
                  <a:off x="4669712" y="1962972"/>
                  <a:ext cx="3225036" cy="2843212"/>
                  <a:chOff x="1595436" y="1624013"/>
                  <a:chExt cx="3225036" cy="2843212"/>
                </a:xfrm>
              </p:grpSpPr>
              <p:cxnSp>
                <p:nvCxnSpPr>
                  <p:cNvPr id="113" name="直接箭头连接符 112">
                    <a:extLst>
                      <a:ext uri="{FF2B5EF4-FFF2-40B4-BE49-F238E27FC236}">
                        <a16:creationId xmlns:a16="http://schemas.microsoft.com/office/drawing/2014/main" id="{54131256-8AB3-408A-AFB1-39A1392A6D0F}"/>
                      </a:ext>
                    </a:extLst>
                  </p:cNvPr>
                  <p:cNvCxnSpPr>
                    <a:cxnSpLocks/>
                    <a:stCxn id="122" idx="1"/>
                    <a:endCxn id="123" idx="1"/>
                  </p:cNvCxnSpPr>
                  <p:nvPr/>
                </p:nvCxnSpPr>
                <p:spPr>
                  <a:xfrm>
                    <a:off x="1969355" y="2732199"/>
                    <a:ext cx="428089" cy="543476"/>
                  </a:xfrm>
                  <a:prstGeom prst="straightConnector1">
                    <a:avLst/>
                  </a:prstGeom>
                  <a:ln>
                    <a:prstDash val="dash"/>
                    <a:headEnd type="triangle"/>
                    <a:tailEnd type="triangle"/>
                  </a:ln>
                </p:spPr>
                <p:style>
                  <a:lnRef idx="2">
                    <a:schemeClr val="accent4"/>
                  </a:lnRef>
                  <a:fillRef idx="0">
                    <a:schemeClr val="accent4"/>
                  </a:fillRef>
                  <a:effectRef idx="1">
                    <a:schemeClr val="accent4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14" name="直接箭头连接符 113">
                    <a:extLst>
                      <a:ext uri="{FF2B5EF4-FFF2-40B4-BE49-F238E27FC236}">
                        <a16:creationId xmlns:a16="http://schemas.microsoft.com/office/drawing/2014/main" id="{AFC152EF-4107-4360-865C-25C5FCB1300C}"/>
                      </a:ext>
                    </a:extLst>
                  </p:cNvPr>
                  <p:cNvCxnSpPr>
                    <a:cxnSpLocks/>
                    <a:stCxn id="124" idx="3"/>
                    <a:endCxn id="128" idx="2"/>
                  </p:cNvCxnSpPr>
                  <p:nvPr/>
                </p:nvCxnSpPr>
                <p:spPr>
                  <a:xfrm flipH="1" flipV="1">
                    <a:off x="3093213" y="2769514"/>
                    <a:ext cx="328184" cy="832960"/>
                  </a:xfrm>
                  <a:prstGeom prst="straightConnector1">
                    <a:avLst/>
                  </a:prstGeom>
                  <a:ln>
                    <a:prstDash val="dash"/>
                    <a:headEnd type="triangle"/>
                    <a:tailEnd type="triangle"/>
                  </a:ln>
                </p:spPr>
                <p:style>
                  <a:lnRef idx="2">
                    <a:schemeClr val="accent4"/>
                  </a:lnRef>
                  <a:fillRef idx="0">
                    <a:schemeClr val="accent4"/>
                  </a:fillRef>
                  <a:effectRef idx="1">
                    <a:schemeClr val="accent4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15" name="直接箭头连接符 114">
                    <a:extLst>
                      <a:ext uri="{FF2B5EF4-FFF2-40B4-BE49-F238E27FC236}">
                        <a16:creationId xmlns:a16="http://schemas.microsoft.com/office/drawing/2014/main" id="{49BEC858-A296-408A-A791-711AA02023A7}"/>
                      </a:ext>
                    </a:extLst>
                  </p:cNvPr>
                  <p:cNvCxnSpPr>
                    <a:cxnSpLocks/>
                    <a:stCxn id="125" idx="1"/>
                    <a:endCxn id="126" idx="3"/>
                  </p:cNvCxnSpPr>
                  <p:nvPr/>
                </p:nvCxnSpPr>
                <p:spPr>
                  <a:xfrm flipH="1">
                    <a:off x="3951726" y="2643189"/>
                    <a:ext cx="563946" cy="102425"/>
                  </a:xfrm>
                  <a:prstGeom prst="straightConnector1">
                    <a:avLst/>
                  </a:prstGeom>
                  <a:ln>
                    <a:headEnd type="triangle"/>
                    <a:tailEnd type="triangle"/>
                  </a:ln>
                </p:spPr>
                <p:style>
                  <a:lnRef idx="2">
                    <a:schemeClr val="accent6"/>
                  </a:lnRef>
                  <a:fillRef idx="0">
                    <a:schemeClr val="accent6"/>
                  </a:fillRef>
                  <a:effectRef idx="1">
                    <a:schemeClr val="accent6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16" name="直接箭头连接符 115">
                    <a:extLst>
                      <a:ext uri="{FF2B5EF4-FFF2-40B4-BE49-F238E27FC236}">
                        <a16:creationId xmlns:a16="http://schemas.microsoft.com/office/drawing/2014/main" id="{81013CFE-CA79-46CE-B3D7-FD4FD4BC5437}"/>
                      </a:ext>
                    </a:extLst>
                  </p:cNvPr>
                  <p:cNvCxnSpPr>
                    <a:cxnSpLocks/>
                    <a:stCxn id="126" idx="1"/>
                    <a:endCxn id="128" idx="3"/>
                  </p:cNvCxnSpPr>
                  <p:nvPr/>
                </p:nvCxnSpPr>
                <p:spPr>
                  <a:xfrm flipH="1" flipV="1">
                    <a:off x="3217189" y="2593214"/>
                    <a:ext cx="429737" cy="152400"/>
                  </a:xfrm>
                  <a:prstGeom prst="straightConnector1">
                    <a:avLst/>
                  </a:prstGeom>
                  <a:ln>
                    <a:headEnd type="triangle"/>
                    <a:tailEnd type="triangle"/>
                  </a:ln>
                </p:spPr>
                <p:style>
                  <a:lnRef idx="2">
                    <a:schemeClr val="accent6"/>
                  </a:lnRef>
                  <a:fillRef idx="0">
                    <a:schemeClr val="accent6"/>
                  </a:fillRef>
                  <a:effectRef idx="1">
                    <a:schemeClr val="accent6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17" name="直接箭头连接符 116">
                    <a:extLst>
                      <a:ext uri="{FF2B5EF4-FFF2-40B4-BE49-F238E27FC236}">
                        <a16:creationId xmlns:a16="http://schemas.microsoft.com/office/drawing/2014/main" id="{5C7E58C1-BDF8-4652-9D1E-F72F3CB1BDD2}"/>
                      </a:ext>
                    </a:extLst>
                  </p:cNvPr>
                  <p:cNvCxnSpPr>
                    <a:cxnSpLocks/>
                    <a:stCxn id="121" idx="2"/>
                  </p:cNvCxnSpPr>
                  <p:nvPr/>
                </p:nvCxnSpPr>
                <p:spPr>
                  <a:xfrm>
                    <a:off x="3014663" y="1928813"/>
                    <a:ext cx="29527" cy="540067"/>
                  </a:xfrm>
                  <a:prstGeom prst="straightConnector1">
                    <a:avLst/>
                  </a:prstGeom>
                  <a:ln>
                    <a:prstDash val="dash"/>
                    <a:headEnd type="triangle"/>
                    <a:tailEnd type="triangle"/>
                  </a:ln>
                </p:spPr>
                <p:style>
                  <a:lnRef idx="2">
                    <a:schemeClr val="accent4"/>
                  </a:lnRef>
                  <a:fillRef idx="0">
                    <a:schemeClr val="accent4"/>
                  </a:fillRef>
                  <a:effectRef idx="1">
                    <a:schemeClr val="accent4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18" name="直接箭头连接符 117">
                    <a:extLst>
                      <a:ext uri="{FF2B5EF4-FFF2-40B4-BE49-F238E27FC236}">
                        <a16:creationId xmlns:a16="http://schemas.microsoft.com/office/drawing/2014/main" id="{10FBB8C8-B010-4273-973F-D393429B08C4}"/>
                      </a:ext>
                    </a:extLst>
                  </p:cNvPr>
                  <p:cNvCxnSpPr>
                    <a:cxnSpLocks/>
                    <a:stCxn id="123" idx="2"/>
                    <a:endCxn id="127" idx="0"/>
                  </p:cNvCxnSpPr>
                  <p:nvPr/>
                </p:nvCxnSpPr>
                <p:spPr>
                  <a:xfrm flipH="1">
                    <a:off x="1818406" y="3484244"/>
                    <a:ext cx="633357" cy="695504"/>
                  </a:xfrm>
                  <a:prstGeom prst="straightConnector1">
                    <a:avLst/>
                  </a:prstGeom>
                  <a:ln>
                    <a:prstDash val="dash"/>
                    <a:headEnd type="triangle"/>
                    <a:tailEnd type="triangle"/>
                  </a:ln>
                </p:spPr>
                <p:style>
                  <a:lnRef idx="2">
                    <a:schemeClr val="accent4"/>
                  </a:lnRef>
                  <a:fillRef idx="0">
                    <a:schemeClr val="accent4"/>
                  </a:fillRef>
                  <a:effectRef idx="1">
                    <a:schemeClr val="accent4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19" name="直接箭头连接符 118">
                    <a:extLst>
                      <a:ext uri="{FF2B5EF4-FFF2-40B4-BE49-F238E27FC236}">
                        <a16:creationId xmlns:a16="http://schemas.microsoft.com/office/drawing/2014/main" id="{88B9B182-78DC-4AF3-951D-B621C072B539}"/>
                      </a:ext>
                    </a:extLst>
                  </p:cNvPr>
                  <p:cNvCxnSpPr>
                    <a:cxnSpLocks/>
                    <a:stCxn id="123" idx="3"/>
                    <a:endCxn id="124" idx="0"/>
                  </p:cNvCxnSpPr>
                  <p:nvPr/>
                </p:nvCxnSpPr>
                <p:spPr>
                  <a:xfrm>
                    <a:off x="2660332" y="3429925"/>
                    <a:ext cx="559208" cy="248080"/>
                  </a:xfrm>
                  <a:prstGeom prst="straightConnector1">
                    <a:avLst/>
                  </a:prstGeom>
                  <a:ln>
                    <a:prstDash val="dash"/>
                    <a:headEnd type="triangle"/>
                    <a:tailEnd type="triangle"/>
                  </a:ln>
                </p:spPr>
                <p:style>
                  <a:lnRef idx="2">
                    <a:schemeClr val="accent4"/>
                  </a:lnRef>
                  <a:fillRef idx="0">
                    <a:schemeClr val="accent4"/>
                  </a:fillRef>
                  <a:effectRef idx="1">
                    <a:schemeClr val="accent4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20" name="直接箭头连接符 119">
                    <a:extLst>
                      <a:ext uri="{FF2B5EF4-FFF2-40B4-BE49-F238E27FC236}">
                        <a16:creationId xmlns:a16="http://schemas.microsoft.com/office/drawing/2014/main" id="{F2D02902-1885-4112-8D32-1F2689D62942}"/>
                      </a:ext>
                    </a:extLst>
                  </p:cNvPr>
                  <p:cNvCxnSpPr>
                    <a:cxnSpLocks/>
                    <a:stCxn id="123" idx="0"/>
                    <a:endCxn id="128" idx="1"/>
                  </p:cNvCxnSpPr>
                  <p:nvPr/>
                </p:nvCxnSpPr>
                <p:spPr>
                  <a:xfrm flipV="1">
                    <a:off x="2606013" y="2645538"/>
                    <a:ext cx="310900" cy="575818"/>
                  </a:xfrm>
                  <a:prstGeom prst="straightConnector1">
                    <a:avLst/>
                  </a:prstGeom>
                  <a:ln>
                    <a:headEnd type="triangle"/>
                    <a:tailEnd type="triangle"/>
                  </a:ln>
                </p:spPr>
                <p:style>
                  <a:lnRef idx="2">
                    <a:schemeClr val="accent6"/>
                  </a:lnRef>
                  <a:fillRef idx="0">
                    <a:schemeClr val="accent6"/>
                  </a:fillRef>
                  <a:effectRef idx="1">
                    <a:schemeClr val="accent6"/>
                  </a:effectRef>
                  <a:fontRef idx="minor">
                    <a:schemeClr val="tx1"/>
                  </a:fontRef>
                </p:style>
              </p:cxnSp>
              <p:pic>
                <p:nvPicPr>
                  <p:cNvPr id="121" name="图形 120">
                    <a:extLst>
                      <a:ext uri="{FF2B5EF4-FFF2-40B4-BE49-F238E27FC236}">
                        <a16:creationId xmlns:a16="http://schemas.microsoft.com/office/drawing/2014/main" id="{6625F89E-DDCA-4B7E-9B4E-BC3F315C6B9F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2">
                    <a:extLst>
                      <a:ext uri="{28A0092B-C50C-407E-A947-70E740481C1C}">
                        <a14:useLocalDpi xmlns:a14="http://schemas.microsoft.com/office/drawing/2010/main" val="0"/>
                      </a:ext>
                      <a:ext uri="{96DAC541-7B7A-43D3-8B79-37D633B846F1}">
                        <asvg:svgBlip xmlns:asvg="http://schemas.microsoft.com/office/drawing/2016/SVG/main" r:embed="rId3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2862263" y="1624013"/>
                    <a:ext cx="304800" cy="304800"/>
                  </a:xfrm>
                  <a:prstGeom prst="rect">
                    <a:avLst/>
                  </a:prstGeom>
                </p:spPr>
              </p:pic>
              <p:pic>
                <p:nvPicPr>
                  <p:cNvPr id="122" name="图形 121">
                    <a:extLst>
                      <a:ext uri="{FF2B5EF4-FFF2-40B4-BE49-F238E27FC236}">
                        <a16:creationId xmlns:a16="http://schemas.microsoft.com/office/drawing/2014/main" id="{9302A102-4755-48C4-9658-15F26A02D678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2">
                    <a:extLst>
                      <a:ext uri="{28A0092B-C50C-407E-A947-70E740481C1C}">
                        <a14:useLocalDpi xmlns:a14="http://schemas.microsoft.com/office/drawing/2010/main" val="0"/>
                      </a:ext>
                      <a:ext uri="{96DAC541-7B7A-43D3-8B79-37D633B846F1}">
                        <asvg:svgBlip xmlns:asvg="http://schemas.microsoft.com/office/drawing/2016/SVG/main" r:embed="rId3"/>
                      </a:ext>
                    </a:extLst>
                  </a:blip>
                  <a:stretch>
                    <a:fillRect/>
                  </a:stretch>
                </p:blipFill>
                <p:spPr>
                  <a:xfrm rot="13665447">
                    <a:off x="1714501" y="2466976"/>
                    <a:ext cx="304800" cy="304800"/>
                  </a:xfrm>
                  <a:prstGeom prst="rect">
                    <a:avLst/>
                  </a:prstGeom>
                </p:spPr>
              </p:pic>
              <p:pic>
                <p:nvPicPr>
                  <p:cNvPr id="123" name="图形 122">
                    <a:extLst>
                      <a:ext uri="{FF2B5EF4-FFF2-40B4-BE49-F238E27FC236}">
                        <a16:creationId xmlns:a16="http://schemas.microsoft.com/office/drawing/2014/main" id="{2D7164C8-6A9F-40C3-B561-EB37ED8FADD3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2">
                    <a:extLst>
                      <a:ext uri="{28A0092B-C50C-407E-A947-70E740481C1C}">
                        <a14:useLocalDpi xmlns:a14="http://schemas.microsoft.com/office/drawing/2010/main" val="0"/>
                      </a:ext>
                      <a:ext uri="{96DAC541-7B7A-43D3-8B79-37D633B846F1}">
                        <asvg:svgBlip xmlns:asvg="http://schemas.microsoft.com/office/drawing/2016/SVG/main" r:embed="rId3"/>
                      </a:ext>
                    </a:extLst>
                  </a:blip>
                  <a:stretch>
                    <a:fillRect/>
                  </a:stretch>
                </p:blipFill>
                <p:spPr>
                  <a:xfrm rot="1824148">
                    <a:off x="2376488" y="3200400"/>
                    <a:ext cx="304800" cy="304800"/>
                  </a:xfrm>
                  <a:prstGeom prst="rect">
                    <a:avLst/>
                  </a:prstGeom>
                </p:spPr>
              </p:pic>
              <p:pic>
                <p:nvPicPr>
                  <p:cNvPr id="124" name="图形 123">
                    <a:extLst>
                      <a:ext uri="{FF2B5EF4-FFF2-40B4-BE49-F238E27FC236}">
                        <a16:creationId xmlns:a16="http://schemas.microsoft.com/office/drawing/2014/main" id="{DAC53B6D-6B27-4A37-960D-58A6ED07224D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2">
                    <a:extLst>
                      <a:ext uri="{28A0092B-C50C-407E-A947-70E740481C1C}">
                        <a14:useLocalDpi xmlns:a14="http://schemas.microsoft.com/office/drawing/2010/main" val="0"/>
                      </a:ext>
                      <a:ext uri="{96DAC541-7B7A-43D3-8B79-37D633B846F1}">
                        <asvg:svgBlip xmlns:asvg="http://schemas.microsoft.com/office/drawing/2016/SVG/main" r:embed="rId3"/>
                      </a:ext>
                    </a:extLst>
                  </a:blip>
                  <a:stretch>
                    <a:fillRect/>
                  </a:stretch>
                </p:blipFill>
                <p:spPr>
                  <a:xfrm rot="17669112">
                    <a:off x="3205834" y="3588768"/>
                    <a:ext cx="304800" cy="304800"/>
                  </a:xfrm>
                  <a:prstGeom prst="rect">
                    <a:avLst/>
                  </a:prstGeom>
                </p:spPr>
              </p:pic>
              <p:pic>
                <p:nvPicPr>
                  <p:cNvPr id="125" name="图形 124">
                    <a:extLst>
                      <a:ext uri="{FF2B5EF4-FFF2-40B4-BE49-F238E27FC236}">
                        <a16:creationId xmlns:a16="http://schemas.microsoft.com/office/drawing/2014/main" id="{622488AD-01EC-435A-8EDE-B123E56F8C73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2">
                    <a:extLst>
                      <a:ext uri="{28A0092B-C50C-407E-A947-70E740481C1C}">
                        <a14:useLocalDpi xmlns:a14="http://schemas.microsoft.com/office/drawing/2010/main" val="0"/>
                      </a:ext>
                      <a:ext uri="{96DAC541-7B7A-43D3-8B79-37D633B846F1}">
                        <asvg:svgBlip xmlns:asvg="http://schemas.microsoft.com/office/drawing/2016/SVG/main" r:embed="rId3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4515672" y="2490789"/>
                    <a:ext cx="304800" cy="304800"/>
                  </a:xfrm>
                  <a:prstGeom prst="rect">
                    <a:avLst/>
                  </a:prstGeom>
                </p:spPr>
              </p:pic>
              <p:pic>
                <p:nvPicPr>
                  <p:cNvPr id="126" name="图形 125">
                    <a:extLst>
                      <a:ext uri="{FF2B5EF4-FFF2-40B4-BE49-F238E27FC236}">
                        <a16:creationId xmlns:a16="http://schemas.microsoft.com/office/drawing/2014/main" id="{80D0D63A-8599-4023-AD7C-E8E6AE3D7331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2">
                    <a:extLst>
                      <a:ext uri="{28A0092B-C50C-407E-A947-70E740481C1C}">
                        <a14:useLocalDpi xmlns:a14="http://schemas.microsoft.com/office/drawing/2010/main" val="0"/>
                      </a:ext>
                      <a:ext uri="{96DAC541-7B7A-43D3-8B79-37D633B846F1}">
                        <asvg:svgBlip xmlns:asvg="http://schemas.microsoft.com/office/drawing/2016/SVG/main" r:embed="rId3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3646926" y="2593214"/>
                    <a:ext cx="304800" cy="304800"/>
                  </a:xfrm>
                  <a:prstGeom prst="rect">
                    <a:avLst/>
                  </a:prstGeom>
                </p:spPr>
              </p:pic>
              <p:pic>
                <p:nvPicPr>
                  <p:cNvPr id="127" name="图形 126">
                    <a:extLst>
                      <a:ext uri="{FF2B5EF4-FFF2-40B4-BE49-F238E27FC236}">
                        <a16:creationId xmlns:a16="http://schemas.microsoft.com/office/drawing/2014/main" id="{7F1A713D-BDBE-440B-AE0A-207564D9960B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2">
                    <a:extLst>
                      <a:ext uri="{28A0092B-C50C-407E-A947-70E740481C1C}">
                        <a14:useLocalDpi xmlns:a14="http://schemas.microsoft.com/office/drawing/2010/main" val="0"/>
                      </a:ext>
                      <a:ext uri="{96DAC541-7B7A-43D3-8B79-37D633B846F1}">
                        <asvg:svgBlip xmlns:asvg="http://schemas.microsoft.com/office/drawing/2016/SVG/main" r:embed="rId3"/>
                      </a:ext>
                    </a:extLst>
                  </a:blip>
                  <a:stretch>
                    <a:fillRect/>
                  </a:stretch>
                </p:blipFill>
                <p:spPr>
                  <a:xfrm rot="1655070">
                    <a:off x="1595436" y="4162425"/>
                    <a:ext cx="304800" cy="304800"/>
                  </a:xfrm>
                  <a:prstGeom prst="rect">
                    <a:avLst/>
                  </a:prstGeom>
                </p:spPr>
              </p:pic>
              <p:pic>
                <p:nvPicPr>
                  <p:cNvPr id="128" name="图形 127">
                    <a:extLst>
                      <a:ext uri="{FF2B5EF4-FFF2-40B4-BE49-F238E27FC236}">
                        <a16:creationId xmlns:a16="http://schemas.microsoft.com/office/drawing/2014/main" id="{C17B1EED-FA4A-4BC9-8E5B-9936EA798E44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2">
                    <a:extLst>
                      <a:ext uri="{28A0092B-C50C-407E-A947-70E740481C1C}">
                        <a14:useLocalDpi xmlns:a14="http://schemas.microsoft.com/office/drawing/2010/main" val="0"/>
                      </a:ext>
                      <a:ext uri="{96DAC541-7B7A-43D3-8B79-37D633B846F1}">
                        <asvg:svgBlip xmlns:asvg="http://schemas.microsoft.com/office/drawing/2016/SVG/main" r:embed="rId3"/>
                      </a:ext>
                    </a:extLst>
                  </a:blip>
                  <a:stretch>
                    <a:fillRect/>
                  </a:stretch>
                </p:blipFill>
                <p:spPr>
                  <a:xfrm rot="21006918">
                    <a:off x="2914651" y="2466976"/>
                    <a:ext cx="304800" cy="304800"/>
                  </a:xfrm>
                  <a:prstGeom prst="rect">
                    <a:avLst/>
                  </a:prstGeom>
                </p:spPr>
              </p:pic>
              <p:sp>
                <p:nvSpPr>
                  <p:cNvPr id="129" name="文本框 128">
                    <a:extLst>
                      <a:ext uri="{FF2B5EF4-FFF2-40B4-BE49-F238E27FC236}">
                        <a16:creationId xmlns:a16="http://schemas.microsoft.com/office/drawing/2014/main" id="{6C9E363C-E452-4815-8158-ADFD6E1A97F4}"/>
                      </a:ext>
                    </a:extLst>
                  </p:cNvPr>
                  <p:cNvSpPr txBox="1"/>
                  <p:nvPr/>
                </p:nvSpPr>
                <p:spPr>
                  <a:xfrm>
                    <a:off x="2995449" y="2033751"/>
                    <a:ext cx="463588" cy="276999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altLang="zh-CN" sz="1200" dirty="0"/>
                      <a:t>10.9</a:t>
                    </a:r>
                    <a:endParaRPr lang="zh-CN" altLang="en-US" sz="1200" dirty="0"/>
                  </a:p>
                </p:txBody>
              </p:sp>
              <p:sp>
                <p:nvSpPr>
                  <p:cNvPr id="130" name="文本框 129">
                    <a:extLst>
                      <a:ext uri="{FF2B5EF4-FFF2-40B4-BE49-F238E27FC236}">
                        <a16:creationId xmlns:a16="http://schemas.microsoft.com/office/drawing/2014/main" id="{D582BD3A-40D9-4552-B76E-93DAF96BFC54}"/>
                      </a:ext>
                    </a:extLst>
                  </p:cNvPr>
                  <p:cNvSpPr txBox="1"/>
                  <p:nvPr/>
                </p:nvSpPr>
                <p:spPr>
                  <a:xfrm>
                    <a:off x="3224049" y="2703785"/>
                    <a:ext cx="463588" cy="276999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altLang="zh-CN" sz="1200" dirty="0"/>
                      <a:t>12.4</a:t>
                    </a:r>
                    <a:endParaRPr lang="zh-CN" altLang="en-US" sz="1200" dirty="0"/>
                  </a:p>
                </p:txBody>
              </p:sp>
              <p:sp>
                <p:nvSpPr>
                  <p:cNvPr id="131" name="文本框 130">
                    <a:extLst>
                      <a:ext uri="{FF2B5EF4-FFF2-40B4-BE49-F238E27FC236}">
                        <a16:creationId xmlns:a16="http://schemas.microsoft.com/office/drawing/2014/main" id="{A1124415-34F4-4427-9A03-55E1871A4F7C}"/>
                      </a:ext>
                    </a:extLst>
                  </p:cNvPr>
                  <p:cNvSpPr txBox="1"/>
                  <p:nvPr/>
                </p:nvSpPr>
                <p:spPr>
                  <a:xfrm>
                    <a:off x="4067504" y="2798378"/>
                    <a:ext cx="463588" cy="276999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altLang="zh-CN" sz="1200" dirty="0"/>
                      <a:t>15.1</a:t>
                    </a:r>
                    <a:endParaRPr lang="zh-CN" altLang="en-US" sz="1200" dirty="0"/>
                  </a:p>
                </p:txBody>
              </p:sp>
              <p:sp>
                <p:nvSpPr>
                  <p:cNvPr id="132" name="文本框 131">
                    <a:extLst>
                      <a:ext uri="{FF2B5EF4-FFF2-40B4-BE49-F238E27FC236}">
                        <a16:creationId xmlns:a16="http://schemas.microsoft.com/office/drawing/2014/main" id="{7BDA0E66-5DC2-4BD9-8ED9-B9284900F37B}"/>
                      </a:ext>
                    </a:extLst>
                  </p:cNvPr>
                  <p:cNvSpPr txBox="1"/>
                  <p:nvPr/>
                </p:nvSpPr>
                <p:spPr>
                  <a:xfrm>
                    <a:off x="3231931" y="3074274"/>
                    <a:ext cx="463588" cy="276999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altLang="zh-CN" sz="1200" dirty="0"/>
                      <a:t>10.2</a:t>
                    </a:r>
                    <a:endParaRPr lang="zh-CN" altLang="en-US" sz="1200" dirty="0"/>
                  </a:p>
                </p:txBody>
              </p:sp>
              <p:sp>
                <p:nvSpPr>
                  <p:cNvPr id="133" name="文本框 132">
                    <a:extLst>
                      <a:ext uri="{FF2B5EF4-FFF2-40B4-BE49-F238E27FC236}">
                        <a16:creationId xmlns:a16="http://schemas.microsoft.com/office/drawing/2014/main" id="{872084FD-6EB2-4A66-B681-749F253A6C39}"/>
                      </a:ext>
                    </a:extLst>
                  </p:cNvPr>
                  <p:cNvSpPr txBox="1"/>
                  <p:nvPr/>
                </p:nvSpPr>
                <p:spPr>
                  <a:xfrm>
                    <a:off x="2333297" y="2632840"/>
                    <a:ext cx="463588" cy="276999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altLang="zh-CN" sz="1200" dirty="0"/>
                      <a:t>15.9</a:t>
                    </a:r>
                    <a:endParaRPr lang="zh-CN" altLang="en-US" sz="1200" dirty="0"/>
                  </a:p>
                </p:txBody>
              </p:sp>
              <p:sp>
                <p:nvSpPr>
                  <p:cNvPr id="134" name="文本框 133">
                    <a:extLst>
                      <a:ext uri="{FF2B5EF4-FFF2-40B4-BE49-F238E27FC236}">
                        <a16:creationId xmlns:a16="http://schemas.microsoft.com/office/drawing/2014/main" id="{25020881-A5CC-4531-B257-AF3300147C77}"/>
                      </a:ext>
                    </a:extLst>
                  </p:cNvPr>
                  <p:cNvSpPr txBox="1"/>
                  <p:nvPr/>
                </p:nvSpPr>
                <p:spPr>
                  <a:xfrm>
                    <a:off x="2609194" y="3665481"/>
                    <a:ext cx="463588" cy="276999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altLang="zh-CN" sz="1200" dirty="0"/>
                      <a:t>10.9</a:t>
                    </a:r>
                    <a:endParaRPr lang="zh-CN" altLang="en-US" sz="1200" dirty="0"/>
                  </a:p>
                </p:txBody>
              </p:sp>
              <p:sp>
                <p:nvSpPr>
                  <p:cNvPr id="135" name="文本框 134">
                    <a:extLst>
                      <a:ext uri="{FF2B5EF4-FFF2-40B4-BE49-F238E27FC236}">
                        <a16:creationId xmlns:a16="http://schemas.microsoft.com/office/drawing/2014/main" id="{E04FF796-CA41-4020-A360-E1E523CE3FF4}"/>
                      </a:ext>
                    </a:extLst>
                  </p:cNvPr>
                  <p:cNvSpPr txBox="1"/>
                  <p:nvPr/>
                </p:nvSpPr>
                <p:spPr>
                  <a:xfrm>
                    <a:off x="1749973" y="3555122"/>
                    <a:ext cx="381836" cy="276999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altLang="zh-CN" sz="1200" dirty="0"/>
                      <a:t>1.8</a:t>
                    </a:r>
                    <a:endParaRPr lang="zh-CN" altLang="en-US" sz="1200" dirty="0"/>
                  </a:p>
                </p:txBody>
              </p:sp>
              <p:sp>
                <p:nvSpPr>
                  <p:cNvPr id="136" name="文本框 135">
                    <a:extLst>
                      <a:ext uri="{FF2B5EF4-FFF2-40B4-BE49-F238E27FC236}">
                        <a16:creationId xmlns:a16="http://schemas.microsoft.com/office/drawing/2014/main" id="{58175890-81E0-4562-8D67-1BF4EB7D3411}"/>
                      </a:ext>
                    </a:extLst>
                  </p:cNvPr>
                  <p:cNvSpPr txBox="1"/>
                  <p:nvPr/>
                </p:nvSpPr>
                <p:spPr>
                  <a:xfrm>
                    <a:off x="1789387" y="2948150"/>
                    <a:ext cx="381836" cy="276999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altLang="zh-CN" sz="1200" dirty="0"/>
                      <a:t>2.9</a:t>
                    </a:r>
                    <a:endParaRPr lang="zh-CN" altLang="en-US" sz="1200" dirty="0"/>
                  </a:p>
                </p:txBody>
              </p:sp>
            </p:grpSp>
            <p:cxnSp>
              <p:nvCxnSpPr>
                <p:cNvPr id="167" name="直接箭头连接符 166">
                  <a:extLst>
                    <a:ext uri="{FF2B5EF4-FFF2-40B4-BE49-F238E27FC236}">
                      <a16:creationId xmlns:a16="http://schemas.microsoft.com/office/drawing/2014/main" id="{0B08751F-706F-43E3-B7F5-9B24F1B33B5E}"/>
                    </a:ext>
                  </a:extLst>
                </p:cNvPr>
                <p:cNvCxnSpPr>
                  <a:cxnSpLocks/>
                  <a:stCxn id="121" idx="1"/>
                  <a:endCxn id="122" idx="2"/>
                </p:cNvCxnSpPr>
                <p:nvPr/>
              </p:nvCxnSpPr>
              <p:spPr>
                <a:xfrm flipH="1">
                  <a:off x="5054000" y="2115372"/>
                  <a:ext cx="882539" cy="740509"/>
                </a:xfrm>
                <a:prstGeom prst="straightConnector1">
                  <a:avLst/>
                </a:prstGeom>
                <a:ln>
                  <a:prstDash val="dash"/>
                  <a:headEnd type="triangle"/>
                  <a:tailEnd type="triangle"/>
                </a:ln>
              </p:spPr>
              <p:style>
                <a:lnRef idx="2">
                  <a:schemeClr val="accent4"/>
                </a:lnRef>
                <a:fillRef idx="0">
                  <a:schemeClr val="accent4"/>
                </a:fillRef>
                <a:effectRef idx="1">
                  <a:schemeClr val="accent4"/>
                </a:effectRef>
                <a:fontRef idx="minor">
                  <a:schemeClr val="tx1"/>
                </a:fontRef>
              </p:style>
            </p:cxnSp>
            <p:sp>
              <p:nvSpPr>
                <p:cNvPr id="176" name="文本框 175">
                  <a:extLst>
                    <a:ext uri="{FF2B5EF4-FFF2-40B4-BE49-F238E27FC236}">
                      <a16:creationId xmlns:a16="http://schemas.microsoft.com/office/drawing/2014/main" id="{9E8F9FAC-E6C2-4C80-921F-A2AB530BFDBE}"/>
                    </a:ext>
                  </a:extLst>
                </p:cNvPr>
                <p:cNvSpPr txBox="1"/>
                <p:nvPr/>
              </p:nvSpPr>
              <p:spPr>
                <a:xfrm>
                  <a:off x="5320862" y="2128342"/>
                  <a:ext cx="381836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CN" sz="1200" dirty="0"/>
                    <a:t>1.1</a:t>
                  </a:r>
                  <a:endParaRPr lang="zh-CN" altLang="en-US" sz="1200" dirty="0"/>
                </a:p>
              </p:txBody>
            </p:sp>
          </p:grpSp>
          <p:grpSp>
            <p:nvGrpSpPr>
              <p:cNvPr id="180" name="组合 179">
                <a:extLst>
                  <a:ext uri="{FF2B5EF4-FFF2-40B4-BE49-F238E27FC236}">
                    <a16:creationId xmlns:a16="http://schemas.microsoft.com/office/drawing/2014/main" id="{17FA8041-DAF5-465C-B668-AAD8015FE2A7}"/>
                  </a:ext>
                </a:extLst>
              </p:cNvPr>
              <p:cNvGrpSpPr/>
              <p:nvPr/>
            </p:nvGrpSpPr>
            <p:grpSpPr>
              <a:xfrm>
                <a:off x="8707492" y="1746031"/>
                <a:ext cx="2968024" cy="2628572"/>
                <a:chOff x="8650505" y="2089097"/>
                <a:chExt cx="3225036" cy="2843212"/>
              </a:xfrm>
            </p:grpSpPr>
            <p:grpSp>
              <p:nvGrpSpPr>
                <p:cNvPr id="137" name="组合 136">
                  <a:extLst>
                    <a:ext uri="{FF2B5EF4-FFF2-40B4-BE49-F238E27FC236}">
                      <a16:creationId xmlns:a16="http://schemas.microsoft.com/office/drawing/2014/main" id="{7345A740-ED8A-47D4-B258-55BDCC0760EC}"/>
                    </a:ext>
                  </a:extLst>
                </p:cNvPr>
                <p:cNvGrpSpPr/>
                <p:nvPr/>
              </p:nvGrpSpPr>
              <p:grpSpPr>
                <a:xfrm>
                  <a:off x="8650505" y="2089097"/>
                  <a:ext cx="3225036" cy="2843212"/>
                  <a:chOff x="1595436" y="1624013"/>
                  <a:chExt cx="3225036" cy="2843212"/>
                </a:xfrm>
              </p:grpSpPr>
              <p:cxnSp>
                <p:nvCxnSpPr>
                  <p:cNvPr id="138" name="直接箭头连接符 137">
                    <a:extLst>
                      <a:ext uri="{FF2B5EF4-FFF2-40B4-BE49-F238E27FC236}">
                        <a16:creationId xmlns:a16="http://schemas.microsoft.com/office/drawing/2014/main" id="{685E30F1-496E-477D-8236-BAB959BC3FAF}"/>
                      </a:ext>
                    </a:extLst>
                  </p:cNvPr>
                  <p:cNvCxnSpPr>
                    <a:cxnSpLocks/>
                    <a:stCxn id="147" idx="1"/>
                    <a:endCxn id="148" idx="1"/>
                  </p:cNvCxnSpPr>
                  <p:nvPr/>
                </p:nvCxnSpPr>
                <p:spPr>
                  <a:xfrm>
                    <a:off x="1969355" y="2732199"/>
                    <a:ext cx="428089" cy="543476"/>
                  </a:xfrm>
                  <a:prstGeom prst="straightConnector1">
                    <a:avLst/>
                  </a:prstGeom>
                  <a:ln>
                    <a:headEnd type="triangle"/>
                    <a:tailEnd type="triangle"/>
                  </a:ln>
                </p:spPr>
                <p:style>
                  <a:lnRef idx="2">
                    <a:schemeClr val="accent6"/>
                  </a:lnRef>
                  <a:fillRef idx="0">
                    <a:schemeClr val="accent6"/>
                  </a:fillRef>
                  <a:effectRef idx="1">
                    <a:schemeClr val="accent6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39" name="直接箭头连接符 138">
                    <a:extLst>
                      <a:ext uri="{FF2B5EF4-FFF2-40B4-BE49-F238E27FC236}">
                        <a16:creationId xmlns:a16="http://schemas.microsoft.com/office/drawing/2014/main" id="{7F11A36F-9B64-4C8B-89B0-92680BD2EE7B}"/>
                      </a:ext>
                    </a:extLst>
                  </p:cNvPr>
                  <p:cNvCxnSpPr>
                    <a:cxnSpLocks/>
                    <a:stCxn id="149" idx="3"/>
                    <a:endCxn id="153" idx="2"/>
                  </p:cNvCxnSpPr>
                  <p:nvPr/>
                </p:nvCxnSpPr>
                <p:spPr>
                  <a:xfrm flipH="1" flipV="1">
                    <a:off x="3093213" y="2769514"/>
                    <a:ext cx="328184" cy="832960"/>
                  </a:xfrm>
                  <a:prstGeom prst="straightConnector1">
                    <a:avLst/>
                  </a:prstGeom>
                  <a:ln>
                    <a:prstDash val="dash"/>
                    <a:headEnd type="triangle"/>
                    <a:tailEnd type="triangle"/>
                  </a:ln>
                </p:spPr>
                <p:style>
                  <a:lnRef idx="2">
                    <a:schemeClr val="accent4"/>
                  </a:lnRef>
                  <a:fillRef idx="0">
                    <a:schemeClr val="accent4"/>
                  </a:fillRef>
                  <a:effectRef idx="1">
                    <a:schemeClr val="accent4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40" name="直接箭头连接符 139">
                    <a:extLst>
                      <a:ext uri="{FF2B5EF4-FFF2-40B4-BE49-F238E27FC236}">
                        <a16:creationId xmlns:a16="http://schemas.microsoft.com/office/drawing/2014/main" id="{81E9629F-C9FE-4D6C-A1C8-E9590322F959}"/>
                      </a:ext>
                    </a:extLst>
                  </p:cNvPr>
                  <p:cNvCxnSpPr>
                    <a:cxnSpLocks/>
                    <a:stCxn id="150" idx="1"/>
                    <a:endCxn id="151" idx="3"/>
                  </p:cNvCxnSpPr>
                  <p:nvPr/>
                </p:nvCxnSpPr>
                <p:spPr>
                  <a:xfrm flipH="1">
                    <a:off x="3951726" y="2643189"/>
                    <a:ext cx="563946" cy="102425"/>
                  </a:xfrm>
                  <a:prstGeom prst="straightConnector1">
                    <a:avLst/>
                  </a:prstGeom>
                  <a:ln>
                    <a:headEnd type="triangle"/>
                    <a:tailEnd type="triangle"/>
                  </a:ln>
                </p:spPr>
                <p:style>
                  <a:lnRef idx="2">
                    <a:schemeClr val="accent6"/>
                  </a:lnRef>
                  <a:fillRef idx="0">
                    <a:schemeClr val="accent6"/>
                  </a:fillRef>
                  <a:effectRef idx="1">
                    <a:schemeClr val="accent6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41" name="直接箭头连接符 140">
                    <a:extLst>
                      <a:ext uri="{FF2B5EF4-FFF2-40B4-BE49-F238E27FC236}">
                        <a16:creationId xmlns:a16="http://schemas.microsoft.com/office/drawing/2014/main" id="{71C221EB-F77B-4C6E-B1DF-DE21D37B63B7}"/>
                      </a:ext>
                    </a:extLst>
                  </p:cNvPr>
                  <p:cNvCxnSpPr>
                    <a:cxnSpLocks/>
                    <a:stCxn id="151" idx="1"/>
                    <a:endCxn id="153" idx="3"/>
                  </p:cNvCxnSpPr>
                  <p:nvPr/>
                </p:nvCxnSpPr>
                <p:spPr>
                  <a:xfrm flipH="1" flipV="1">
                    <a:off x="3217189" y="2593214"/>
                    <a:ext cx="429737" cy="152400"/>
                  </a:xfrm>
                  <a:prstGeom prst="straightConnector1">
                    <a:avLst/>
                  </a:prstGeom>
                  <a:ln>
                    <a:headEnd type="triangle"/>
                    <a:tailEnd type="triangle"/>
                  </a:ln>
                </p:spPr>
                <p:style>
                  <a:lnRef idx="2">
                    <a:schemeClr val="accent6"/>
                  </a:lnRef>
                  <a:fillRef idx="0">
                    <a:schemeClr val="accent6"/>
                  </a:fillRef>
                  <a:effectRef idx="1">
                    <a:schemeClr val="accent6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42" name="直接箭头连接符 141">
                    <a:extLst>
                      <a:ext uri="{FF2B5EF4-FFF2-40B4-BE49-F238E27FC236}">
                        <a16:creationId xmlns:a16="http://schemas.microsoft.com/office/drawing/2014/main" id="{0CD23D12-9CC0-4EA6-B199-82341B685C28}"/>
                      </a:ext>
                    </a:extLst>
                  </p:cNvPr>
                  <p:cNvCxnSpPr>
                    <a:cxnSpLocks/>
                    <a:stCxn id="146" idx="2"/>
                  </p:cNvCxnSpPr>
                  <p:nvPr/>
                </p:nvCxnSpPr>
                <p:spPr>
                  <a:xfrm>
                    <a:off x="3014663" y="1928813"/>
                    <a:ext cx="29527" cy="540067"/>
                  </a:xfrm>
                  <a:prstGeom prst="straightConnector1">
                    <a:avLst/>
                  </a:prstGeom>
                  <a:ln>
                    <a:headEnd type="triangle"/>
                    <a:tailEnd type="triangle"/>
                  </a:ln>
                </p:spPr>
                <p:style>
                  <a:lnRef idx="2">
                    <a:schemeClr val="accent6"/>
                  </a:lnRef>
                  <a:fillRef idx="0">
                    <a:schemeClr val="accent6"/>
                  </a:fillRef>
                  <a:effectRef idx="1">
                    <a:schemeClr val="accent6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43" name="直接箭头连接符 142">
                    <a:extLst>
                      <a:ext uri="{FF2B5EF4-FFF2-40B4-BE49-F238E27FC236}">
                        <a16:creationId xmlns:a16="http://schemas.microsoft.com/office/drawing/2014/main" id="{1968BEC3-2C6C-420C-B3CC-224DE6B71110}"/>
                      </a:ext>
                    </a:extLst>
                  </p:cNvPr>
                  <p:cNvCxnSpPr>
                    <a:cxnSpLocks/>
                    <a:stCxn id="148" idx="2"/>
                    <a:endCxn id="152" idx="0"/>
                  </p:cNvCxnSpPr>
                  <p:nvPr/>
                </p:nvCxnSpPr>
                <p:spPr>
                  <a:xfrm flipH="1">
                    <a:off x="1818406" y="3484244"/>
                    <a:ext cx="633357" cy="695504"/>
                  </a:xfrm>
                  <a:prstGeom prst="straightConnector1">
                    <a:avLst/>
                  </a:prstGeom>
                  <a:ln>
                    <a:headEnd type="triangle"/>
                    <a:tailEnd type="triangle"/>
                  </a:ln>
                </p:spPr>
                <p:style>
                  <a:lnRef idx="2">
                    <a:schemeClr val="accent6"/>
                  </a:lnRef>
                  <a:fillRef idx="0">
                    <a:schemeClr val="accent6"/>
                  </a:fillRef>
                  <a:effectRef idx="1">
                    <a:schemeClr val="accent6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44" name="直接箭头连接符 143">
                    <a:extLst>
                      <a:ext uri="{FF2B5EF4-FFF2-40B4-BE49-F238E27FC236}">
                        <a16:creationId xmlns:a16="http://schemas.microsoft.com/office/drawing/2014/main" id="{6AA9DCB7-BAF5-455D-8E2C-EA00153080F8}"/>
                      </a:ext>
                    </a:extLst>
                  </p:cNvPr>
                  <p:cNvCxnSpPr>
                    <a:cxnSpLocks/>
                    <a:stCxn id="148" idx="3"/>
                    <a:endCxn id="149" idx="0"/>
                  </p:cNvCxnSpPr>
                  <p:nvPr/>
                </p:nvCxnSpPr>
                <p:spPr>
                  <a:xfrm>
                    <a:off x="2660332" y="3429925"/>
                    <a:ext cx="559208" cy="248080"/>
                  </a:xfrm>
                  <a:prstGeom prst="straightConnector1">
                    <a:avLst/>
                  </a:prstGeom>
                  <a:ln>
                    <a:headEnd type="triangle"/>
                    <a:tailEnd type="triangle"/>
                  </a:ln>
                </p:spPr>
                <p:style>
                  <a:lnRef idx="3">
                    <a:schemeClr val="accent6"/>
                  </a:lnRef>
                  <a:fillRef idx="0">
                    <a:schemeClr val="accent6"/>
                  </a:fillRef>
                  <a:effectRef idx="2">
                    <a:schemeClr val="accent6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45" name="直接箭头连接符 144">
                    <a:extLst>
                      <a:ext uri="{FF2B5EF4-FFF2-40B4-BE49-F238E27FC236}">
                        <a16:creationId xmlns:a16="http://schemas.microsoft.com/office/drawing/2014/main" id="{E6429629-653A-42F3-97C1-FE6E0F79FE85}"/>
                      </a:ext>
                    </a:extLst>
                  </p:cNvPr>
                  <p:cNvCxnSpPr>
                    <a:cxnSpLocks/>
                    <a:stCxn id="148" idx="0"/>
                    <a:endCxn id="153" idx="1"/>
                  </p:cNvCxnSpPr>
                  <p:nvPr/>
                </p:nvCxnSpPr>
                <p:spPr>
                  <a:xfrm flipV="1">
                    <a:off x="2606013" y="2645538"/>
                    <a:ext cx="310900" cy="575818"/>
                  </a:xfrm>
                  <a:prstGeom prst="straightConnector1">
                    <a:avLst/>
                  </a:prstGeom>
                  <a:ln>
                    <a:headEnd type="triangle"/>
                    <a:tailEnd type="triangle"/>
                  </a:ln>
                </p:spPr>
                <p:style>
                  <a:lnRef idx="2">
                    <a:schemeClr val="accent6"/>
                  </a:lnRef>
                  <a:fillRef idx="0">
                    <a:schemeClr val="accent6"/>
                  </a:fillRef>
                  <a:effectRef idx="1">
                    <a:schemeClr val="accent6"/>
                  </a:effectRef>
                  <a:fontRef idx="minor">
                    <a:schemeClr val="tx1"/>
                  </a:fontRef>
                </p:style>
              </p:cxnSp>
              <p:pic>
                <p:nvPicPr>
                  <p:cNvPr id="146" name="图形 145">
                    <a:extLst>
                      <a:ext uri="{FF2B5EF4-FFF2-40B4-BE49-F238E27FC236}">
                        <a16:creationId xmlns:a16="http://schemas.microsoft.com/office/drawing/2014/main" id="{2291D3AC-40A9-4F35-9E03-53D7B7C35857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2">
                    <a:extLst>
                      <a:ext uri="{28A0092B-C50C-407E-A947-70E740481C1C}">
                        <a14:useLocalDpi xmlns:a14="http://schemas.microsoft.com/office/drawing/2010/main" val="0"/>
                      </a:ext>
                      <a:ext uri="{96DAC541-7B7A-43D3-8B79-37D633B846F1}">
                        <asvg:svgBlip xmlns:asvg="http://schemas.microsoft.com/office/drawing/2016/SVG/main" r:embed="rId3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2862263" y="1624013"/>
                    <a:ext cx="304800" cy="304800"/>
                  </a:xfrm>
                  <a:prstGeom prst="rect">
                    <a:avLst/>
                  </a:prstGeom>
                </p:spPr>
              </p:pic>
              <p:pic>
                <p:nvPicPr>
                  <p:cNvPr id="147" name="图形 146">
                    <a:extLst>
                      <a:ext uri="{FF2B5EF4-FFF2-40B4-BE49-F238E27FC236}">
                        <a16:creationId xmlns:a16="http://schemas.microsoft.com/office/drawing/2014/main" id="{1C3F5D13-32A7-4C08-926F-9584BA6FAD54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2">
                    <a:extLst>
                      <a:ext uri="{28A0092B-C50C-407E-A947-70E740481C1C}">
                        <a14:useLocalDpi xmlns:a14="http://schemas.microsoft.com/office/drawing/2010/main" val="0"/>
                      </a:ext>
                      <a:ext uri="{96DAC541-7B7A-43D3-8B79-37D633B846F1}">
                        <asvg:svgBlip xmlns:asvg="http://schemas.microsoft.com/office/drawing/2016/SVG/main" r:embed="rId3"/>
                      </a:ext>
                    </a:extLst>
                  </a:blip>
                  <a:stretch>
                    <a:fillRect/>
                  </a:stretch>
                </p:blipFill>
                <p:spPr>
                  <a:xfrm rot="13665447">
                    <a:off x="1714501" y="2466976"/>
                    <a:ext cx="304800" cy="304800"/>
                  </a:xfrm>
                  <a:prstGeom prst="rect">
                    <a:avLst/>
                  </a:prstGeom>
                </p:spPr>
              </p:pic>
              <p:pic>
                <p:nvPicPr>
                  <p:cNvPr id="148" name="图形 147">
                    <a:extLst>
                      <a:ext uri="{FF2B5EF4-FFF2-40B4-BE49-F238E27FC236}">
                        <a16:creationId xmlns:a16="http://schemas.microsoft.com/office/drawing/2014/main" id="{9DC60255-209E-4BE1-9F54-E7073FB6C585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2">
                    <a:extLst>
                      <a:ext uri="{28A0092B-C50C-407E-A947-70E740481C1C}">
                        <a14:useLocalDpi xmlns:a14="http://schemas.microsoft.com/office/drawing/2010/main" val="0"/>
                      </a:ext>
                      <a:ext uri="{96DAC541-7B7A-43D3-8B79-37D633B846F1}">
                        <asvg:svgBlip xmlns:asvg="http://schemas.microsoft.com/office/drawing/2016/SVG/main" r:embed="rId3"/>
                      </a:ext>
                    </a:extLst>
                  </a:blip>
                  <a:stretch>
                    <a:fillRect/>
                  </a:stretch>
                </p:blipFill>
                <p:spPr>
                  <a:xfrm rot="1824148">
                    <a:off x="2376488" y="3200400"/>
                    <a:ext cx="304800" cy="304800"/>
                  </a:xfrm>
                  <a:prstGeom prst="rect">
                    <a:avLst/>
                  </a:prstGeom>
                </p:spPr>
              </p:pic>
              <p:pic>
                <p:nvPicPr>
                  <p:cNvPr id="149" name="图形 148">
                    <a:extLst>
                      <a:ext uri="{FF2B5EF4-FFF2-40B4-BE49-F238E27FC236}">
                        <a16:creationId xmlns:a16="http://schemas.microsoft.com/office/drawing/2014/main" id="{C561586C-8220-4DFC-81B8-CE7192D02096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2">
                    <a:extLst>
                      <a:ext uri="{28A0092B-C50C-407E-A947-70E740481C1C}">
                        <a14:useLocalDpi xmlns:a14="http://schemas.microsoft.com/office/drawing/2010/main" val="0"/>
                      </a:ext>
                      <a:ext uri="{96DAC541-7B7A-43D3-8B79-37D633B846F1}">
                        <asvg:svgBlip xmlns:asvg="http://schemas.microsoft.com/office/drawing/2016/SVG/main" r:embed="rId3"/>
                      </a:ext>
                    </a:extLst>
                  </a:blip>
                  <a:stretch>
                    <a:fillRect/>
                  </a:stretch>
                </p:blipFill>
                <p:spPr>
                  <a:xfrm rot="17669112">
                    <a:off x="3205834" y="3588768"/>
                    <a:ext cx="304800" cy="304800"/>
                  </a:xfrm>
                  <a:prstGeom prst="rect">
                    <a:avLst/>
                  </a:prstGeom>
                </p:spPr>
              </p:pic>
              <p:pic>
                <p:nvPicPr>
                  <p:cNvPr id="150" name="图形 149">
                    <a:extLst>
                      <a:ext uri="{FF2B5EF4-FFF2-40B4-BE49-F238E27FC236}">
                        <a16:creationId xmlns:a16="http://schemas.microsoft.com/office/drawing/2014/main" id="{4251DBA3-DAD0-4932-9BDE-ACE79AF92549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2">
                    <a:extLst>
                      <a:ext uri="{28A0092B-C50C-407E-A947-70E740481C1C}">
                        <a14:useLocalDpi xmlns:a14="http://schemas.microsoft.com/office/drawing/2010/main" val="0"/>
                      </a:ext>
                      <a:ext uri="{96DAC541-7B7A-43D3-8B79-37D633B846F1}">
                        <asvg:svgBlip xmlns:asvg="http://schemas.microsoft.com/office/drawing/2016/SVG/main" r:embed="rId3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4515672" y="2490789"/>
                    <a:ext cx="304800" cy="304800"/>
                  </a:xfrm>
                  <a:prstGeom prst="rect">
                    <a:avLst/>
                  </a:prstGeom>
                </p:spPr>
              </p:pic>
              <p:pic>
                <p:nvPicPr>
                  <p:cNvPr id="151" name="图形 150">
                    <a:extLst>
                      <a:ext uri="{FF2B5EF4-FFF2-40B4-BE49-F238E27FC236}">
                        <a16:creationId xmlns:a16="http://schemas.microsoft.com/office/drawing/2014/main" id="{99CEF500-928F-4688-9115-8CA3ACA69A7B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2">
                    <a:extLst>
                      <a:ext uri="{28A0092B-C50C-407E-A947-70E740481C1C}">
                        <a14:useLocalDpi xmlns:a14="http://schemas.microsoft.com/office/drawing/2010/main" val="0"/>
                      </a:ext>
                      <a:ext uri="{96DAC541-7B7A-43D3-8B79-37D633B846F1}">
                        <asvg:svgBlip xmlns:asvg="http://schemas.microsoft.com/office/drawing/2016/SVG/main" r:embed="rId3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3646926" y="2593214"/>
                    <a:ext cx="304800" cy="304800"/>
                  </a:xfrm>
                  <a:prstGeom prst="rect">
                    <a:avLst/>
                  </a:prstGeom>
                </p:spPr>
              </p:pic>
              <p:pic>
                <p:nvPicPr>
                  <p:cNvPr id="152" name="图形 151">
                    <a:extLst>
                      <a:ext uri="{FF2B5EF4-FFF2-40B4-BE49-F238E27FC236}">
                        <a16:creationId xmlns:a16="http://schemas.microsoft.com/office/drawing/2014/main" id="{6450E74D-B02F-4345-B1CA-3612FFD39559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2">
                    <a:extLst>
                      <a:ext uri="{28A0092B-C50C-407E-A947-70E740481C1C}">
                        <a14:useLocalDpi xmlns:a14="http://schemas.microsoft.com/office/drawing/2010/main" val="0"/>
                      </a:ext>
                      <a:ext uri="{96DAC541-7B7A-43D3-8B79-37D633B846F1}">
                        <asvg:svgBlip xmlns:asvg="http://schemas.microsoft.com/office/drawing/2016/SVG/main" r:embed="rId3"/>
                      </a:ext>
                    </a:extLst>
                  </a:blip>
                  <a:stretch>
                    <a:fillRect/>
                  </a:stretch>
                </p:blipFill>
                <p:spPr>
                  <a:xfrm rot="1655070">
                    <a:off x="1595436" y="4162425"/>
                    <a:ext cx="304800" cy="304800"/>
                  </a:xfrm>
                  <a:prstGeom prst="rect">
                    <a:avLst/>
                  </a:prstGeom>
                </p:spPr>
              </p:pic>
              <p:pic>
                <p:nvPicPr>
                  <p:cNvPr id="153" name="图形 152">
                    <a:extLst>
                      <a:ext uri="{FF2B5EF4-FFF2-40B4-BE49-F238E27FC236}">
                        <a16:creationId xmlns:a16="http://schemas.microsoft.com/office/drawing/2014/main" id="{8B09D3C1-B93C-44D2-9F61-B4F97BADEB2E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2">
                    <a:extLst>
                      <a:ext uri="{28A0092B-C50C-407E-A947-70E740481C1C}">
                        <a14:useLocalDpi xmlns:a14="http://schemas.microsoft.com/office/drawing/2010/main" val="0"/>
                      </a:ext>
                      <a:ext uri="{96DAC541-7B7A-43D3-8B79-37D633B846F1}">
                        <asvg:svgBlip xmlns:asvg="http://schemas.microsoft.com/office/drawing/2016/SVG/main" r:embed="rId3"/>
                      </a:ext>
                    </a:extLst>
                  </a:blip>
                  <a:stretch>
                    <a:fillRect/>
                  </a:stretch>
                </p:blipFill>
                <p:spPr>
                  <a:xfrm rot="21006918">
                    <a:off x="2914651" y="2466976"/>
                    <a:ext cx="304800" cy="304800"/>
                  </a:xfrm>
                  <a:prstGeom prst="rect">
                    <a:avLst/>
                  </a:prstGeom>
                </p:spPr>
              </p:pic>
              <p:sp>
                <p:nvSpPr>
                  <p:cNvPr id="154" name="文本框 153">
                    <a:extLst>
                      <a:ext uri="{FF2B5EF4-FFF2-40B4-BE49-F238E27FC236}">
                        <a16:creationId xmlns:a16="http://schemas.microsoft.com/office/drawing/2014/main" id="{2EE03CE7-F183-4989-9CEC-73875BD8FB6F}"/>
                      </a:ext>
                    </a:extLst>
                  </p:cNvPr>
                  <p:cNvSpPr txBox="1"/>
                  <p:nvPr/>
                </p:nvSpPr>
                <p:spPr>
                  <a:xfrm>
                    <a:off x="2995449" y="2033751"/>
                    <a:ext cx="463588" cy="276999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altLang="zh-CN" sz="1200" dirty="0"/>
                      <a:t>10.9</a:t>
                    </a:r>
                    <a:endParaRPr lang="zh-CN" altLang="en-US" sz="1200" dirty="0"/>
                  </a:p>
                </p:txBody>
              </p:sp>
              <p:sp>
                <p:nvSpPr>
                  <p:cNvPr id="155" name="文本框 154">
                    <a:extLst>
                      <a:ext uri="{FF2B5EF4-FFF2-40B4-BE49-F238E27FC236}">
                        <a16:creationId xmlns:a16="http://schemas.microsoft.com/office/drawing/2014/main" id="{91F39708-E0FE-4415-96CE-D2261341AC88}"/>
                      </a:ext>
                    </a:extLst>
                  </p:cNvPr>
                  <p:cNvSpPr txBox="1"/>
                  <p:nvPr/>
                </p:nvSpPr>
                <p:spPr>
                  <a:xfrm>
                    <a:off x="3224049" y="2703785"/>
                    <a:ext cx="463588" cy="276999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altLang="zh-CN" sz="1200" dirty="0"/>
                      <a:t>12.4</a:t>
                    </a:r>
                    <a:endParaRPr lang="zh-CN" altLang="en-US" sz="1200" dirty="0"/>
                  </a:p>
                </p:txBody>
              </p:sp>
              <p:sp>
                <p:nvSpPr>
                  <p:cNvPr id="156" name="文本框 155">
                    <a:extLst>
                      <a:ext uri="{FF2B5EF4-FFF2-40B4-BE49-F238E27FC236}">
                        <a16:creationId xmlns:a16="http://schemas.microsoft.com/office/drawing/2014/main" id="{C2015DD0-315A-4F3F-8A50-1F814B09A0D8}"/>
                      </a:ext>
                    </a:extLst>
                  </p:cNvPr>
                  <p:cNvSpPr txBox="1"/>
                  <p:nvPr/>
                </p:nvSpPr>
                <p:spPr>
                  <a:xfrm>
                    <a:off x="4067504" y="2798378"/>
                    <a:ext cx="463588" cy="276999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altLang="zh-CN" sz="1200" dirty="0"/>
                      <a:t>15.1</a:t>
                    </a:r>
                    <a:endParaRPr lang="zh-CN" altLang="en-US" sz="1200" dirty="0"/>
                  </a:p>
                </p:txBody>
              </p:sp>
              <p:sp>
                <p:nvSpPr>
                  <p:cNvPr id="157" name="文本框 156">
                    <a:extLst>
                      <a:ext uri="{FF2B5EF4-FFF2-40B4-BE49-F238E27FC236}">
                        <a16:creationId xmlns:a16="http://schemas.microsoft.com/office/drawing/2014/main" id="{B36365D5-5DC1-4E1D-A554-363A4208C694}"/>
                      </a:ext>
                    </a:extLst>
                  </p:cNvPr>
                  <p:cNvSpPr txBox="1"/>
                  <p:nvPr/>
                </p:nvSpPr>
                <p:spPr>
                  <a:xfrm>
                    <a:off x="3231931" y="3074274"/>
                    <a:ext cx="463588" cy="276999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altLang="zh-CN" sz="1200" dirty="0"/>
                      <a:t>10.2</a:t>
                    </a:r>
                    <a:endParaRPr lang="zh-CN" altLang="en-US" sz="1200" dirty="0"/>
                  </a:p>
                </p:txBody>
              </p:sp>
              <p:sp>
                <p:nvSpPr>
                  <p:cNvPr id="158" name="文本框 157">
                    <a:extLst>
                      <a:ext uri="{FF2B5EF4-FFF2-40B4-BE49-F238E27FC236}">
                        <a16:creationId xmlns:a16="http://schemas.microsoft.com/office/drawing/2014/main" id="{A1F3D902-502D-4C36-8231-81D4AF3D2961}"/>
                      </a:ext>
                    </a:extLst>
                  </p:cNvPr>
                  <p:cNvSpPr txBox="1"/>
                  <p:nvPr/>
                </p:nvSpPr>
                <p:spPr>
                  <a:xfrm>
                    <a:off x="2333297" y="2632840"/>
                    <a:ext cx="463588" cy="276999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altLang="zh-CN" sz="1200" dirty="0"/>
                      <a:t>15.9</a:t>
                    </a:r>
                    <a:endParaRPr lang="zh-CN" altLang="en-US" sz="1200" dirty="0"/>
                  </a:p>
                </p:txBody>
              </p:sp>
              <p:sp>
                <p:nvSpPr>
                  <p:cNvPr id="159" name="文本框 158">
                    <a:extLst>
                      <a:ext uri="{FF2B5EF4-FFF2-40B4-BE49-F238E27FC236}">
                        <a16:creationId xmlns:a16="http://schemas.microsoft.com/office/drawing/2014/main" id="{8F1857E6-0390-41FB-B2B1-6DBA17CF6B11}"/>
                      </a:ext>
                    </a:extLst>
                  </p:cNvPr>
                  <p:cNvSpPr txBox="1"/>
                  <p:nvPr/>
                </p:nvSpPr>
                <p:spPr>
                  <a:xfrm>
                    <a:off x="2609194" y="3665481"/>
                    <a:ext cx="463588" cy="276999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altLang="zh-CN" sz="1200" dirty="0"/>
                      <a:t>10.9</a:t>
                    </a:r>
                    <a:endParaRPr lang="zh-CN" altLang="en-US" sz="1200" dirty="0"/>
                  </a:p>
                </p:txBody>
              </p:sp>
              <p:sp>
                <p:nvSpPr>
                  <p:cNvPr id="160" name="文本框 159">
                    <a:extLst>
                      <a:ext uri="{FF2B5EF4-FFF2-40B4-BE49-F238E27FC236}">
                        <a16:creationId xmlns:a16="http://schemas.microsoft.com/office/drawing/2014/main" id="{2C3D5A8C-99B5-4099-BDCE-CFF6C73A0BF3}"/>
                      </a:ext>
                    </a:extLst>
                  </p:cNvPr>
                  <p:cNvSpPr txBox="1"/>
                  <p:nvPr/>
                </p:nvSpPr>
                <p:spPr>
                  <a:xfrm>
                    <a:off x="1749973" y="3555122"/>
                    <a:ext cx="381836" cy="276999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altLang="zh-CN" sz="1200" dirty="0"/>
                      <a:t>1.8</a:t>
                    </a:r>
                    <a:endParaRPr lang="zh-CN" altLang="en-US" sz="1200" dirty="0"/>
                  </a:p>
                </p:txBody>
              </p:sp>
              <p:sp>
                <p:nvSpPr>
                  <p:cNvPr id="161" name="文本框 160">
                    <a:extLst>
                      <a:ext uri="{FF2B5EF4-FFF2-40B4-BE49-F238E27FC236}">
                        <a16:creationId xmlns:a16="http://schemas.microsoft.com/office/drawing/2014/main" id="{B4B30B6B-62EE-45FF-B4BC-243E0386D946}"/>
                      </a:ext>
                    </a:extLst>
                  </p:cNvPr>
                  <p:cNvSpPr txBox="1"/>
                  <p:nvPr/>
                </p:nvSpPr>
                <p:spPr>
                  <a:xfrm>
                    <a:off x="1789387" y="2948150"/>
                    <a:ext cx="381836" cy="276999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altLang="zh-CN" sz="1200" dirty="0"/>
                      <a:t>2.9</a:t>
                    </a:r>
                    <a:endParaRPr lang="zh-CN" altLang="en-US" sz="1200" dirty="0"/>
                  </a:p>
                </p:txBody>
              </p:sp>
            </p:grpSp>
            <p:cxnSp>
              <p:nvCxnSpPr>
                <p:cNvPr id="170" name="直接箭头连接符 169">
                  <a:extLst>
                    <a:ext uri="{FF2B5EF4-FFF2-40B4-BE49-F238E27FC236}">
                      <a16:creationId xmlns:a16="http://schemas.microsoft.com/office/drawing/2014/main" id="{C3D5F110-2A6C-417B-8F53-93D4752637D7}"/>
                    </a:ext>
                  </a:extLst>
                </p:cNvPr>
                <p:cNvCxnSpPr>
                  <a:cxnSpLocks/>
                  <a:stCxn id="146" idx="1"/>
                  <a:endCxn id="147" idx="2"/>
                </p:cNvCxnSpPr>
                <p:nvPr/>
              </p:nvCxnSpPr>
              <p:spPr>
                <a:xfrm flipH="1">
                  <a:off x="9034793" y="2241497"/>
                  <a:ext cx="882539" cy="740509"/>
                </a:xfrm>
                <a:prstGeom prst="straightConnector1">
                  <a:avLst/>
                </a:prstGeom>
                <a:ln>
                  <a:prstDash val="dash"/>
                  <a:headEnd type="triangle"/>
                  <a:tailEnd type="triangle"/>
                </a:ln>
              </p:spPr>
              <p:style>
                <a:lnRef idx="2">
                  <a:schemeClr val="accent4"/>
                </a:lnRef>
                <a:fillRef idx="0">
                  <a:schemeClr val="accent4"/>
                </a:fillRef>
                <a:effectRef idx="1">
                  <a:schemeClr val="accent4"/>
                </a:effectRef>
                <a:fontRef idx="minor">
                  <a:schemeClr val="tx1"/>
                </a:fontRef>
              </p:style>
            </p:cxnSp>
            <p:sp>
              <p:nvSpPr>
                <p:cNvPr id="177" name="文本框 176">
                  <a:extLst>
                    <a:ext uri="{FF2B5EF4-FFF2-40B4-BE49-F238E27FC236}">
                      <a16:creationId xmlns:a16="http://schemas.microsoft.com/office/drawing/2014/main" id="{612A4FD7-627E-46A9-8C71-FD542592B09C}"/>
                    </a:ext>
                  </a:extLst>
                </p:cNvPr>
                <p:cNvSpPr txBox="1"/>
                <p:nvPr/>
              </p:nvSpPr>
              <p:spPr>
                <a:xfrm>
                  <a:off x="9301655" y="2144107"/>
                  <a:ext cx="381836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CN" sz="1200" dirty="0"/>
                    <a:t>1.1</a:t>
                  </a:r>
                  <a:endParaRPr lang="zh-CN" altLang="en-US" sz="1200" dirty="0"/>
                </a:p>
              </p:txBody>
            </p:sp>
          </p:grpSp>
          <p:sp>
            <p:nvSpPr>
              <p:cNvPr id="185" name="文本框 184">
                <a:extLst>
                  <a:ext uri="{FF2B5EF4-FFF2-40B4-BE49-F238E27FC236}">
                    <a16:creationId xmlns:a16="http://schemas.microsoft.com/office/drawing/2014/main" id="{071600AC-F695-42C5-A229-FF7749A6EDFE}"/>
                  </a:ext>
                </a:extLst>
              </p:cNvPr>
              <p:cNvSpPr txBox="1"/>
              <p:nvPr/>
            </p:nvSpPr>
            <p:spPr>
              <a:xfrm>
                <a:off x="1019175" y="4495800"/>
                <a:ext cx="158569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dirty="0"/>
                  <a:t>计算链路</a:t>
                </a:r>
                <a:r>
                  <a:rPr lang="en-US" altLang="zh-CN" dirty="0"/>
                  <a:t>SINR</a:t>
                </a:r>
                <a:endParaRPr lang="zh-CN" altLang="en-US" dirty="0"/>
              </a:p>
            </p:txBody>
          </p:sp>
          <p:sp>
            <p:nvSpPr>
              <p:cNvPr id="186" name="文本框 185">
                <a:extLst>
                  <a:ext uri="{FF2B5EF4-FFF2-40B4-BE49-F238E27FC236}">
                    <a16:creationId xmlns:a16="http://schemas.microsoft.com/office/drawing/2014/main" id="{FA6C25D0-5298-4D38-B29B-698C0C1B4D32}"/>
                  </a:ext>
                </a:extLst>
              </p:cNvPr>
              <p:cNvSpPr txBox="1"/>
              <p:nvPr/>
            </p:nvSpPr>
            <p:spPr>
              <a:xfrm>
                <a:off x="5039832" y="4572000"/>
                <a:ext cx="248802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dirty="0"/>
                  <a:t>Kruskal</a:t>
                </a:r>
                <a:r>
                  <a:rPr lang="zh-CN" altLang="en-US" dirty="0"/>
                  <a:t>构建</a:t>
                </a:r>
                <a:r>
                  <a:rPr lang="en-US" altLang="zh-CN" dirty="0"/>
                  <a:t>MST</a:t>
                </a:r>
                <a:endParaRPr lang="zh-CN" altLang="en-US" dirty="0"/>
              </a:p>
            </p:txBody>
          </p:sp>
          <p:sp>
            <p:nvSpPr>
              <p:cNvPr id="187" name="文本框 186">
                <a:extLst>
                  <a:ext uri="{FF2B5EF4-FFF2-40B4-BE49-F238E27FC236}">
                    <a16:creationId xmlns:a16="http://schemas.microsoft.com/office/drawing/2014/main" id="{9046B81A-84F9-43B3-8741-52C781B65EF4}"/>
                  </a:ext>
                </a:extLst>
              </p:cNvPr>
              <p:cNvSpPr txBox="1"/>
              <p:nvPr/>
            </p:nvSpPr>
            <p:spPr>
              <a:xfrm>
                <a:off x="9590568" y="4495800"/>
                <a:ext cx="132508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dirty="0"/>
                  <a:t>MST</a:t>
                </a:r>
                <a:endParaRPr lang="zh-CN" altLang="en-US" dirty="0"/>
              </a:p>
            </p:txBody>
          </p:sp>
        </p:grpSp>
        <p:sp>
          <p:nvSpPr>
            <p:cNvPr id="2" name="文本框 1">
              <a:extLst>
                <a:ext uri="{FF2B5EF4-FFF2-40B4-BE49-F238E27FC236}">
                  <a16:creationId xmlns:a16="http://schemas.microsoft.com/office/drawing/2014/main" id="{882A1D29-560D-4142-9636-B525495E4ED8}"/>
                </a:ext>
              </a:extLst>
            </p:cNvPr>
            <p:cNvSpPr txBox="1"/>
            <p:nvPr/>
          </p:nvSpPr>
          <p:spPr>
            <a:xfrm>
              <a:off x="5734493" y="2913321"/>
              <a:ext cx="312906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000" dirty="0"/>
                <a:t>①</a:t>
              </a:r>
            </a:p>
          </p:txBody>
        </p:sp>
        <p:sp>
          <p:nvSpPr>
            <p:cNvPr id="91" name="文本框 90">
              <a:extLst>
                <a:ext uri="{FF2B5EF4-FFF2-40B4-BE49-F238E27FC236}">
                  <a16:creationId xmlns:a16="http://schemas.microsoft.com/office/drawing/2014/main" id="{ABB29507-C95F-41E5-A7B9-4AD82AD9EE93}"/>
                </a:ext>
              </a:extLst>
            </p:cNvPr>
            <p:cNvSpPr txBox="1"/>
            <p:nvPr/>
          </p:nvSpPr>
          <p:spPr>
            <a:xfrm>
              <a:off x="7031665" y="2488018"/>
              <a:ext cx="312906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000" dirty="0"/>
                <a:t>②</a:t>
              </a:r>
            </a:p>
          </p:txBody>
        </p:sp>
        <p:sp>
          <p:nvSpPr>
            <p:cNvPr id="92" name="文本框 91">
              <a:extLst>
                <a:ext uri="{FF2B5EF4-FFF2-40B4-BE49-F238E27FC236}">
                  <a16:creationId xmlns:a16="http://schemas.microsoft.com/office/drawing/2014/main" id="{F8C9FC6D-FFDF-4B86-AC47-D911A043AEFB}"/>
                </a:ext>
              </a:extLst>
            </p:cNvPr>
            <p:cNvSpPr txBox="1"/>
            <p:nvPr/>
          </p:nvSpPr>
          <p:spPr>
            <a:xfrm>
              <a:off x="6301562" y="2452576"/>
              <a:ext cx="312906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000" dirty="0"/>
                <a:t>③</a:t>
              </a:r>
            </a:p>
          </p:txBody>
        </p:sp>
      </p:grpSp>
      <p:pic>
        <p:nvPicPr>
          <p:cNvPr id="94" name="图片 93">
            <a:extLst>
              <a:ext uri="{FF2B5EF4-FFF2-40B4-BE49-F238E27FC236}">
                <a16:creationId xmlns:a16="http://schemas.microsoft.com/office/drawing/2014/main" id="{5B3676A3-FDDC-4EB6-A06C-385AD90887F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94725" y="5675518"/>
            <a:ext cx="185425" cy="174172"/>
          </a:xfrm>
          <a:prstGeom prst="rect">
            <a:avLst/>
          </a:prstGeom>
        </p:spPr>
      </p:pic>
      <p:pic>
        <p:nvPicPr>
          <p:cNvPr id="95" name="图片 94">
            <a:extLst>
              <a:ext uri="{FF2B5EF4-FFF2-40B4-BE49-F238E27FC236}">
                <a16:creationId xmlns:a16="http://schemas.microsoft.com/office/drawing/2014/main" id="{A6CB1F7B-3B6D-49C0-A4B6-D81ABB05F1D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02153" y="6039245"/>
            <a:ext cx="210574" cy="197795"/>
          </a:xfrm>
          <a:prstGeom prst="rect">
            <a:avLst/>
          </a:prstGeom>
        </p:spPr>
      </p:pic>
      <p:cxnSp>
        <p:nvCxnSpPr>
          <p:cNvPr id="96" name="直接箭头连接符 95">
            <a:extLst>
              <a:ext uri="{FF2B5EF4-FFF2-40B4-BE49-F238E27FC236}">
                <a16:creationId xmlns:a16="http://schemas.microsoft.com/office/drawing/2014/main" id="{5CED62D6-04C7-41E0-AA27-DF528F227CF8}"/>
              </a:ext>
            </a:extLst>
          </p:cNvPr>
          <p:cNvCxnSpPr>
            <a:cxnSpLocks/>
          </p:cNvCxnSpPr>
          <p:nvPr/>
        </p:nvCxnSpPr>
        <p:spPr>
          <a:xfrm flipH="1">
            <a:off x="7283088" y="6265709"/>
            <a:ext cx="83352" cy="206037"/>
          </a:xfrm>
          <a:prstGeom prst="straightConnector1">
            <a:avLst/>
          </a:prstGeom>
          <a:ln w="127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直接箭头连接符 96">
            <a:extLst>
              <a:ext uri="{FF2B5EF4-FFF2-40B4-BE49-F238E27FC236}">
                <a16:creationId xmlns:a16="http://schemas.microsoft.com/office/drawing/2014/main" id="{06C5E0F9-BCE8-4449-B037-284616A9CF0F}"/>
              </a:ext>
            </a:extLst>
          </p:cNvPr>
          <p:cNvCxnSpPr>
            <a:cxnSpLocks/>
          </p:cNvCxnSpPr>
          <p:nvPr/>
        </p:nvCxnSpPr>
        <p:spPr>
          <a:xfrm flipH="1" flipV="1">
            <a:off x="6993548" y="5870118"/>
            <a:ext cx="312992" cy="193851"/>
          </a:xfrm>
          <a:prstGeom prst="straightConnector1">
            <a:avLst/>
          </a:prstGeom>
          <a:ln w="127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直接箭头连接符 105">
            <a:extLst>
              <a:ext uri="{FF2B5EF4-FFF2-40B4-BE49-F238E27FC236}">
                <a16:creationId xmlns:a16="http://schemas.microsoft.com/office/drawing/2014/main" id="{7AE6ACA9-A103-4A30-BE72-A8FA828FDD5F}"/>
              </a:ext>
            </a:extLst>
          </p:cNvPr>
          <p:cNvCxnSpPr>
            <a:cxnSpLocks/>
            <a:endCxn id="108" idx="1"/>
          </p:cNvCxnSpPr>
          <p:nvPr/>
        </p:nvCxnSpPr>
        <p:spPr>
          <a:xfrm>
            <a:off x="7460940" y="6242485"/>
            <a:ext cx="227411" cy="106613"/>
          </a:xfrm>
          <a:prstGeom prst="straightConnector1">
            <a:avLst/>
          </a:prstGeom>
          <a:ln w="127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7" name="文本框 106">
            <a:extLst>
              <a:ext uri="{FF2B5EF4-FFF2-40B4-BE49-F238E27FC236}">
                <a16:creationId xmlns:a16="http://schemas.microsoft.com/office/drawing/2014/main" id="{45E9448F-B43E-4B00-A248-9FC374562F2B}"/>
              </a:ext>
            </a:extLst>
          </p:cNvPr>
          <p:cNvSpPr txBox="1"/>
          <p:nvPr/>
        </p:nvSpPr>
        <p:spPr>
          <a:xfrm>
            <a:off x="6596546" y="5944176"/>
            <a:ext cx="1056212" cy="1942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MST</a:t>
            </a:r>
            <a:r>
              <a:rPr lang="zh-CN" altLang="en-US" sz="9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通信力</a:t>
            </a:r>
          </a:p>
        </p:txBody>
      </p:sp>
      <p:sp>
        <p:nvSpPr>
          <p:cNvPr id="108" name="文本框 107">
            <a:extLst>
              <a:ext uri="{FF2B5EF4-FFF2-40B4-BE49-F238E27FC236}">
                <a16:creationId xmlns:a16="http://schemas.microsoft.com/office/drawing/2014/main" id="{4D4CF310-9C6F-49CF-B910-736D77085DB2}"/>
              </a:ext>
            </a:extLst>
          </p:cNvPr>
          <p:cNvSpPr txBox="1"/>
          <p:nvPr/>
        </p:nvSpPr>
        <p:spPr>
          <a:xfrm>
            <a:off x="7688351" y="6251991"/>
            <a:ext cx="914370" cy="1942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9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目标吸引力</a:t>
            </a:r>
          </a:p>
        </p:txBody>
      </p:sp>
    </p:spTree>
    <p:extLst>
      <p:ext uri="{BB962C8B-B14F-4D97-AF65-F5344CB8AC3E}">
        <p14:creationId xmlns:p14="http://schemas.microsoft.com/office/powerpoint/2010/main" val="1551479887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I" val="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11640</TotalTime>
  <Words>510</Words>
  <Application>Microsoft Office PowerPoint</Application>
  <PresentationFormat>宽屏</PresentationFormat>
  <Paragraphs>227</Paragraphs>
  <Slides>7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3" baseType="lpstr">
      <vt:lpstr>等线</vt:lpstr>
      <vt:lpstr>等线 Light</vt:lpstr>
      <vt:lpstr>微软雅黑</vt:lpstr>
      <vt:lpstr>Arial</vt:lpstr>
      <vt:lpstr>Cambria Math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运璐 何</dc:creator>
  <cp:lastModifiedBy>运璐 何</cp:lastModifiedBy>
  <cp:revision>88</cp:revision>
  <dcterms:created xsi:type="dcterms:W3CDTF">2025-10-10T10:59:36Z</dcterms:created>
  <dcterms:modified xsi:type="dcterms:W3CDTF">2025-11-26T08:41:56Z</dcterms:modified>
</cp:coreProperties>
</file>