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运璐 何" initials="运璐" lastIdx="2" clrIdx="0">
    <p:extLst>
      <p:ext uri="{19B8F6BF-5375-455C-9EA6-DF929625EA0E}">
        <p15:presenceInfo xmlns:p15="http://schemas.microsoft.com/office/powerpoint/2012/main" userId="9b5601d124e5775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47" autoAdjust="0"/>
  </p:normalViewPr>
  <p:slideViewPr>
    <p:cSldViewPr snapToGrid="0">
      <p:cViewPr>
        <p:scale>
          <a:sx n="125" d="100"/>
          <a:sy n="125" d="100"/>
        </p:scale>
        <p:origin x="21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9DAC9E-D7E9-472A-B521-2CB21AAE0F05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56FDD7-5042-4045-BD97-ECFA875697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1001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126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DB28-88DD-4550-87A2-8CAE9CB7C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F0DDBC5-6C6B-4753-B80D-51B7ECE3F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11E6DA-1823-471E-B8F9-0E996EF0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0ACECA-2C17-434E-A1F7-23EA4FB9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A8B11E-CCC3-4683-9C4E-4464D6EDE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58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B89D92-E95E-4273-9133-05789AF43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2546EF-6EFA-4C9D-8111-95CDEE3E3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D8EDD-B737-48C5-8D25-BE36CF76F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834EB2-0827-438A-886E-1DF88B71A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ADEE8-7086-4B37-B9D9-E7C720F8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6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37D6B4-56C3-4F88-B19D-917CD73E7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A2627A-EE7B-43D1-8925-09CD36ED5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BD808D-5410-4E81-9C9F-B1BD597B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2568F1-C533-4EEA-B2AF-82D46FC8C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45042-4A31-492E-B876-81CF7A89A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8877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CF5AF-7648-4106-9DFD-24A018F0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2E841E-1905-4A88-BC71-D8DBE9BCE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C333C4-DC1D-4B1A-B908-BF76C9076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77E14A-D2A2-4C17-B4C6-46830A61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69E079-9953-4E49-9CD6-75CCDC7BA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879221-6E2B-4582-9BD4-EE9ABB772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739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6F4CB7-7760-4419-A5B0-021990FCE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415CF3-C754-493C-878D-33CBA0E59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71CEE18-D36C-4480-8EFB-7401B609C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60C121E-4AA6-4636-99B4-BBACB7831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27FE71-2934-4134-9102-E36A374F52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6624397-5024-4C47-9B18-610A0E6EF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92BBC4D-3C2C-4A3D-82EE-A11AA8746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172FBB-781F-471B-B6A4-56613259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884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D30EB5-C229-414C-A91D-B1F670A22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D34D2E-F5CE-4D17-AECC-C07D1B503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65CAAA2-E01A-415B-8A6E-D85D70E09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9C310-9D10-4E37-B0AF-D1700D7C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441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FCFC46C-EF05-42FA-A1D0-273E6D596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9FA0129-B575-40F8-B872-1FD70604E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8A0293-7604-4380-8F1A-C59F0B0F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6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1C1B8B-F0DC-4D08-90A2-0E05E20A1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776C4C-F7A6-4780-B01E-0C957B99E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42F8B99-23DE-4B36-A65E-16CEA474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4FA3BD-75FD-4CAC-B395-B94FB097C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54DC28-24BC-444F-9E3C-5F6F8E83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CDE84B-B7AC-45C4-B2FC-6FE40B99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1737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0E37F9-6302-4629-B95F-7CD8897B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EEEB570-F275-4229-92DC-4EB574CCAC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95D6E7-CE4B-4F5F-B700-21EF468F1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05165-7CF6-455E-8D76-0C08F0F82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1C480C-2435-423D-98A4-667D08BD2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5D0BF1-5756-456E-ABD8-AD8920698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791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4A35D-0BF2-4D95-9FF9-709AC7F0D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189602-2E6E-4583-A072-8F896288EB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C0CFBE-59AD-4DFB-A713-8857C22E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832497-3212-43BC-A8C3-105C0D1CE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2473B3-EFE8-433C-8672-A424D9C66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21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C1E4F6-30E4-4BE8-B9B3-14FC3B7DE1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1F5231-0245-40AC-86F4-093C4FC0B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06463-42B0-4B09-A9AD-555123A07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BE51E1-62F6-488B-A9DD-0098A8755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042D54-9DD8-4232-A7DA-E3466BFB4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93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BC23415-8408-44D1-BFCB-7944ED617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442E3B-9A3E-4654-B656-59465110E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D8D94D-DED6-4F71-BDD4-CEFF24C3B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F61761-81BA-480B-845B-C480831166E8}" type="datetimeFigureOut">
              <a:rPr lang="zh-CN" altLang="en-US" smtClean="0"/>
              <a:t>2025/10/10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AEDF00-A4E6-4BF0-AE67-07A968771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E5233C-6040-4A4C-88D3-EA7BC080F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6020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2" name="组合 401">
            <a:extLst>
              <a:ext uri="{FF2B5EF4-FFF2-40B4-BE49-F238E27FC236}">
                <a16:creationId xmlns:a16="http://schemas.microsoft.com/office/drawing/2014/main" id="{3A88E4E4-2458-4BFF-9A29-9252B578E942}"/>
              </a:ext>
            </a:extLst>
          </p:cNvPr>
          <p:cNvGrpSpPr/>
          <p:nvPr/>
        </p:nvGrpSpPr>
        <p:grpSpPr>
          <a:xfrm>
            <a:off x="628650" y="1009650"/>
            <a:ext cx="10455335" cy="4962526"/>
            <a:chOff x="628650" y="1009650"/>
            <a:chExt cx="10455335" cy="4962526"/>
          </a:xfrm>
        </p:grpSpPr>
        <p:sp>
          <p:nvSpPr>
            <p:cNvPr id="398" name="矩形 397">
              <a:extLst>
                <a:ext uri="{FF2B5EF4-FFF2-40B4-BE49-F238E27FC236}">
                  <a16:creationId xmlns:a16="http://schemas.microsoft.com/office/drawing/2014/main" id="{B90F98CC-30E9-4DAA-A243-794A8EA62985}"/>
                </a:ext>
              </a:extLst>
            </p:cNvPr>
            <p:cNvSpPr/>
            <p:nvPr/>
          </p:nvSpPr>
          <p:spPr>
            <a:xfrm>
              <a:off x="676276" y="1009650"/>
              <a:ext cx="9953624" cy="4962526"/>
            </a:xfrm>
            <a:prstGeom prst="rect">
              <a:avLst/>
            </a:prstGeom>
            <a:solidFill>
              <a:schemeClr val="bg1"/>
            </a:solidFill>
            <a:ln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平行四边形 7">
              <a:extLst>
                <a:ext uri="{FF2B5EF4-FFF2-40B4-BE49-F238E27FC236}">
                  <a16:creationId xmlns:a16="http://schemas.microsoft.com/office/drawing/2014/main" id="{DE485378-0CF8-4D23-9B3C-4EE0B1A20394}"/>
                </a:ext>
              </a:extLst>
            </p:cNvPr>
            <p:cNvSpPr/>
            <p:nvPr/>
          </p:nvSpPr>
          <p:spPr>
            <a:xfrm>
              <a:off x="1129872" y="3569378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立方体 17">
              <a:extLst>
                <a:ext uri="{FF2B5EF4-FFF2-40B4-BE49-F238E27FC236}">
                  <a16:creationId xmlns:a16="http://schemas.microsoft.com/office/drawing/2014/main" id="{EE66181D-395D-4A97-BEB2-601260FE5B60}"/>
                </a:ext>
              </a:extLst>
            </p:cNvPr>
            <p:cNvSpPr/>
            <p:nvPr/>
          </p:nvSpPr>
          <p:spPr>
            <a:xfrm>
              <a:off x="2577265" y="4158890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466F215D-B0FA-42B6-B3B4-CEA30F5DE65A}"/>
                </a:ext>
              </a:extLst>
            </p:cNvPr>
            <p:cNvSpPr/>
            <p:nvPr/>
          </p:nvSpPr>
          <p:spPr>
            <a:xfrm rot="5136353">
              <a:off x="1595955" y="4801440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椭圆 50">
              <a:extLst>
                <a:ext uri="{FF2B5EF4-FFF2-40B4-BE49-F238E27FC236}">
                  <a16:creationId xmlns:a16="http://schemas.microsoft.com/office/drawing/2014/main" id="{D93D3729-55FF-4196-B7A7-7A6DE6BA0EFB}"/>
                </a:ext>
              </a:extLst>
            </p:cNvPr>
            <p:cNvSpPr/>
            <p:nvPr/>
          </p:nvSpPr>
          <p:spPr>
            <a:xfrm rot="4993526">
              <a:off x="1466417" y="5248009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" name="平行四边形 3">
              <a:extLst>
                <a:ext uri="{FF2B5EF4-FFF2-40B4-BE49-F238E27FC236}">
                  <a16:creationId xmlns:a16="http://schemas.microsoft.com/office/drawing/2014/main" id="{7D16374C-A602-4FD6-B645-BE3B65029910}"/>
                </a:ext>
              </a:extLst>
            </p:cNvPr>
            <p:cNvSpPr/>
            <p:nvPr/>
          </p:nvSpPr>
          <p:spPr>
            <a:xfrm>
              <a:off x="976014" y="1132720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AA2731FF-AF59-4AD0-B73B-1012F0EB2B65}"/>
                </a:ext>
              </a:extLst>
            </p:cNvPr>
            <p:cNvSpPr/>
            <p:nvPr/>
          </p:nvSpPr>
          <p:spPr>
            <a:xfrm rot="5162698">
              <a:off x="2202687" y="4443302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立方体 15">
              <a:extLst>
                <a:ext uri="{FF2B5EF4-FFF2-40B4-BE49-F238E27FC236}">
                  <a16:creationId xmlns:a16="http://schemas.microsoft.com/office/drawing/2014/main" id="{A712A5DD-71DD-471D-8018-129580240E1C}"/>
                </a:ext>
              </a:extLst>
            </p:cNvPr>
            <p:cNvSpPr/>
            <p:nvPr/>
          </p:nvSpPr>
          <p:spPr>
            <a:xfrm>
              <a:off x="4934636" y="3502617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立方体 16">
              <a:extLst>
                <a:ext uri="{FF2B5EF4-FFF2-40B4-BE49-F238E27FC236}">
                  <a16:creationId xmlns:a16="http://schemas.microsoft.com/office/drawing/2014/main" id="{1D91FDF0-16FC-4602-A027-D1DEF249EDA5}"/>
                </a:ext>
              </a:extLst>
            </p:cNvPr>
            <p:cNvSpPr/>
            <p:nvPr/>
          </p:nvSpPr>
          <p:spPr>
            <a:xfrm>
              <a:off x="3160861" y="5178633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BD77F802-9DF5-465C-A87A-708B400AA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91" y="4195595"/>
              <a:ext cx="395832" cy="395832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D9814133-C495-41DF-A0D6-7BFEFDEAE7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6891" y="3605021"/>
              <a:ext cx="298111" cy="298111"/>
            </a:xfrm>
            <a:prstGeom prst="rect">
              <a:avLst/>
            </a:prstGeom>
          </p:spPr>
        </p:pic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20377E2B-C82B-4775-B7E7-DE8A751A2B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358" y="2486861"/>
              <a:ext cx="304800" cy="304800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83BDA3BF-6943-49D9-9704-BD7567768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57892" y="5231044"/>
              <a:ext cx="304800" cy="304800"/>
            </a:xfrm>
            <a:prstGeom prst="rect">
              <a:avLst/>
            </a:prstGeom>
          </p:spPr>
        </p:pic>
        <p:pic>
          <p:nvPicPr>
            <p:cNvPr id="32" name="图片 31">
              <a:extLst>
                <a:ext uri="{FF2B5EF4-FFF2-40B4-BE49-F238E27FC236}">
                  <a16:creationId xmlns:a16="http://schemas.microsoft.com/office/drawing/2014/main" id="{ED673BC8-7B63-4D75-B8D7-81009DD75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8673" y="2142739"/>
              <a:ext cx="304800" cy="304800"/>
            </a:xfrm>
            <a:prstGeom prst="rect">
              <a:avLst/>
            </a:prstGeom>
          </p:spPr>
        </p:pic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394A4D96-22C8-4587-A294-FC3E27376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2012" y="3015534"/>
              <a:ext cx="304800" cy="304800"/>
            </a:xfrm>
            <a:prstGeom prst="rect">
              <a:avLst/>
            </a:prstGeom>
          </p:spPr>
        </p:pic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583F10AD-9E1E-4D76-AB68-C8446BF62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22431" y="5642725"/>
              <a:ext cx="237849" cy="237849"/>
            </a:xfrm>
            <a:prstGeom prst="rect">
              <a:avLst/>
            </a:prstGeom>
          </p:spPr>
        </p:pic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02A06270-2737-498F-8456-33461088E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557" y="2942010"/>
              <a:ext cx="304800" cy="304800"/>
            </a:xfrm>
            <a:prstGeom prst="rect">
              <a:avLst/>
            </a:prstGeom>
          </p:spPr>
        </p:pic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B8482BDE-A872-4464-B7BC-262025F6E0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6947" y="4709432"/>
              <a:ext cx="304800" cy="304800"/>
            </a:xfrm>
            <a:prstGeom prst="rect">
              <a:avLst/>
            </a:prstGeom>
          </p:spPr>
        </p:pic>
        <p:pic>
          <p:nvPicPr>
            <p:cNvPr id="38" name="图片 37">
              <a:extLst>
                <a:ext uri="{FF2B5EF4-FFF2-40B4-BE49-F238E27FC236}">
                  <a16:creationId xmlns:a16="http://schemas.microsoft.com/office/drawing/2014/main" id="{F9B1B858-3D36-430E-96C9-FD987C821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9500" y="5338244"/>
              <a:ext cx="239596" cy="239596"/>
            </a:xfrm>
            <a:prstGeom prst="rect">
              <a:avLst/>
            </a:prstGeom>
          </p:spPr>
        </p:pic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EFE44F74-3839-4C71-9BC7-336DFFCE9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85501" y="4537026"/>
              <a:ext cx="304800" cy="304800"/>
            </a:xfrm>
            <a:prstGeom prst="rect">
              <a:avLst/>
            </a:prstGeom>
          </p:spPr>
        </p:pic>
        <p:sp>
          <p:nvSpPr>
            <p:cNvPr id="48" name="椭圆 47">
              <a:extLst>
                <a:ext uri="{FF2B5EF4-FFF2-40B4-BE49-F238E27FC236}">
                  <a16:creationId xmlns:a16="http://schemas.microsoft.com/office/drawing/2014/main" id="{96834F03-8450-4119-B800-530D3E65ACA2}"/>
                </a:ext>
              </a:extLst>
            </p:cNvPr>
            <p:cNvSpPr/>
            <p:nvPr/>
          </p:nvSpPr>
          <p:spPr>
            <a:xfrm rot="5210808">
              <a:off x="2263341" y="5061647"/>
              <a:ext cx="654549" cy="836733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6964B2EB-055F-4652-99BD-9F50F8055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77203" y="5395949"/>
              <a:ext cx="304800" cy="304800"/>
            </a:xfrm>
            <a:prstGeom prst="rect">
              <a:avLst/>
            </a:prstGeom>
          </p:spPr>
        </p:pic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7D14E498-7813-483D-A5AA-54570E5E6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8510" y="5402928"/>
              <a:ext cx="281592" cy="281592"/>
            </a:xfrm>
            <a:prstGeom prst="rect">
              <a:avLst/>
            </a:prstGeom>
          </p:spPr>
        </p:pic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E0DE93DD-6E3B-4D45-83E7-70E7F0B09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3678" y="4916934"/>
              <a:ext cx="304800" cy="304800"/>
            </a:xfrm>
            <a:prstGeom prst="rect">
              <a:avLst/>
            </a:prstGeom>
          </p:spPr>
        </p:pic>
        <p:pic>
          <p:nvPicPr>
            <p:cNvPr id="44" name="图片 43">
              <a:extLst>
                <a:ext uri="{FF2B5EF4-FFF2-40B4-BE49-F238E27FC236}">
                  <a16:creationId xmlns:a16="http://schemas.microsoft.com/office/drawing/2014/main" id="{1C4D7F0F-30E4-45D7-906D-929E03384B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053" y="5047696"/>
              <a:ext cx="304800" cy="304800"/>
            </a:xfrm>
            <a:prstGeom prst="rect">
              <a:avLst/>
            </a:prstGeom>
          </p:spPr>
        </p:pic>
        <p:pic>
          <p:nvPicPr>
            <p:cNvPr id="45" name="图片 44">
              <a:extLst>
                <a:ext uri="{FF2B5EF4-FFF2-40B4-BE49-F238E27FC236}">
                  <a16:creationId xmlns:a16="http://schemas.microsoft.com/office/drawing/2014/main" id="{9D04E5FC-359C-43D0-B201-63B94C807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4959" y="5199340"/>
              <a:ext cx="304800" cy="304800"/>
            </a:xfrm>
            <a:prstGeom prst="rect">
              <a:avLst/>
            </a:prstGeom>
          </p:spPr>
        </p:pic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9CC8C05C-1C3C-498E-B62D-C03BC30ADA4D}"/>
                </a:ext>
              </a:extLst>
            </p:cNvPr>
            <p:cNvSpPr/>
            <p:nvPr/>
          </p:nvSpPr>
          <p:spPr>
            <a:xfrm rot="21014316">
              <a:off x="3339600" y="3745339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立方体 46">
              <a:extLst>
                <a:ext uri="{FF2B5EF4-FFF2-40B4-BE49-F238E27FC236}">
                  <a16:creationId xmlns:a16="http://schemas.microsoft.com/office/drawing/2014/main" id="{89E18927-3720-45B8-8C1A-E08BD6B6B407}"/>
                </a:ext>
              </a:extLst>
            </p:cNvPr>
            <p:cNvSpPr/>
            <p:nvPr/>
          </p:nvSpPr>
          <p:spPr>
            <a:xfrm>
              <a:off x="5927272" y="4168430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立方体 55">
              <a:extLst>
                <a:ext uri="{FF2B5EF4-FFF2-40B4-BE49-F238E27FC236}">
                  <a16:creationId xmlns:a16="http://schemas.microsoft.com/office/drawing/2014/main" id="{708F501C-C33C-46FB-9AA2-05E90FF7236D}"/>
                </a:ext>
              </a:extLst>
            </p:cNvPr>
            <p:cNvSpPr/>
            <p:nvPr/>
          </p:nvSpPr>
          <p:spPr>
            <a:xfrm>
              <a:off x="4067992" y="4762499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平行四边形 56">
              <a:extLst>
                <a:ext uri="{FF2B5EF4-FFF2-40B4-BE49-F238E27FC236}">
                  <a16:creationId xmlns:a16="http://schemas.microsoft.com/office/drawing/2014/main" id="{40EF24F7-252D-4CC0-8318-EB4517061DFA}"/>
                </a:ext>
              </a:extLst>
            </p:cNvPr>
            <p:cNvSpPr/>
            <p:nvPr/>
          </p:nvSpPr>
          <p:spPr>
            <a:xfrm>
              <a:off x="2993572" y="3161143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8" name="平行四边形 57">
              <a:extLst>
                <a:ext uri="{FF2B5EF4-FFF2-40B4-BE49-F238E27FC236}">
                  <a16:creationId xmlns:a16="http://schemas.microsoft.com/office/drawing/2014/main" id="{54E86447-A995-4BD4-B980-56D9F3AA158A}"/>
                </a:ext>
              </a:extLst>
            </p:cNvPr>
            <p:cNvSpPr/>
            <p:nvPr/>
          </p:nvSpPr>
          <p:spPr>
            <a:xfrm>
              <a:off x="4890952" y="2902063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平行四边形 58">
              <a:extLst>
                <a:ext uri="{FF2B5EF4-FFF2-40B4-BE49-F238E27FC236}">
                  <a16:creationId xmlns:a16="http://schemas.microsoft.com/office/drawing/2014/main" id="{35337433-AB3D-4033-B9EB-62E8BE18872F}"/>
                </a:ext>
              </a:extLst>
            </p:cNvPr>
            <p:cNvSpPr/>
            <p:nvPr/>
          </p:nvSpPr>
          <p:spPr>
            <a:xfrm>
              <a:off x="2315392" y="1903843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平行四边形 59">
              <a:extLst>
                <a:ext uri="{FF2B5EF4-FFF2-40B4-BE49-F238E27FC236}">
                  <a16:creationId xmlns:a16="http://schemas.microsoft.com/office/drawing/2014/main" id="{E62A1885-3D2C-4FF9-AAB9-0C0F13897C09}"/>
                </a:ext>
              </a:extLst>
            </p:cNvPr>
            <p:cNvSpPr/>
            <p:nvPr/>
          </p:nvSpPr>
          <p:spPr>
            <a:xfrm>
              <a:off x="5809162" y="2086723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平行四边形 60">
              <a:extLst>
                <a:ext uri="{FF2B5EF4-FFF2-40B4-BE49-F238E27FC236}">
                  <a16:creationId xmlns:a16="http://schemas.microsoft.com/office/drawing/2014/main" id="{E116E52B-3BF1-477F-BBA1-4DE1103A15B9}"/>
                </a:ext>
              </a:extLst>
            </p:cNvPr>
            <p:cNvSpPr/>
            <p:nvPr/>
          </p:nvSpPr>
          <p:spPr>
            <a:xfrm>
              <a:off x="3328852" y="1560943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平行四边形 61">
              <a:extLst>
                <a:ext uri="{FF2B5EF4-FFF2-40B4-BE49-F238E27FC236}">
                  <a16:creationId xmlns:a16="http://schemas.microsoft.com/office/drawing/2014/main" id="{80B5047A-27C2-45A1-B0BC-8B25B809C0E0}"/>
                </a:ext>
              </a:extLst>
            </p:cNvPr>
            <p:cNvSpPr/>
            <p:nvPr/>
          </p:nvSpPr>
          <p:spPr>
            <a:xfrm>
              <a:off x="4723312" y="1408543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3F511905-D91B-41E1-85F1-3A4A14AAB439}"/>
                </a:ext>
              </a:extLst>
            </p:cNvPr>
            <p:cNvSpPr/>
            <p:nvPr/>
          </p:nvSpPr>
          <p:spPr>
            <a:xfrm rot="21014316">
              <a:off x="3203060" y="1675572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等腰三角形 64">
              <a:extLst>
                <a:ext uri="{FF2B5EF4-FFF2-40B4-BE49-F238E27FC236}">
                  <a16:creationId xmlns:a16="http://schemas.microsoft.com/office/drawing/2014/main" id="{DC88E57B-760D-4BC9-A009-D8F36758FB0B}"/>
                </a:ext>
              </a:extLst>
            </p:cNvPr>
            <p:cNvSpPr/>
            <p:nvPr/>
          </p:nvSpPr>
          <p:spPr>
            <a:xfrm>
              <a:off x="4045132" y="2162923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等腰三角形 65">
              <a:extLst>
                <a:ext uri="{FF2B5EF4-FFF2-40B4-BE49-F238E27FC236}">
                  <a16:creationId xmlns:a16="http://schemas.microsoft.com/office/drawing/2014/main" id="{E4ADE293-9259-496B-B179-54A99E3104A1}"/>
                </a:ext>
              </a:extLst>
            </p:cNvPr>
            <p:cNvSpPr/>
            <p:nvPr/>
          </p:nvSpPr>
          <p:spPr>
            <a:xfrm>
              <a:off x="6811192" y="1237093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平行四边形 66">
              <a:extLst>
                <a:ext uri="{FF2B5EF4-FFF2-40B4-BE49-F238E27FC236}">
                  <a16:creationId xmlns:a16="http://schemas.microsoft.com/office/drawing/2014/main" id="{652633FB-0076-4FDA-B04F-C18E183C298B}"/>
                </a:ext>
              </a:extLst>
            </p:cNvPr>
            <p:cNvSpPr/>
            <p:nvPr/>
          </p:nvSpPr>
          <p:spPr>
            <a:xfrm>
              <a:off x="3869872" y="2566783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CDD9D99-742F-4539-823B-92AFCA7DCD10}"/>
                </a:ext>
              </a:extLst>
            </p:cNvPr>
            <p:cNvCxnSpPr>
              <a:cxnSpLocks/>
              <a:stCxn id="35" idx="2"/>
              <a:endCxn id="48" idx="4"/>
            </p:cNvCxnSpPr>
            <p:nvPr/>
          </p:nvCxnSpPr>
          <p:spPr>
            <a:xfrm flipH="1">
              <a:off x="2172882" y="3246810"/>
              <a:ext cx="357075" cy="225621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804E9F1D-D6E3-4976-B0E4-A51A8D001BB2}"/>
                </a:ext>
              </a:extLst>
            </p:cNvPr>
            <p:cNvCxnSpPr>
              <a:cxnSpLocks/>
              <a:stCxn id="35" idx="2"/>
              <a:endCxn id="48" idx="0"/>
            </p:cNvCxnSpPr>
            <p:nvPr/>
          </p:nvCxnSpPr>
          <p:spPr>
            <a:xfrm>
              <a:off x="2529957" y="3246810"/>
              <a:ext cx="478392" cy="221019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380EAB96-821E-4205-ACBC-DD82CCD08474}"/>
                </a:ext>
              </a:extLst>
            </p:cNvPr>
            <p:cNvCxnSpPr>
              <a:cxnSpLocks/>
              <a:stCxn id="33" idx="2"/>
              <a:endCxn id="51" idx="4"/>
            </p:cNvCxnSpPr>
            <p:nvPr/>
          </p:nvCxnSpPr>
          <p:spPr>
            <a:xfrm flipH="1">
              <a:off x="1415332" y="3320334"/>
              <a:ext cx="259080" cy="231146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656FD088-49CA-4983-AABF-BB79D899BF24}"/>
                </a:ext>
              </a:extLst>
            </p:cNvPr>
            <p:cNvCxnSpPr>
              <a:cxnSpLocks/>
              <a:stCxn id="33" idx="2"/>
              <a:endCxn id="51" idx="0"/>
            </p:cNvCxnSpPr>
            <p:nvPr/>
          </p:nvCxnSpPr>
          <p:spPr>
            <a:xfrm>
              <a:off x="1674412" y="3320334"/>
              <a:ext cx="422705" cy="223046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接连接符 97">
              <a:extLst>
                <a:ext uri="{FF2B5EF4-FFF2-40B4-BE49-F238E27FC236}">
                  <a16:creationId xmlns:a16="http://schemas.microsoft.com/office/drawing/2014/main" id="{16BA9820-BBE4-4404-9D27-9218BEDB135C}"/>
                </a:ext>
              </a:extLst>
            </p:cNvPr>
            <p:cNvCxnSpPr>
              <a:cxnSpLocks/>
              <a:stCxn id="30" idx="2"/>
              <a:endCxn id="53" idx="4"/>
            </p:cNvCxnSpPr>
            <p:nvPr/>
          </p:nvCxnSpPr>
          <p:spPr>
            <a:xfrm flipH="1">
              <a:off x="1543482" y="2791661"/>
              <a:ext cx="358276" cy="237937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BCBA43CA-E0C1-4564-8B7E-2D0D4BE1E0D1}"/>
                </a:ext>
              </a:extLst>
            </p:cNvPr>
            <p:cNvCxnSpPr>
              <a:cxnSpLocks/>
              <a:stCxn id="30" idx="2"/>
              <a:endCxn id="53" idx="0"/>
            </p:cNvCxnSpPr>
            <p:nvPr/>
          </p:nvCxnSpPr>
          <p:spPr>
            <a:xfrm>
              <a:off x="1901758" y="2791661"/>
              <a:ext cx="326285" cy="232676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5200CE6-E515-4DF9-B9EE-0E18355D3873}"/>
                </a:ext>
              </a:extLst>
            </p:cNvPr>
            <p:cNvCxnSpPr>
              <a:cxnSpLocks/>
              <a:stCxn id="32" idx="2"/>
              <a:endCxn id="52" idx="4"/>
            </p:cNvCxnSpPr>
            <p:nvPr/>
          </p:nvCxnSpPr>
          <p:spPr>
            <a:xfrm flipH="1">
              <a:off x="2150023" y="2447539"/>
              <a:ext cx="251050" cy="236273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连接符 104">
              <a:extLst>
                <a:ext uri="{FF2B5EF4-FFF2-40B4-BE49-F238E27FC236}">
                  <a16:creationId xmlns:a16="http://schemas.microsoft.com/office/drawing/2014/main" id="{59B7DB20-B71F-404A-9E89-503212A6EE2A}"/>
                </a:ext>
              </a:extLst>
            </p:cNvPr>
            <p:cNvCxnSpPr>
              <a:cxnSpLocks/>
              <a:stCxn id="32" idx="2"/>
              <a:endCxn id="52" idx="0"/>
            </p:cNvCxnSpPr>
            <p:nvPr/>
          </p:nvCxnSpPr>
          <p:spPr>
            <a:xfrm>
              <a:off x="2401073" y="2447539"/>
              <a:ext cx="433893" cy="2315375"/>
            </a:xfrm>
            <a:prstGeom prst="lin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0" name="星形: 五角 119">
              <a:extLst>
                <a:ext uri="{FF2B5EF4-FFF2-40B4-BE49-F238E27FC236}">
                  <a16:creationId xmlns:a16="http://schemas.microsoft.com/office/drawing/2014/main" id="{B83C98F7-8DE6-4BFE-9BD1-F5AC12F5AE37}"/>
                </a:ext>
              </a:extLst>
            </p:cNvPr>
            <p:cNvSpPr/>
            <p:nvPr/>
          </p:nvSpPr>
          <p:spPr>
            <a:xfrm rot="20997962">
              <a:off x="3267892" y="2947782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0" name="星形: 五角 129">
              <a:extLst>
                <a:ext uri="{FF2B5EF4-FFF2-40B4-BE49-F238E27FC236}">
                  <a16:creationId xmlns:a16="http://schemas.microsoft.com/office/drawing/2014/main" id="{99169503-0035-46F6-89F0-767297661BF2}"/>
                </a:ext>
              </a:extLst>
            </p:cNvPr>
            <p:cNvSpPr/>
            <p:nvPr/>
          </p:nvSpPr>
          <p:spPr>
            <a:xfrm rot="1976744">
              <a:off x="4444707" y="3115423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星形: 五角 130">
              <a:extLst>
                <a:ext uri="{FF2B5EF4-FFF2-40B4-BE49-F238E27FC236}">
                  <a16:creationId xmlns:a16="http://schemas.microsoft.com/office/drawing/2014/main" id="{9326780E-FB35-4D1A-BE25-D78B5D809786}"/>
                </a:ext>
              </a:extLst>
            </p:cNvPr>
            <p:cNvSpPr/>
            <p:nvPr/>
          </p:nvSpPr>
          <p:spPr>
            <a:xfrm>
              <a:off x="5332912" y="2429623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星形: 五角 131">
              <a:extLst>
                <a:ext uri="{FF2B5EF4-FFF2-40B4-BE49-F238E27FC236}">
                  <a16:creationId xmlns:a16="http://schemas.microsoft.com/office/drawing/2014/main" id="{3281DC0E-F6FC-421B-80A7-24EC0B5BE8BF}"/>
                </a:ext>
              </a:extLst>
            </p:cNvPr>
            <p:cNvSpPr/>
            <p:nvPr/>
          </p:nvSpPr>
          <p:spPr>
            <a:xfrm>
              <a:off x="5835832" y="1789543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星形: 五角 132">
              <a:extLst>
                <a:ext uri="{FF2B5EF4-FFF2-40B4-BE49-F238E27FC236}">
                  <a16:creationId xmlns:a16="http://schemas.microsoft.com/office/drawing/2014/main" id="{16438C39-74FA-4E9B-BCD6-F8F431630D1B}"/>
                </a:ext>
              </a:extLst>
            </p:cNvPr>
            <p:cNvSpPr/>
            <p:nvPr/>
          </p:nvSpPr>
          <p:spPr>
            <a:xfrm rot="1548584">
              <a:off x="2963092" y="2749663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星形: 五角 133">
              <a:extLst>
                <a:ext uri="{FF2B5EF4-FFF2-40B4-BE49-F238E27FC236}">
                  <a16:creationId xmlns:a16="http://schemas.microsoft.com/office/drawing/2014/main" id="{5EFE6C79-AE1F-43FE-9D82-759C6C4EAE3E}"/>
                </a:ext>
              </a:extLst>
            </p:cNvPr>
            <p:cNvSpPr/>
            <p:nvPr/>
          </p:nvSpPr>
          <p:spPr>
            <a:xfrm rot="5609243">
              <a:off x="3742797" y="2886823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星形: 五角 134">
              <a:extLst>
                <a:ext uri="{FF2B5EF4-FFF2-40B4-BE49-F238E27FC236}">
                  <a16:creationId xmlns:a16="http://schemas.microsoft.com/office/drawing/2014/main" id="{9E3B85B5-6CBE-464B-87B3-D392C55FC47A}"/>
                </a:ext>
              </a:extLst>
            </p:cNvPr>
            <p:cNvSpPr/>
            <p:nvPr/>
          </p:nvSpPr>
          <p:spPr>
            <a:xfrm rot="3880281">
              <a:off x="4936672" y="2414383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6" name="星形: 五角 135">
              <a:extLst>
                <a:ext uri="{FF2B5EF4-FFF2-40B4-BE49-F238E27FC236}">
                  <a16:creationId xmlns:a16="http://schemas.microsoft.com/office/drawing/2014/main" id="{BE2090AA-24F3-44E3-95C4-D92D6315ED12}"/>
                </a:ext>
              </a:extLst>
            </p:cNvPr>
            <p:cNvSpPr/>
            <p:nvPr/>
          </p:nvSpPr>
          <p:spPr>
            <a:xfrm>
              <a:off x="5584372" y="1759063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星形: 五角 136">
              <a:extLst>
                <a:ext uri="{FF2B5EF4-FFF2-40B4-BE49-F238E27FC236}">
                  <a16:creationId xmlns:a16="http://schemas.microsoft.com/office/drawing/2014/main" id="{47884D26-5A41-4E00-BE78-E9BF34841215}"/>
                </a:ext>
              </a:extLst>
            </p:cNvPr>
            <p:cNvSpPr/>
            <p:nvPr/>
          </p:nvSpPr>
          <p:spPr>
            <a:xfrm>
              <a:off x="2818312" y="2604883"/>
              <a:ext cx="12192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9" name="直接箭头连接符 138">
              <a:extLst>
                <a:ext uri="{FF2B5EF4-FFF2-40B4-BE49-F238E27FC236}">
                  <a16:creationId xmlns:a16="http://schemas.microsoft.com/office/drawing/2014/main" id="{1FD6CA44-C58C-430A-A5FD-410E02C79D63}"/>
                </a:ext>
              </a:extLst>
            </p:cNvPr>
            <p:cNvCxnSpPr>
              <a:cxnSpLocks/>
              <a:endCxn id="120" idx="1"/>
            </p:cNvCxnSpPr>
            <p:nvPr/>
          </p:nvCxnSpPr>
          <p:spPr>
            <a:xfrm flipV="1">
              <a:off x="2673532" y="3012368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箭头连接符 144">
              <a:extLst>
                <a:ext uri="{FF2B5EF4-FFF2-40B4-BE49-F238E27FC236}">
                  <a16:creationId xmlns:a16="http://schemas.microsoft.com/office/drawing/2014/main" id="{D2658158-CAB8-4A2B-92B8-40AD13F0F576}"/>
                </a:ext>
              </a:extLst>
            </p:cNvPr>
            <p:cNvCxnSpPr>
              <a:cxnSpLocks/>
              <a:stCxn id="120" idx="4"/>
              <a:endCxn id="130" idx="2"/>
            </p:cNvCxnSpPr>
            <p:nvPr/>
          </p:nvCxnSpPr>
          <p:spPr>
            <a:xfrm>
              <a:off x="3401182" y="2988471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接箭头连接符 147">
              <a:extLst>
                <a:ext uri="{FF2B5EF4-FFF2-40B4-BE49-F238E27FC236}">
                  <a16:creationId xmlns:a16="http://schemas.microsoft.com/office/drawing/2014/main" id="{90E17755-2405-412B-8A9E-43AD90196336}"/>
                </a:ext>
              </a:extLst>
            </p:cNvPr>
            <p:cNvCxnSpPr>
              <a:cxnSpLocks/>
              <a:stCxn id="130" idx="4"/>
              <a:endCxn id="131" idx="2"/>
            </p:cNvCxnSpPr>
            <p:nvPr/>
          </p:nvCxnSpPr>
          <p:spPr>
            <a:xfrm flipV="1">
              <a:off x="4579643" y="2566783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接箭头连接符 150">
              <a:extLst>
                <a:ext uri="{FF2B5EF4-FFF2-40B4-BE49-F238E27FC236}">
                  <a16:creationId xmlns:a16="http://schemas.microsoft.com/office/drawing/2014/main" id="{12388605-2A97-4597-89E8-A9B5448B7732}"/>
                </a:ext>
              </a:extLst>
            </p:cNvPr>
            <p:cNvCxnSpPr>
              <a:cxnSpLocks/>
              <a:stCxn id="131" idx="4"/>
              <a:endCxn id="132" idx="2"/>
            </p:cNvCxnSpPr>
            <p:nvPr/>
          </p:nvCxnSpPr>
          <p:spPr>
            <a:xfrm flipV="1">
              <a:off x="5470072" y="1926703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直接箭头连接符 154">
              <a:extLst>
                <a:ext uri="{FF2B5EF4-FFF2-40B4-BE49-F238E27FC236}">
                  <a16:creationId xmlns:a16="http://schemas.microsoft.com/office/drawing/2014/main" id="{9601D28F-F218-49E4-8468-6A7ED4F1B019}"/>
                </a:ext>
              </a:extLst>
            </p:cNvPr>
            <p:cNvCxnSpPr>
              <a:cxnSpLocks/>
              <a:stCxn id="132" idx="4"/>
              <a:endCxn id="66" idx="2"/>
            </p:cNvCxnSpPr>
            <p:nvPr/>
          </p:nvCxnSpPr>
          <p:spPr>
            <a:xfrm flipV="1">
              <a:off x="5972992" y="1336153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0B005144-1D7E-46D5-AA5E-25A15B36A197}"/>
                </a:ext>
              </a:extLst>
            </p:cNvPr>
            <p:cNvCxnSpPr>
              <a:cxnSpLocks/>
              <a:stCxn id="33" idx="3"/>
              <a:endCxn id="133" idx="2"/>
            </p:cNvCxnSpPr>
            <p:nvPr/>
          </p:nvCxnSpPr>
          <p:spPr>
            <a:xfrm flipV="1">
              <a:off x="1826812" y="2861528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5C391034-F392-4120-B43F-A65C7E05F349}"/>
                </a:ext>
              </a:extLst>
            </p:cNvPr>
            <p:cNvCxnSpPr>
              <a:cxnSpLocks/>
              <a:stCxn id="133" idx="4"/>
              <a:endCxn id="134" idx="2"/>
            </p:cNvCxnSpPr>
            <p:nvPr/>
          </p:nvCxnSpPr>
          <p:spPr>
            <a:xfrm>
              <a:off x="3100460" y="2833527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星形: 五角 178">
              <a:extLst>
                <a:ext uri="{FF2B5EF4-FFF2-40B4-BE49-F238E27FC236}">
                  <a16:creationId xmlns:a16="http://schemas.microsoft.com/office/drawing/2014/main" id="{538053DE-8D85-4692-8664-4E2B40995B18}"/>
                </a:ext>
              </a:extLst>
            </p:cNvPr>
            <p:cNvSpPr/>
            <p:nvPr/>
          </p:nvSpPr>
          <p:spPr>
            <a:xfrm rot="372011">
              <a:off x="4569445" y="3266539"/>
              <a:ext cx="13716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80" name="直接箭头连接符 179">
              <a:extLst>
                <a:ext uri="{FF2B5EF4-FFF2-40B4-BE49-F238E27FC236}">
                  <a16:creationId xmlns:a16="http://schemas.microsoft.com/office/drawing/2014/main" id="{29622780-259F-47A2-964B-6C5F17C97558}"/>
                </a:ext>
              </a:extLst>
            </p:cNvPr>
            <p:cNvCxnSpPr>
              <a:cxnSpLocks/>
              <a:stCxn id="134" idx="0"/>
              <a:endCxn id="179" idx="1"/>
            </p:cNvCxnSpPr>
            <p:nvPr/>
          </p:nvCxnSpPr>
          <p:spPr>
            <a:xfrm>
              <a:off x="3879830" y="2959575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BCB3F58F-CC7B-425C-BDA2-E832E54236B2}"/>
                </a:ext>
              </a:extLst>
            </p:cNvPr>
            <p:cNvCxnSpPr>
              <a:cxnSpLocks/>
              <a:stCxn id="179" idx="4"/>
              <a:endCxn id="135" idx="3"/>
            </p:cNvCxnSpPr>
            <p:nvPr/>
          </p:nvCxnSpPr>
          <p:spPr>
            <a:xfrm flipV="1">
              <a:off x="4707952" y="2550613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接箭头连接符 193">
              <a:extLst>
                <a:ext uri="{FF2B5EF4-FFF2-40B4-BE49-F238E27FC236}">
                  <a16:creationId xmlns:a16="http://schemas.microsoft.com/office/drawing/2014/main" id="{F5B6FC5C-A816-4055-B8CB-026B6CB3A6D6}"/>
                </a:ext>
              </a:extLst>
            </p:cNvPr>
            <p:cNvCxnSpPr>
              <a:cxnSpLocks/>
              <a:stCxn id="135" idx="0"/>
              <a:endCxn id="136" idx="2"/>
            </p:cNvCxnSpPr>
            <p:nvPr/>
          </p:nvCxnSpPr>
          <p:spPr>
            <a:xfrm flipV="1">
              <a:off x="5067239" y="1896223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接箭头连接符 196">
              <a:extLst>
                <a:ext uri="{FF2B5EF4-FFF2-40B4-BE49-F238E27FC236}">
                  <a16:creationId xmlns:a16="http://schemas.microsoft.com/office/drawing/2014/main" id="{6BAAC248-2284-47A9-8FE0-568645022E0E}"/>
                </a:ext>
              </a:extLst>
            </p:cNvPr>
            <p:cNvCxnSpPr>
              <a:cxnSpLocks/>
              <a:stCxn id="136" idx="4"/>
              <a:endCxn id="66" idx="2"/>
            </p:cNvCxnSpPr>
            <p:nvPr/>
          </p:nvCxnSpPr>
          <p:spPr>
            <a:xfrm flipV="1">
              <a:off x="5721532" y="1336153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星形: 五角 199">
              <a:extLst>
                <a:ext uri="{FF2B5EF4-FFF2-40B4-BE49-F238E27FC236}">
                  <a16:creationId xmlns:a16="http://schemas.microsoft.com/office/drawing/2014/main" id="{76C89217-C3D1-422A-BAEB-56C2CDE7C814}"/>
                </a:ext>
              </a:extLst>
            </p:cNvPr>
            <p:cNvSpPr/>
            <p:nvPr/>
          </p:nvSpPr>
          <p:spPr>
            <a:xfrm>
              <a:off x="4456612" y="2719183"/>
              <a:ext cx="12192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星形: 五角 200">
              <a:extLst>
                <a:ext uri="{FF2B5EF4-FFF2-40B4-BE49-F238E27FC236}">
                  <a16:creationId xmlns:a16="http://schemas.microsoft.com/office/drawing/2014/main" id="{6CB2428D-3002-46FB-8C40-0017BB999C25}"/>
                </a:ext>
              </a:extLst>
            </p:cNvPr>
            <p:cNvSpPr/>
            <p:nvPr/>
          </p:nvSpPr>
          <p:spPr>
            <a:xfrm>
              <a:off x="5142837" y="1903843"/>
              <a:ext cx="12192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星形: 五角 201">
              <a:extLst>
                <a:ext uri="{FF2B5EF4-FFF2-40B4-BE49-F238E27FC236}">
                  <a16:creationId xmlns:a16="http://schemas.microsoft.com/office/drawing/2014/main" id="{05D05E92-1709-47B2-9709-2894C4D4A95B}"/>
                </a:ext>
              </a:extLst>
            </p:cNvPr>
            <p:cNvSpPr/>
            <p:nvPr/>
          </p:nvSpPr>
          <p:spPr>
            <a:xfrm rot="3317061">
              <a:off x="3249810" y="1366917"/>
              <a:ext cx="121920" cy="137160"/>
            </a:xfrm>
            <a:prstGeom prst="star5">
              <a:avLst/>
            </a:prstGeom>
            <a:solidFill>
              <a:srgbClr val="FF8989"/>
            </a:solidFill>
            <a:ln>
              <a:solidFill>
                <a:srgbClr val="FF898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5" name="星形: 五角 204">
              <a:extLst>
                <a:ext uri="{FF2B5EF4-FFF2-40B4-BE49-F238E27FC236}">
                  <a16:creationId xmlns:a16="http://schemas.microsoft.com/office/drawing/2014/main" id="{4D15CA65-9FA2-4B47-BA81-A16D18F58D47}"/>
                </a:ext>
              </a:extLst>
            </p:cNvPr>
            <p:cNvSpPr/>
            <p:nvPr/>
          </p:nvSpPr>
          <p:spPr>
            <a:xfrm>
              <a:off x="3763192" y="3153523"/>
              <a:ext cx="121920" cy="137160"/>
            </a:xfrm>
            <a:prstGeom prst="star5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25A1D04-87AB-4122-AAE4-35DC64A98C4D}"/>
                </a:ext>
              </a:extLst>
            </p:cNvPr>
            <p:cNvCxnSpPr>
              <a:cxnSpLocks/>
              <a:stCxn id="30" idx="3"/>
              <a:endCxn id="137" idx="1"/>
            </p:cNvCxnSpPr>
            <p:nvPr/>
          </p:nvCxnSpPr>
          <p:spPr>
            <a:xfrm>
              <a:off x="2054158" y="2639261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1DC7FA62-516C-49C7-BE8F-D9D4B823BA43}"/>
                </a:ext>
              </a:extLst>
            </p:cNvPr>
            <p:cNvCxnSpPr>
              <a:cxnSpLocks/>
              <a:stCxn id="137" idx="4"/>
              <a:endCxn id="205" idx="1"/>
            </p:cNvCxnSpPr>
            <p:nvPr/>
          </p:nvCxnSpPr>
          <p:spPr>
            <a:xfrm>
              <a:off x="2940232" y="2657273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接箭头连接符 212">
              <a:extLst>
                <a:ext uri="{FF2B5EF4-FFF2-40B4-BE49-F238E27FC236}">
                  <a16:creationId xmlns:a16="http://schemas.microsoft.com/office/drawing/2014/main" id="{6EAE5F64-3F20-495A-A703-1C0E32FE07DF}"/>
                </a:ext>
              </a:extLst>
            </p:cNvPr>
            <p:cNvCxnSpPr>
              <a:cxnSpLocks/>
              <a:stCxn id="205" idx="4"/>
              <a:endCxn id="200" idx="2"/>
            </p:cNvCxnSpPr>
            <p:nvPr/>
          </p:nvCxnSpPr>
          <p:spPr>
            <a:xfrm flipV="1">
              <a:off x="3885112" y="2856343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2F81351B-F036-4EE3-A7C2-055A9CE0E201}"/>
                </a:ext>
              </a:extLst>
            </p:cNvPr>
            <p:cNvCxnSpPr>
              <a:cxnSpLocks/>
              <a:stCxn id="200" idx="4"/>
              <a:endCxn id="201" idx="2"/>
            </p:cNvCxnSpPr>
            <p:nvPr/>
          </p:nvCxnSpPr>
          <p:spPr>
            <a:xfrm flipV="1">
              <a:off x="4578532" y="2041003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接箭头连接符 218">
              <a:extLst>
                <a:ext uri="{FF2B5EF4-FFF2-40B4-BE49-F238E27FC236}">
                  <a16:creationId xmlns:a16="http://schemas.microsoft.com/office/drawing/2014/main" id="{DD004424-B209-42E0-BE5B-2D04C839942A}"/>
                </a:ext>
              </a:extLst>
            </p:cNvPr>
            <p:cNvCxnSpPr>
              <a:cxnSpLocks/>
              <a:stCxn id="201" idx="4"/>
              <a:endCxn id="66" idx="2"/>
            </p:cNvCxnSpPr>
            <p:nvPr/>
          </p:nvCxnSpPr>
          <p:spPr>
            <a:xfrm flipV="1">
              <a:off x="5264757" y="1336153"/>
              <a:ext cx="1546435" cy="6200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接箭头连接符 223">
              <a:extLst>
                <a:ext uri="{FF2B5EF4-FFF2-40B4-BE49-F238E27FC236}">
                  <a16:creationId xmlns:a16="http://schemas.microsoft.com/office/drawing/2014/main" id="{A2027763-AD35-4D2D-BCD9-570BD9A0A070}"/>
                </a:ext>
              </a:extLst>
            </p:cNvPr>
            <p:cNvCxnSpPr>
              <a:cxnSpLocks/>
              <a:stCxn id="32" idx="3"/>
              <a:endCxn id="202" idx="2"/>
            </p:cNvCxnSpPr>
            <p:nvPr/>
          </p:nvCxnSpPr>
          <p:spPr>
            <a:xfrm flipV="1">
              <a:off x="2553473" y="1443585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立方体 14">
              <a:extLst>
                <a:ext uri="{FF2B5EF4-FFF2-40B4-BE49-F238E27FC236}">
                  <a16:creationId xmlns:a16="http://schemas.microsoft.com/office/drawing/2014/main" id="{1DE6D27C-B218-4F92-8441-D198F3E52105}"/>
                </a:ext>
              </a:extLst>
            </p:cNvPr>
            <p:cNvSpPr/>
            <p:nvPr/>
          </p:nvSpPr>
          <p:spPr>
            <a:xfrm>
              <a:off x="4980385" y="5068943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2" name="立方体 261">
              <a:extLst>
                <a:ext uri="{FF2B5EF4-FFF2-40B4-BE49-F238E27FC236}">
                  <a16:creationId xmlns:a16="http://schemas.microsoft.com/office/drawing/2014/main" id="{441C0AFD-DACC-4CFC-9F7F-E4D3CF05F9E0}"/>
                </a:ext>
              </a:extLst>
            </p:cNvPr>
            <p:cNvSpPr/>
            <p:nvPr/>
          </p:nvSpPr>
          <p:spPr>
            <a:xfrm>
              <a:off x="5059304" y="410447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3" name="星形: 五角 292">
              <a:extLst>
                <a:ext uri="{FF2B5EF4-FFF2-40B4-BE49-F238E27FC236}">
                  <a16:creationId xmlns:a16="http://schemas.microsoft.com/office/drawing/2014/main" id="{2F924BF3-71BC-461D-9363-9962AD59BC5B}"/>
                </a:ext>
              </a:extLst>
            </p:cNvPr>
            <p:cNvSpPr/>
            <p:nvPr/>
          </p:nvSpPr>
          <p:spPr>
            <a:xfrm rot="622673">
              <a:off x="4265798" y="1485577"/>
              <a:ext cx="121920" cy="137160"/>
            </a:xfrm>
            <a:prstGeom prst="star5">
              <a:avLst/>
            </a:prstGeom>
            <a:solidFill>
              <a:srgbClr val="FF8989"/>
            </a:solidFill>
            <a:ln>
              <a:solidFill>
                <a:srgbClr val="FF898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5" name="直接箭头连接符 294">
              <a:extLst>
                <a:ext uri="{FF2B5EF4-FFF2-40B4-BE49-F238E27FC236}">
                  <a16:creationId xmlns:a16="http://schemas.microsoft.com/office/drawing/2014/main" id="{F1144609-6941-4E57-AA4F-C6027FE50178}"/>
                </a:ext>
              </a:extLst>
            </p:cNvPr>
            <p:cNvCxnSpPr>
              <a:cxnSpLocks/>
              <a:stCxn id="202" idx="4"/>
              <a:endCxn id="293" idx="1"/>
            </p:cNvCxnSpPr>
            <p:nvPr/>
          </p:nvCxnSpPr>
          <p:spPr>
            <a:xfrm>
              <a:off x="3358795" y="1476385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直接箭头连接符 297">
              <a:extLst>
                <a:ext uri="{FF2B5EF4-FFF2-40B4-BE49-F238E27FC236}">
                  <a16:creationId xmlns:a16="http://schemas.microsoft.com/office/drawing/2014/main" id="{B29B0F7F-4408-490B-8916-B6F220B2F1AA}"/>
                </a:ext>
              </a:extLst>
            </p:cNvPr>
            <p:cNvCxnSpPr>
              <a:cxnSpLocks/>
              <a:stCxn id="293" idx="4"/>
              <a:endCxn id="301" idx="1"/>
            </p:cNvCxnSpPr>
            <p:nvPr/>
          </p:nvCxnSpPr>
          <p:spPr>
            <a:xfrm>
              <a:off x="4389637" y="1549213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星形: 五角 300">
              <a:extLst>
                <a:ext uri="{FF2B5EF4-FFF2-40B4-BE49-F238E27FC236}">
                  <a16:creationId xmlns:a16="http://schemas.microsoft.com/office/drawing/2014/main" id="{AEEFE21B-B96E-4672-8AF9-2E1829B8CD73}"/>
                </a:ext>
              </a:extLst>
            </p:cNvPr>
            <p:cNvSpPr/>
            <p:nvPr/>
          </p:nvSpPr>
          <p:spPr>
            <a:xfrm rot="804682">
              <a:off x="5133098" y="1622336"/>
              <a:ext cx="121920" cy="137160"/>
            </a:xfrm>
            <a:prstGeom prst="star5">
              <a:avLst/>
            </a:prstGeom>
            <a:solidFill>
              <a:srgbClr val="FF8989"/>
            </a:solidFill>
            <a:ln>
              <a:solidFill>
                <a:srgbClr val="FF898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02" name="直接箭头连接符 301">
              <a:extLst>
                <a:ext uri="{FF2B5EF4-FFF2-40B4-BE49-F238E27FC236}">
                  <a16:creationId xmlns:a16="http://schemas.microsoft.com/office/drawing/2014/main" id="{A3979C0C-CFF8-4539-9932-17A0CA678BFC}"/>
                </a:ext>
              </a:extLst>
            </p:cNvPr>
            <p:cNvCxnSpPr>
              <a:cxnSpLocks/>
              <a:stCxn id="301" idx="4"/>
              <a:endCxn id="66" idx="2"/>
            </p:cNvCxnSpPr>
            <p:nvPr/>
          </p:nvCxnSpPr>
          <p:spPr>
            <a:xfrm flipV="1">
              <a:off x="5257111" y="1336153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立方体 13">
              <a:extLst>
                <a:ext uri="{FF2B5EF4-FFF2-40B4-BE49-F238E27FC236}">
                  <a16:creationId xmlns:a16="http://schemas.microsoft.com/office/drawing/2014/main" id="{D174CF47-C5A7-4617-8FEB-BF02BA0F0BCA}"/>
                </a:ext>
              </a:extLst>
            </p:cNvPr>
            <p:cNvSpPr/>
            <p:nvPr/>
          </p:nvSpPr>
          <p:spPr>
            <a:xfrm>
              <a:off x="3629348" y="3680847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64" name="组合 363">
              <a:extLst>
                <a:ext uri="{FF2B5EF4-FFF2-40B4-BE49-F238E27FC236}">
                  <a16:creationId xmlns:a16="http://schemas.microsoft.com/office/drawing/2014/main" id="{9219708F-9480-49AA-B5D0-09CF00B3F248}"/>
                </a:ext>
              </a:extLst>
            </p:cNvPr>
            <p:cNvGrpSpPr/>
            <p:nvPr/>
          </p:nvGrpSpPr>
          <p:grpSpPr>
            <a:xfrm>
              <a:off x="7632297" y="1373267"/>
              <a:ext cx="2740907" cy="1876425"/>
              <a:chOff x="7568954" y="938346"/>
              <a:chExt cx="2740907" cy="1876425"/>
            </a:xfrm>
          </p:grpSpPr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1570D84B-9625-4732-8786-647DDE8BD934}"/>
                  </a:ext>
                </a:extLst>
              </p:cNvPr>
              <p:cNvSpPr/>
              <p:nvPr/>
            </p:nvSpPr>
            <p:spPr>
              <a:xfrm>
                <a:off x="7568954" y="938346"/>
                <a:ext cx="2733675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76" name="组合 275">
                <a:extLst>
                  <a:ext uri="{FF2B5EF4-FFF2-40B4-BE49-F238E27FC236}">
                    <a16:creationId xmlns:a16="http://schemas.microsoft.com/office/drawing/2014/main" id="{CA0D9FB8-8755-4881-B4FA-76626E3B7DE0}"/>
                  </a:ext>
                </a:extLst>
              </p:cNvPr>
              <p:cNvGrpSpPr/>
              <p:nvPr/>
            </p:nvGrpSpPr>
            <p:grpSpPr>
              <a:xfrm>
                <a:off x="8144142" y="1803163"/>
                <a:ext cx="2102265" cy="982768"/>
                <a:chOff x="8083419" y="1025603"/>
                <a:chExt cx="2231549" cy="1871560"/>
              </a:xfrm>
            </p:grpSpPr>
            <p:sp>
              <p:nvSpPr>
                <p:cNvPr id="270" name="星形: 五角 269">
                  <a:extLst>
                    <a:ext uri="{FF2B5EF4-FFF2-40B4-BE49-F238E27FC236}">
                      <a16:creationId xmlns:a16="http://schemas.microsoft.com/office/drawing/2014/main" id="{A2C05A02-1B99-4041-BC09-DFEF514C246E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1" name="星形: 五角 270">
                  <a:extLst>
                    <a:ext uri="{FF2B5EF4-FFF2-40B4-BE49-F238E27FC236}">
                      <a16:creationId xmlns:a16="http://schemas.microsoft.com/office/drawing/2014/main" id="{F8B31ADD-769F-4CDF-AE7B-5FE43625F196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277DBE80-7CC8-400B-AD97-5DCDCF4312D2}"/>
                    </a:ext>
                  </a:extLst>
                </p:cNvPr>
                <p:cNvCxnSpPr>
                  <a:cxnSpLocks/>
                  <a:endCxn id="270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D027814B-F51D-4886-BF46-3590397780F8}"/>
                    </a:ext>
                  </a:extLst>
                </p:cNvPr>
                <p:cNvCxnSpPr>
                  <a:cxnSpLocks/>
                  <a:stCxn id="270" idx="4"/>
                  <a:endCxn id="271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6A0103E8-26DF-4BFC-B7A4-0FEA7A4822BA}"/>
                    </a:ext>
                  </a:extLst>
                </p:cNvPr>
                <p:cNvCxnSpPr>
                  <a:cxnSpLocks/>
                  <a:stCxn id="271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3" name="组合 282">
                <a:extLst>
                  <a:ext uri="{FF2B5EF4-FFF2-40B4-BE49-F238E27FC236}">
                    <a16:creationId xmlns:a16="http://schemas.microsoft.com/office/drawing/2014/main" id="{9569FAEA-137D-40D1-8042-F102653BD545}"/>
                  </a:ext>
                </a:extLst>
              </p:cNvPr>
              <p:cNvGrpSpPr/>
              <p:nvPr/>
            </p:nvGrpSpPr>
            <p:grpSpPr>
              <a:xfrm>
                <a:off x="7853585" y="1563880"/>
                <a:ext cx="2418459" cy="1196411"/>
                <a:chOff x="8015175" y="999965"/>
                <a:chExt cx="2103240" cy="1990278"/>
              </a:xfrm>
            </p:grpSpPr>
            <p:sp>
              <p:nvSpPr>
                <p:cNvPr id="278" name="星形: 五角 277">
                  <a:extLst>
                    <a:ext uri="{FF2B5EF4-FFF2-40B4-BE49-F238E27FC236}">
                      <a16:creationId xmlns:a16="http://schemas.microsoft.com/office/drawing/2014/main" id="{568A8326-66A6-4473-8C61-B6DAE84F2B70}"/>
                    </a:ext>
                  </a:extLst>
                </p:cNvPr>
                <p:cNvSpPr/>
                <p:nvPr/>
              </p:nvSpPr>
              <p:spPr>
                <a:xfrm rot="3880281">
                  <a:off x="8243895" y="207819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9" name="星形: 五角 278">
                  <a:extLst>
                    <a:ext uri="{FF2B5EF4-FFF2-40B4-BE49-F238E27FC236}">
                      <a16:creationId xmlns:a16="http://schemas.microsoft.com/office/drawing/2014/main" id="{235F1874-A285-4554-A2D7-7A18E518F57F}"/>
                    </a:ext>
                  </a:extLst>
                </p:cNvPr>
                <p:cNvSpPr/>
                <p:nvPr/>
              </p:nvSpPr>
              <p:spPr>
                <a:xfrm>
                  <a:off x="8891595" y="142287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0" name="直接箭头连接符 279">
                  <a:extLst>
                    <a:ext uri="{FF2B5EF4-FFF2-40B4-BE49-F238E27FC236}">
                      <a16:creationId xmlns:a16="http://schemas.microsoft.com/office/drawing/2014/main" id="{D8382CC4-8F69-4FE8-993B-9378B6E35060}"/>
                    </a:ext>
                  </a:extLst>
                </p:cNvPr>
                <p:cNvCxnSpPr>
                  <a:cxnSpLocks/>
                  <a:endCxn id="278" idx="3"/>
                </p:cNvCxnSpPr>
                <p:nvPr/>
              </p:nvCxnSpPr>
              <p:spPr>
                <a:xfrm flipV="1">
                  <a:off x="8015175" y="2214425"/>
                  <a:ext cx="253445" cy="775818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直接箭头连接符 280">
                  <a:extLst>
                    <a:ext uri="{FF2B5EF4-FFF2-40B4-BE49-F238E27FC236}">
                      <a16:creationId xmlns:a16="http://schemas.microsoft.com/office/drawing/2014/main" id="{4B23D85A-E53A-4D00-8ECD-D7BE37C6F90C}"/>
                    </a:ext>
                  </a:extLst>
                </p:cNvPr>
                <p:cNvCxnSpPr>
                  <a:cxnSpLocks/>
                  <a:stCxn id="278" idx="0"/>
                  <a:endCxn id="279" idx="2"/>
                </p:cNvCxnSpPr>
                <p:nvPr/>
              </p:nvCxnSpPr>
              <p:spPr>
                <a:xfrm flipV="1">
                  <a:off x="8374462" y="1560035"/>
                  <a:ext cx="543328" cy="557401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箭头连接符 281">
                  <a:extLst>
                    <a:ext uri="{FF2B5EF4-FFF2-40B4-BE49-F238E27FC236}">
                      <a16:creationId xmlns:a16="http://schemas.microsoft.com/office/drawing/2014/main" id="{8F7A623C-01A8-4287-B888-9D688C1E09E0}"/>
                    </a:ext>
                  </a:extLst>
                </p:cNvPr>
                <p:cNvCxnSpPr>
                  <a:cxnSpLocks/>
                  <a:stCxn id="279" idx="4"/>
                </p:cNvCxnSpPr>
                <p:nvPr/>
              </p:nvCxnSpPr>
              <p:spPr>
                <a:xfrm flipV="1">
                  <a:off x="9028755" y="999965"/>
                  <a:ext cx="1089660" cy="47530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9" name="组合 288">
                <a:extLst>
                  <a:ext uri="{FF2B5EF4-FFF2-40B4-BE49-F238E27FC236}">
                    <a16:creationId xmlns:a16="http://schemas.microsoft.com/office/drawing/2014/main" id="{525C2F5D-4015-4B4E-AE35-66EAFC20FD11}"/>
                  </a:ext>
                </a:extLst>
              </p:cNvPr>
              <p:cNvGrpSpPr/>
              <p:nvPr/>
            </p:nvGrpSpPr>
            <p:grpSpPr>
              <a:xfrm>
                <a:off x="7622849" y="957129"/>
                <a:ext cx="1820254" cy="897308"/>
                <a:chOff x="7585441" y="239389"/>
                <a:chExt cx="2926080" cy="1869760"/>
              </a:xfrm>
              <a:solidFill>
                <a:srgbClr val="C00000"/>
              </a:solidFill>
            </p:grpSpPr>
            <p:sp>
              <p:nvSpPr>
                <p:cNvPr id="284" name="星形: 五角 283">
                  <a:extLst>
                    <a:ext uri="{FF2B5EF4-FFF2-40B4-BE49-F238E27FC236}">
                      <a16:creationId xmlns:a16="http://schemas.microsoft.com/office/drawing/2014/main" id="{66610AD1-D1BB-473F-8CF3-412BA16624AF}"/>
                    </a:ext>
                  </a:extLst>
                </p:cNvPr>
                <p:cNvSpPr/>
                <p:nvPr/>
              </p:nvSpPr>
              <p:spPr>
                <a:xfrm>
                  <a:off x="8156941" y="162241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5" name="星形: 五角 284">
                  <a:extLst>
                    <a:ext uri="{FF2B5EF4-FFF2-40B4-BE49-F238E27FC236}">
                      <a16:creationId xmlns:a16="http://schemas.microsoft.com/office/drawing/2014/main" id="{2E64AF57-64BE-4AAA-84A9-5C6E2771C306}"/>
                    </a:ext>
                  </a:extLst>
                </p:cNvPr>
                <p:cNvSpPr/>
                <p:nvPr/>
              </p:nvSpPr>
              <p:spPr>
                <a:xfrm>
                  <a:off x="8843166" y="80707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6" name="直接箭头连接符 285">
                  <a:extLst>
                    <a:ext uri="{FF2B5EF4-FFF2-40B4-BE49-F238E27FC236}">
                      <a16:creationId xmlns:a16="http://schemas.microsoft.com/office/drawing/2014/main" id="{6F1D04D0-1A34-4599-AFA9-ED1566EDAC2B}"/>
                    </a:ext>
                  </a:extLst>
                </p:cNvPr>
                <p:cNvCxnSpPr>
                  <a:cxnSpLocks/>
                  <a:endCxn id="284" idx="2"/>
                </p:cNvCxnSpPr>
                <p:nvPr/>
              </p:nvCxnSpPr>
              <p:spPr>
                <a:xfrm flipV="1">
                  <a:off x="7585441" y="1759579"/>
                  <a:ext cx="594785" cy="349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接箭头连接符 286">
                  <a:extLst>
                    <a:ext uri="{FF2B5EF4-FFF2-40B4-BE49-F238E27FC236}">
                      <a16:creationId xmlns:a16="http://schemas.microsoft.com/office/drawing/2014/main" id="{CD4A0432-67BA-4336-B920-5B86CBC7D0F1}"/>
                    </a:ext>
                  </a:extLst>
                </p:cNvPr>
                <p:cNvCxnSpPr>
                  <a:cxnSpLocks/>
                  <a:stCxn id="284" idx="4"/>
                  <a:endCxn id="285" idx="2"/>
                </p:cNvCxnSpPr>
                <p:nvPr/>
              </p:nvCxnSpPr>
              <p:spPr>
                <a:xfrm flipV="1">
                  <a:off x="8278861" y="944239"/>
                  <a:ext cx="587590" cy="730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箭头连接符 287">
                  <a:extLst>
                    <a:ext uri="{FF2B5EF4-FFF2-40B4-BE49-F238E27FC236}">
                      <a16:creationId xmlns:a16="http://schemas.microsoft.com/office/drawing/2014/main" id="{2DF45D92-3E9E-46D3-B529-494491DF97E7}"/>
                    </a:ext>
                  </a:extLst>
                </p:cNvPr>
                <p:cNvCxnSpPr>
                  <a:cxnSpLocks/>
                  <a:stCxn id="285" idx="4"/>
                </p:cNvCxnSpPr>
                <p:nvPr/>
              </p:nvCxnSpPr>
              <p:spPr>
                <a:xfrm flipV="1">
                  <a:off x="8965086" y="239389"/>
                  <a:ext cx="1546435" cy="62008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8" name="组合 357">
                <a:extLst>
                  <a:ext uri="{FF2B5EF4-FFF2-40B4-BE49-F238E27FC236}">
                    <a16:creationId xmlns:a16="http://schemas.microsoft.com/office/drawing/2014/main" id="{D8031C76-EB47-4275-8B9C-0713B41C0093}"/>
                  </a:ext>
                </a:extLst>
              </p:cNvPr>
              <p:cNvGrpSpPr/>
              <p:nvPr/>
            </p:nvGrpSpPr>
            <p:grpSpPr>
              <a:xfrm>
                <a:off x="8595361" y="2042160"/>
                <a:ext cx="1714500" cy="754380"/>
                <a:chOff x="8083419" y="1025603"/>
                <a:chExt cx="2231549" cy="1871560"/>
              </a:xfrm>
            </p:grpSpPr>
            <p:sp>
              <p:nvSpPr>
                <p:cNvPr id="359" name="星形: 五角 358">
                  <a:extLst>
                    <a:ext uri="{FF2B5EF4-FFF2-40B4-BE49-F238E27FC236}">
                      <a16:creationId xmlns:a16="http://schemas.microsoft.com/office/drawing/2014/main" id="{6833CBB3-0441-4C22-9D39-55C345889A2F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0" name="星形: 五角 359">
                  <a:extLst>
                    <a:ext uri="{FF2B5EF4-FFF2-40B4-BE49-F238E27FC236}">
                      <a16:creationId xmlns:a16="http://schemas.microsoft.com/office/drawing/2014/main" id="{C599E9E0-9775-4D38-922B-196D1F05E1B8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61" name="直接箭头连接符 360">
                  <a:extLst>
                    <a:ext uri="{FF2B5EF4-FFF2-40B4-BE49-F238E27FC236}">
                      <a16:creationId xmlns:a16="http://schemas.microsoft.com/office/drawing/2014/main" id="{E9E9E437-A6E7-4778-8507-241D8959B64C}"/>
                    </a:ext>
                  </a:extLst>
                </p:cNvPr>
                <p:cNvCxnSpPr>
                  <a:cxnSpLocks/>
                  <a:endCxn id="359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2" name="直接箭头连接符 361">
                  <a:extLst>
                    <a:ext uri="{FF2B5EF4-FFF2-40B4-BE49-F238E27FC236}">
                      <a16:creationId xmlns:a16="http://schemas.microsoft.com/office/drawing/2014/main" id="{909633BE-6339-43F7-B4EE-2E513B807267}"/>
                    </a:ext>
                  </a:extLst>
                </p:cNvPr>
                <p:cNvCxnSpPr>
                  <a:cxnSpLocks/>
                  <a:stCxn id="359" idx="4"/>
                  <a:endCxn id="360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3" name="直接箭头连接符 362">
                  <a:extLst>
                    <a:ext uri="{FF2B5EF4-FFF2-40B4-BE49-F238E27FC236}">
                      <a16:creationId xmlns:a16="http://schemas.microsoft.com/office/drawing/2014/main" id="{80EA1AFE-2DED-4C9B-AAC9-D26D19823807}"/>
                    </a:ext>
                  </a:extLst>
                </p:cNvPr>
                <p:cNvCxnSpPr>
                  <a:cxnSpLocks/>
                  <a:stCxn id="360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0" name="任意多边形: 形状 369">
              <a:extLst>
                <a:ext uri="{FF2B5EF4-FFF2-40B4-BE49-F238E27FC236}">
                  <a16:creationId xmlns:a16="http://schemas.microsoft.com/office/drawing/2014/main" id="{A5F3CAD4-4938-47B3-8891-30DA483E8790}"/>
                </a:ext>
              </a:extLst>
            </p:cNvPr>
            <p:cNvSpPr/>
            <p:nvPr/>
          </p:nvSpPr>
          <p:spPr>
            <a:xfrm>
              <a:off x="3019426" y="3914775"/>
              <a:ext cx="3562350" cy="1552575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72" name="组合 371">
              <a:extLst>
                <a:ext uri="{FF2B5EF4-FFF2-40B4-BE49-F238E27FC236}">
                  <a16:creationId xmlns:a16="http://schemas.microsoft.com/office/drawing/2014/main" id="{8BE8205B-EC8C-42A1-B9F7-1C8B32AFC8F1}"/>
                </a:ext>
              </a:extLst>
            </p:cNvPr>
            <p:cNvGrpSpPr/>
            <p:nvPr/>
          </p:nvGrpSpPr>
          <p:grpSpPr>
            <a:xfrm>
              <a:off x="7629525" y="2362324"/>
              <a:ext cx="3454460" cy="3508251"/>
              <a:chOff x="9448800" y="1371724"/>
              <a:chExt cx="3454460" cy="3508251"/>
            </a:xfrm>
          </p:grpSpPr>
          <p:grpSp>
            <p:nvGrpSpPr>
              <p:cNvPr id="365" name="组合 364">
                <a:extLst>
                  <a:ext uri="{FF2B5EF4-FFF2-40B4-BE49-F238E27FC236}">
                    <a16:creationId xmlns:a16="http://schemas.microsoft.com/office/drawing/2014/main" id="{E489FA43-54A7-4003-B670-8F8700750360}"/>
                  </a:ext>
                </a:extLst>
              </p:cNvPr>
              <p:cNvGrpSpPr/>
              <p:nvPr/>
            </p:nvGrpSpPr>
            <p:grpSpPr>
              <a:xfrm>
                <a:off x="9448800" y="3003550"/>
                <a:ext cx="2743200" cy="1876425"/>
                <a:chOff x="7479847" y="4095750"/>
                <a:chExt cx="2743200" cy="1876425"/>
              </a:xfrm>
            </p:grpSpPr>
            <p:sp>
              <p:nvSpPr>
                <p:cNvPr id="248" name="矩形 247">
                  <a:extLst>
                    <a:ext uri="{FF2B5EF4-FFF2-40B4-BE49-F238E27FC236}">
                      <a16:creationId xmlns:a16="http://schemas.microsoft.com/office/drawing/2014/main" id="{7C29775C-8668-4B69-8701-359FCD6E7A25}"/>
                    </a:ext>
                  </a:extLst>
                </p:cNvPr>
                <p:cNvSpPr/>
                <p:nvPr/>
              </p:nvSpPr>
              <p:spPr>
                <a:xfrm>
                  <a:off x="7479847" y="4095750"/>
                  <a:ext cx="2743200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50" name="矩形 249">
                  <a:extLst>
                    <a:ext uri="{FF2B5EF4-FFF2-40B4-BE49-F238E27FC236}">
                      <a16:creationId xmlns:a16="http://schemas.microsoft.com/office/drawing/2014/main" id="{0A43FBEE-A6BC-46CA-89C9-16C16BF165FA}"/>
                    </a:ext>
                  </a:extLst>
                </p:cNvPr>
                <p:cNvSpPr/>
                <p:nvPr/>
              </p:nvSpPr>
              <p:spPr>
                <a:xfrm>
                  <a:off x="9126220" y="5034280"/>
                  <a:ext cx="679450" cy="71374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255" name="图片 254">
                  <a:extLst>
                    <a:ext uri="{FF2B5EF4-FFF2-40B4-BE49-F238E27FC236}">
                      <a16:creationId xmlns:a16="http://schemas.microsoft.com/office/drawing/2014/main" id="{5FFB177B-A978-4197-9CDF-6CAA636F9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79347" y="540793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256" name="图片 255">
                  <a:extLst>
                    <a:ext uri="{FF2B5EF4-FFF2-40B4-BE49-F238E27FC236}">
                      <a16:creationId xmlns:a16="http://schemas.microsoft.com/office/drawing/2014/main" id="{B09CC7D1-6A3A-4B8F-8716-AF83BB8591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907" y="468022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259" name="图片 258">
                  <a:extLst>
                    <a:ext uri="{FF2B5EF4-FFF2-40B4-BE49-F238E27FC236}">
                      <a16:creationId xmlns:a16="http://schemas.microsoft.com/office/drawing/2014/main" id="{0F8DF7CC-9728-4160-81E7-C7A5DED689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5797" y="5277122"/>
                  <a:ext cx="304800" cy="304800"/>
                </a:xfrm>
                <a:prstGeom prst="rect">
                  <a:avLst/>
                </a:prstGeom>
              </p:spPr>
            </p:pic>
            <p:cxnSp>
              <p:nvCxnSpPr>
                <p:cNvPr id="340" name="直接箭头连接符 339">
                  <a:extLst>
                    <a:ext uri="{FF2B5EF4-FFF2-40B4-BE49-F238E27FC236}">
                      <a16:creationId xmlns:a16="http://schemas.microsoft.com/office/drawing/2014/main" id="{F1D79A38-B6FB-4F3E-9D64-F5B00EA524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458200" y="5626100"/>
                  <a:ext cx="120650" cy="31750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6" name="直接箭头连接符 345">
                  <a:extLst>
                    <a:ext uri="{FF2B5EF4-FFF2-40B4-BE49-F238E27FC236}">
                      <a16:creationId xmlns:a16="http://schemas.microsoft.com/office/drawing/2014/main" id="{6779E111-33A3-4A78-90B0-E349DCBAC4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039100" y="5016500"/>
                  <a:ext cx="453047" cy="298722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1" name="直接箭头连接符 350">
                  <a:extLst>
                    <a:ext uri="{FF2B5EF4-FFF2-40B4-BE49-F238E27FC236}">
                      <a16:creationId xmlns:a16="http://schemas.microsoft.com/office/drawing/2014/main" id="{E8036BD6-793F-4FCF-A529-82E2216D55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64500" y="5473700"/>
                  <a:ext cx="361950" cy="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4" name="直接箭头连接符 353">
                  <a:extLst>
                    <a:ext uri="{FF2B5EF4-FFF2-40B4-BE49-F238E27FC236}">
                      <a16:creationId xmlns:a16="http://schemas.microsoft.com/office/drawing/2014/main" id="{DECE1014-0D86-4D8A-A88E-93EECD70DC7A}"/>
                    </a:ext>
                  </a:extLst>
                </p:cNvPr>
                <p:cNvCxnSpPr>
                  <a:cxnSpLocks/>
                  <a:endCxn id="380" idx="1"/>
                </p:cNvCxnSpPr>
                <p:nvPr/>
              </p:nvCxnSpPr>
              <p:spPr>
                <a:xfrm>
                  <a:off x="8720747" y="5574302"/>
                  <a:ext cx="187850" cy="284129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1" name="弧形 260">
                <a:extLst>
                  <a:ext uri="{FF2B5EF4-FFF2-40B4-BE49-F238E27FC236}">
                    <a16:creationId xmlns:a16="http://schemas.microsoft.com/office/drawing/2014/main" id="{793B48DF-5C41-4017-9935-F63732594954}"/>
                  </a:ext>
                </a:extLst>
              </p:cNvPr>
              <p:cNvSpPr/>
              <p:nvPr/>
            </p:nvSpPr>
            <p:spPr>
              <a:xfrm rot="10598637">
                <a:off x="9962226" y="1371724"/>
                <a:ext cx="2941034" cy="2863850"/>
              </a:xfrm>
              <a:prstGeom prst="arc">
                <a:avLst>
                  <a:gd name="adj1" fmla="val 14444823"/>
                  <a:gd name="adj2" fmla="val 21386217"/>
                </a:avLst>
              </a:prstGeom>
              <a:ln w="12700">
                <a:solidFill>
                  <a:srgbClr val="C0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76" name="文本框 375">
              <a:extLst>
                <a:ext uri="{FF2B5EF4-FFF2-40B4-BE49-F238E27FC236}">
                  <a16:creationId xmlns:a16="http://schemas.microsoft.com/office/drawing/2014/main" id="{A3403F58-6E64-4FD2-A4A9-32BC9E7AF636}"/>
                </a:ext>
              </a:extLst>
            </p:cNvPr>
            <p:cNvSpPr txBox="1"/>
            <p:nvPr/>
          </p:nvSpPr>
          <p:spPr>
            <a:xfrm>
              <a:off x="8084329" y="1041939"/>
              <a:ext cx="16752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分簇</a:t>
              </a:r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RRT*</a:t>
              </a: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路径规划</a:t>
              </a:r>
            </a:p>
          </p:txBody>
        </p:sp>
        <p:sp>
          <p:nvSpPr>
            <p:cNvPr id="377" name="文本框 376">
              <a:extLst>
                <a:ext uri="{FF2B5EF4-FFF2-40B4-BE49-F238E27FC236}">
                  <a16:creationId xmlns:a16="http://schemas.microsoft.com/office/drawing/2014/main" id="{5801434B-F3E6-4468-90AC-BD599ED1D097}"/>
                </a:ext>
              </a:extLst>
            </p:cNvPr>
            <p:cNvSpPr txBox="1"/>
            <p:nvPr/>
          </p:nvSpPr>
          <p:spPr>
            <a:xfrm>
              <a:off x="8074615" y="3622407"/>
              <a:ext cx="16946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MST-APF</a:t>
              </a: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单步规划</a:t>
              </a:r>
            </a:p>
          </p:txBody>
        </p:sp>
        <p:sp>
          <p:nvSpPr>
            <p:cNvPr id="378" name="文本框 377">
              <a:extLst>
                <a:ext uri="{FF2B5EF4-FFF2-40B4-BE49-F238E27FC236}">
                  <a16:creationId xmlns:a16="http://schemas.microsoft.com/office/drawing/2014/main" id="{FD5E873D-6980-415A-B1A5-E9E72B13DA99}"/>
                </a:ext>
              </a:extLst>
            </p:cNvPr>
            <p:cNvSpPr txBox="1"/>
            <p:nvPr/>
          </p:nvSpPr>
          <p:spPr>
            <a:xfrm>
              <a:off x="8134350" y="5454650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斥力</a:t>
              </a:r>
            </a:p>
          </p:txBody>
        </p:sp>
        <p:sp>
          <p:nvSpPr>
            <p:cNvPr id="379" name="文本框 378">
              <a:extLst>
                <a:ext uri="{FF2B5EF4-FFF2-40B4-BE49-F238E27FC236}">
                  <a16:creationId xmlns:a16="http://schemas.microsoft.com/office/drawing/2014/main" id="{056480FF-5F9E-4FC8-A3DF-E6833A2A9D55}"/>
                </a:ext>
              </a:extLst>
            </p:cNvPr>
            <p:cNvSpPr txBox="1"/>
            <p:nvPr/>
          </p:nvSpPr>
          <p:spPr>
            <a:xfrm>
              <a:off x="7651750" y="5090160"/>
              <a:ext cx="89027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通信保持力</a:t>
              </a:r>
            </a:p>
          </p:txBody>
        </p:sp>
        <p:sp>
          <p:nvSpPr>
            <p:cNvPr id="380" name="文本框 379">
              <a:extLst>
                <a:ext uri="{FF2B5EF4-FFF2-40B4-BE49-F238E27FC236}">
                  <a16:creationId xmlns:a16="http://schemas.microsoft.com/office/drawing/2014/main" id="{FCF2DB83-59D5-49D1-A6E4-5114FF667CBA}"/>
                </a:ext>
              </a:extLst>
            </p:cNvPr>
            <p:cNvSpPr txBox="1"/>
            <p:nvPr/>
          </p:nvSpPr>
          <p:spPr>
            <a:xfrm>
              <a:off x="9010650" y="5633720"/>
              <a:ext cx="87666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目标吸引力</a:t>
              </a:r>
            </a:p>
          </p:txBody>
        </p:sp>
        <p:sp>
          <p:nvSpPr>
            <p:cNvPr id="381" name="箭头: 右 380">
              <a:extLst>
                <a:ext uri="{FF2B5EF4-FFF2-40B4-BE49-F238E27FC236}">
                  <a16:creationId xmlns:a16="http://schemas.microsoft.com/office/drawing/2014/main" id="{C063F77C-602A-4DF3-8F0C-4CDE4AB8EDEB}"/>
                </a:ext>
              </a:extLst>
            </p:cNvPr>
            <p:cNvSpPr/>
            <p:nvPr/>
          </p:nvSpPr>
          <p:spPr>
            <a:xfrm>
              <a:off x="6410325" y="2419350"/>
              <a:ext cx="1016000" cy="247650"/>
            </a:xfrm>
            <a:prstGeom prst="rightArrow">
              <a:avLst/>
            </a:prstGeom>
            <a:ln>
              <a:solidFill>
                <a:schemeClr val="accent4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2" name="箭头: 右 381">
              <a:extLst>
                <a:ext uri="{FF2B5EF4-FFF2-40B4-BE49-F238E27FC236}">
                  <a16:creationId xmlns:a16="http://schemas.microsoft.com/office/drawing/2014/main" id="{53A8F984-2D0E-4641-8AE7-D51E8D530124}"/>
                </a:ext>
              </a:extLst>
            </p:cNvPr>
            <p:cNvSpPr/>
            <p:nvPr/>
          </p:nvSpPr>
          <p:spPr>
            <a:xfrm>
              <a:off x="6324600" y="4895850"/>
              <a:ext cx="1066800" cy="260350"/>
            </a:xfrm>
            <a:prstGeom prst="rightArrow">
              <a:avLst/>
            </a:prstGeom>
            <a:ln>
              <a:solidFill>
                <a:schemeClr val="accent4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3" name="文本框 382">
              <a:extLst>
                <a:ext uri="{FF2B5EF4-FFF2-40B4-BE49-F238E27FC236}">
                  <a16:creationId xmlns:a16="http://schemas.microsoft.com/office/drawing/2014/main" id="{D6DEB88D-4FCD-4830-96B5-E32A835FE3A6}"/>
                </a:ext>
              </a:extLst>
            </p:cNvPr>
            <p:cNvSpPr txBox="1"/>
            <p:nvPr/>
          </p:nvSpPr>
          <p:spPr>
            <a:xfrm>
              <a:off x="8566150" y="1676400"/>
              <a:ext cx="20701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簇路径不满足，需重新规划</a:t>
              </a:r>
            </a:p>
          </p:txBody>
        </p:sp>
        <p:sp>
          <p:nvSpPr>
            <p:cNvPr id="384" name="文本框 383">
              <a:extLst>
                <a:ext uri="{FF2B5EF4-FFF2-40B4-BE49-F238E27FC236}">
                  <a16:creationId xmlns:a16="http://schemas.microsoft.com/office/drawing/2014/main" id="{3008C270-42D6-4815-897B-78F10826E9A4}"/>
                </a:ext>
              </a:extLst>
            </p:cNvPr>
            <p:cNvSpPr txBox="1"/>
            <p:nvPr/>
          </p:nvSpPr>
          <p:spPr>
            <a:xfrm>
              <a:off x="9340850" y="2863850"/>
              <a:ext cx="11493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无需重规划的簇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C7D5158F-8B4B-4E6F-BF7F-9A8050608612}"/>
                    </a:ext>
                  </a:extLst>
                </p:cNvPr>
                <p:cNvSpPr txBox="1"/>
                <p:nvPr/>
              </p:nvSpPr>
              <p:spPr>
                <a:xfrm>
                  <a:off x="2450411" y="4481852"/>
                  <a:ext cx="37721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C7D5158F-8B4B-4E6F-BF7F-9A80506086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0411" y="4481852"/>
                  <a:ext cx="377218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/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/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8B07B554-F68B-4A63-B91D-93002754DF32}"/>
                    </a:ext>
                  </a:extLst>
                </p:cNvPr>
                <p:cNvSpPr txBox="1"/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8B07B554-F68B-4A63-B91D-93002754DF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0" name="文本框 389">
                  <a:extLst>
                    <a:ext uri="{FF2B5EF4-FFF2-40B4-BE49-F238E27FC236}">
                      <a16:creationId xmlns:a16="http://schemas.microsoft.com/office/drawing/2014/main" id="{30293422-4249-48F6-A6AE-01113B5CA4AA}"/>
                    </a:ext>
                  </a:extLst>
                </p:cNvPr>
                <p:cNvSpPr txBox="1"/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90" name="文本框 389">
                  <a:extLst>
                    <a:ext uri="{FF2B5EF4-FFF2-40B4-BE49-F238E27FC236}">
                      <a16:creationId xmlns:a16="http://schemas.microsoft.com/office/drawing/2014/main" id="{30293422-4249-48F6-A6AE-01113B5CA4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2" name="文本框 391">
                  <a:extLst>
                    <a:ext uri="{FF2B5EF4-FFF2-40B4-BE49-F238E27FC236}">
                      <a16:creationId xmlns:a16="http://schemas.microsoft.com/office/drawing/2014/main" id="{430E97DA-6FFD-4B43-91E4-6223D3622466}"/>
                    </a:ext>
                  </a:extLst>
                </p:cNvPr>
                <p:cNvSpPr txBox="1"/>
                <p:nvPr/>
              </p:nvSpPr>
              <p:spPr>
                <a:xfrm>
                  <a:off x="1598004" y="4846062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392" name="文本框 391">
                  <a:extLst>
                    <a:ext uri="{FF2B5EF4-FFF2-40B4-BE49-F238E27FC236}">
                      <a16:creationId xmlns:a16="http://schemas.microsoft.com/office/drawing/2014/main" id="{430E97DA-6FFD-4B43-91E4-6223D36224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8004" y="4846062"/>
                  <a:ext cx="380810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3" name="文本框 392">
                  <a:extLst>
                    <a:ext uri="{FF2B5EF4-FFF2-40B4-BE49-F238E27FC236}">
                      <a16:creationId xmlns:a16="http://schemas.microsoft.com/office/drawing/2014/main" id="{2901A9A3-532B-4752-B0F3-D044F7C8183A}"/>
                    </a:ext>
                  </a:extLst>
                </p:cNvPr>
                <p:cNvSpPr txBox="1"/>
                <p:nvPr/>
              </p:nvSpPr>
              <p:spPr>
                <a:xfrm>
                  <a:off x="1783984" y="5566733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393" name="文本框 392">
                  <a:extLst>
                    <a:ext uri="{FF2B5EF4-FFF2-40B4-BE49-F238E27FC236}">
                      <a16:creationId xmlns:a16="http://schemas.microsoft.com/office/drawing/2014/main" id="{2901A9A3-532B-4752-B0F3-D044F7C81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984" y="5566733"/>
                  <a:ext cx="380810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4" name="文本框 393">
                  <a:extLst>
                    <a:ext uri="{FF2B5EF4-FFF2-40B4-BE49-F238E27FC236}">
                      <a16:creationId xmlns:a16="http://schemas.microsoft.com/office/drawing/2014/main" id="{2F71BDB2-B8A5-4BC8-A618-AFE80385B607}"/>
                    </a:ext>
                  </a:extLst>
                </p:cNvPr>
                <p:cNvSpPr txBox="1"/>
                <p:nvPr/>
              </p:nvSpPr>
              <p:spPr>
                <a:xfrm>
                  <a:off x="2558900" y="5434998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394" name="文本框 393">
                  <a:extLst>
                    <a:ext uri="{FF2B5EF4-FFF2-40B4-BE49-F238E27FC236}">
                      <a16:creationId xmlns:a16="http://schemas.microsoft.com/office/drawing/2014/main" id="{2F71BDB2-B8A5-4BC8-A618-AFE80385B6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8900" y="5434998"/>
                  <a:ext cx="380810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/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/>
                <p:nvPr/>
              </p:nvSpPr>
              <p:spPr>
                <a:xfrm>
                  <a:off x="8317424" y="2629288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7424" y="2629288"/>
                  <a:ext cx="47884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9" name="文本框 398">
              <a:extLst>
                <a:ext uri="{FF2B5EF4-FFF2-40B4-BE49-F238E27FC236}">
                  <a16:creationId xmlns:a16="http://schemas.microsoft.com/office/drawing/2014/main" id="{CF8AEFE7-8816-4599-B819-C97EAFABE6E9}"/>
                </a:ext>
              </a:extLst>
            </p:cNvPr>
            <p:cNvSpPr txBox="1"/>
            <p:nvPr/>
          </p:nvSpPr>
          <p:spPr>
            <a:xfrm>
              <a:off x="628650" y="1666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全局规划层</a:t>
              </a:r>
            </a:p>
          </p:txBody>
        </p:sp>
        <p:sp>
          <p:nvSpPr>
            <p:cNvPr id="400" name="文本框 399">
              <a:extLst>
                <a:ext uri="{FF2B5EF4-FFF2-40B4-BE49-F238E27FC236}">
                  <a16:creationId xmlns:a16="http://schemas.microsoft.com/office/drawing/2014/main" id="{5F753FE4-6737-4811-B0F2-112BF21CEAA4}"/>
                </a:ext>
              </a:extLst>
            </p:cNvPr>
            <p:cNvSpPr txBox="1"/>
            <p:nvPr/>
          </p:nvSpPr>
          <p:spPr>
            <a:xfrm>
              <a:off x="628650" y="403860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局部规划层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2556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46</Words>
  <Application>Microsoft Office PowerPoint</Application>
  <PresentationFormat>宽屏</PresentationFormat>
  <Paragraphs>20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微软雅黑</vt:lpstr>
      <vt:lpstr>Arial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运璐 何</dc:creator>
  <cp:lastModifiedBy>运璐 何</cp:lastModifiedBy>
  <cp:revision>22</cp:revision>
  <dcterms:created xsi:type="dcterms:W3CDTF">2025-10-10T10:59:36Z</dcterms:created>
  <dcterms:modified xsi:type="dcterms:W3CDTF">2025-10-10T12:49:57Z</dcterms:modified>
</cp:coreProperties>
</file>